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Default Extension="png" ContentType="image/png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61975" y="2449195"/>
            <a:ext cx="8620048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UKIJ CJK"/>
                <a:cs typeface="UKIJ CJ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UKIJ CJK"/>
                <a:cs typeface="UKIJ CJ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UKIJ CJK"/>
                <a:cs typeface="UKIJ CJ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4596" y="772540"/>
            <a:ext cx="7950200" cy="13417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UKIJ CJK"/>
                <a:cs typeface="UKIJ CJ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54596" y="2088896"/>
            <a:ext cx="8051800" cy="32632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623934" y="6442454"/>
            <a:ext cx="254634" cy="223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jpg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4.jpg"/></Relationships>
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5.jpg"/><Relationship Id="rId3" Type="http://schemas.openxmlformats.org/officeDocument/2006/relationships/image" Target="../media/image46.jpg"/><Relationship Id="rId4" Type="http://schemas.openxmlformats.org/officeDocument/2006/relationships/image" Target="../media/image47.png"/><Relationship Id="rId5" Type="http://schemas.openxmlformats.org/officeDocument/2006/relationships/image" Target="../media/image48.jpg"/><Relationship Id="rId6" Type="http://schemas.openxmlformats.org/officeDocument/2006/relationships/image" Target="../media/image49.jpg"/><Relationship Id="rId7" Type="http://schemas.openxmlformats.org/officeDocument/2006/relationships/image" Target="../media/image50.jpg"/><Relationship Id="rId8" Type="http://schemas.openxmlformats.org/officeDocument/2006/relationships/image" Target="../media/image51.jpg"/><Relationship Id="rId9" Type="http://schemas.openxmlformats.org/officeDocument/2006/relationships/image" Target="../media/image52.jpg"/><Relationship Id="rId10" Type="http://schemas.openxmlformats.org/officeDocument/2006/relationships/image" Target="../media/image53.png"/><Relationship Id="rId11" Type="http://schemas.openxmlformats.org/officeDocument/2006/relationships/image" Target="../media/image54.jpg"/><Relationship Id="rId12" Type="http://schemas.openxmlformats.org/officeDocument/2006/relationships/image" Target="../media/image55.jpg"/><Relationship Id="rId13" Type="http://schemas.openxmlformats.org/officeDocument/2006/relationships/image" Target="../media/image56.jpg"/></Relationships>
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7.jpg"/></Relationships>
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1975" y="2449195"/>
            <a:ext cx="828548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20" b="0">
                <a:solidFill>
                  <a:srgbClr val="3333CC"/>
                </a:solidFill>
                <a:latin typeface="WenQuanYi Zen Hei Mono"/>
                <a:cs typeface="WenQuanYi Zen Hei Mono"/>
              </a:rPr>
              <a:t>第一部</a:t>
            </a:r>
            <a:r>
              <a:rPr dirty="0" sz="4800" b="0">
                <a:solidFill>
                  <a:srgbClr val="3333CC"/>
                </a:solidFill>
                <a:latin typeface="WenQuanYi Zen Hei Mono"/>
                <a:cs typeface="WenQuanYi Zen Hei Mono"/>
              </a:rPr>
              <a:t>分</a:t>
            </a:r>
            <a:r>
              <a:rPr dirty="0" sz="4800" spc="-80" b="0">
                <a:solidFill>
                  <a:srgbClr val="3333CC"/>
                </a:solidFill>
                <a:latin typeface="WenQuanYi Zen Hei Mono"/>
                <a:cs typeface="WenQuanYi Zen Hei Mono"/>
              </a:rPr>
              <a:t> </a:t>
            </a:r>
            <a:r>
              <a:rPr dirty="0" sz="4800" spc="20" b="0">
                <a:solidFill>
                  <a:srgbClr val="3333CC"/>
                </a:solidFill>
                <a:latin typeface="WenQuanYi Zen Hei Mono"/>
                <a:cs typeface="WenQuanYi Zen Hei Mono"/>
              </a:rPr>
              <a:t>引言与底层网络技</a:t>
            </a:r>
            <a:r>
              <a:rPr dirty="0" sz="4800" b="0">
                <a:solidFill>
                  <a:srgbClr val="3333CC"/>
                </a:solidFill>
                <a:latin typeface="WenQuanYi Zen Hei Mono"/>
                <a:cs typeface="WenQuanYi Zen Hei Mono"/>
              </a:rPr>
              <a:t>术</a:t>
            </a:r>
            <a:endParaRPr sz="4800">
              <a:latin typeface="WenQuanYi Zen Hei Mono"/>
              <a:cs typeface="WenQuanYi Zen Hei Mon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60395" y="3881120"/>
            <a:ext cx="2821305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791970" algn="l"/>
              </a:tabLst>
            </a:pPr>
            <a:r>
              <a:rPr dirty="0" sz="4000" spc="5" b="0">
                <a:latin typeface="Noto Sans CJK JP Medium"/>
                <a:cs typeface="Noto Sans CJK JP Medium"/>
              </a:rPr>
              <a:t>第一</a:t>
            </a:r>
            <a:r>
              <a:rPr dirty="0" sz="4000" spc="-5" b="0">
                <a:latin typeface="Noto Sans CJK JP Medium"/>
                <a:cs typeface="Noto Sans CJK JP Medium"/>
              </a:rPr>
              <a:t>章</a:t>
            </a:r>
            <a:r>
              <a:rPr dirty="0" sz="4000" b="0">
                <a:latin typeface="Noto Sans CJK JP Medium"/>
                <a:cs typeface="Noto Sans CJK JP Medium"/>
              </a:rPr>
              <a:t>	</a:t>
            </a:r>
            <a:r>
              <a:rPr dirty="0" sz="4000" spc="5" b="0">
                <a:latin typeface="Noto Sans CJK JP Medium"/>
                <a:cs typeface="Noto Sans CJK JP Medium"/>
              </a:rPr>
              <a:t>引</a:t>
            </a:r>
            <a:r>
              <a:rPr dirty="0" sz="4000" spc="-5" b="0">
                <a:latin typeface="Noto Sans CJK JP Medium"/>
                <a:cs typeface="Noto Sans CJK JP Medium"/>
              </a:rPr>
              <a:t>言</a:t>
            </a:r>
            <a:endParaRPr sz="4000">
              <a:latin typeface="Noto Sans CJK JP Medium"/>
              <a:cs typeface="Noto Sans CJK JP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87787" y="431165"/>
            <a:ext cx="165735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15" b="0">
                <a:solidFill>
                  <a:srgbClr val="3333CC"/>
                </a:solidFill>
                <a:latin typeface="WenQuanYi Zen Hei Mono"/>
                <a:cs typeface="WenQuanYi Zen Hei Mono"/>
              </a:rPr>
              <a:t>主要内</a:t>
            </a:r>
            <a:r>
              <a:rPr dirty="0" sz="3200" spc="5" b="0">
                <a:solidFill>
                  <a:srgbClr val="3333CC"/>
                </a:solidFill>
                <a:latin typeface="WenQuanYi Zen Hei Mono"/>
                <a:cs typeface="WenQuanYi Zen Hei Mono"/>
              </a:rPr>
              <a:t>容</a:t>
            </a:r>
            <a:endParaRPr sz="3200">
              <a:latin typeface="WenQuanYi Zen Hei Mono"/>
              <a:cs typeface="WenQuanYi Zen Hei Mon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0095" y="1007133"/>
            <a:ext cx="3855085" cy="4998085"/>
          </a:xfrm>
          <a:prstGeom prst="rect">
            <a:avLst/>
          </a:prstGeom>
        </p:spPr>
        <p:txBody>
          <a:bodyPr wrap="square" lIns="0" tIns="12065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0"/>
              </a:spcBef>
              <a:buClr>
                <a:srgbClr val="0000FF"/>
              </a:buClr>
              <a:buSzPct val="83928"/>
              <a:buFont typeface="Wingdings"/>
              <a:buChar char=""/>
              <a:tabLst>
                <a:tab pos="355600" algn="l"/>
              </a:tabLst>
            </a:pPr>
            <a:r>
              <a:rPr dirty="0" sz="2800" spc="-5" b="1">
                <a:latin typeface="Times New Roman"/>
                <a:cs typeface="Times New Roman"/>
              </a:rPr>
              <a:t>1.1</a:t>
            </a:r>
            <a:r>
              <a:rPr dirty="0" sz="2800" spc="-10" b="1">
                <a:latin typeface="Times New Roman"/>
                <a:cs typeface="Times New Roman"/>
              </a:rPr>
              <a:t> </a:t>
            </a:r>
            <a:r>
              <a:rPr dirty="0" sz="2800" spc="15" b="0">
                <a:latin typeface="WenQuanYi Zen Hei Mono"/>
                <a:cs typeface="WenQuanYi Zen Hei Mono"/>
              </a:rPr>
              <a:t>协议体系结</a:t>
            </a:r>
            <a:r>
              <a:rPr dirty="0" sz="2800" spc="-5" b="0">
                <a:latin typeface="WenQuanYi Zen Hei Mono"/>
                <a:cs typeface="WenQuanYi Zen Hei Mono"/>
              </a:rPr>
              <a:t>构</a:t>
            </a:r>
            <a:endParaRPr sz="2800">
              <a:latin typeface="WenQuanYi Zen Hei Mono"/>
              <a:cs typeface="WenQuanYi Zen Hei Mono"/>
            </a:endParaRPr>
          </a:p>
          <a:p>
            <a:pPr lvl="2" marL="1041400" indent="-572135">
              <a:lnSpc>
                <a:spcPct val="100000"/>
              </a:lnSpc>
              <a:spcBef>
                <a:spcPts val="620"/>
              </a:spcBef>
              <a:buFont typeface="Times New Roman"/>
              <a:buAutoNum type="arabicPeriod"/>
              <a:tabLst>
                <a:tab pos="1041400" algn="l"/>
              </a:tabLst>
            </a:pPr>
            <a:r>
              <a:rPr dirty="0" sz="2000" spc="5" b="0">
                <a:latin typeface="Noto Sans CJK JP Medium"/>
                <a:cs typeface="Noto Sans CJK JP Medium"/>
              </a:rPr>
              <a:t>协议体系结构概念</a:t>
            </a:r>
            <a:endParaRPr sz="2000">
              <a:latin typeface="Noto Sans CJK JP Medium"/>
              <a:cs typeface="Noto Sans CJK JP Medium"/>
            </a:endParaRPr>
          </a:p>
          <a:p>
            <a:pPr lvl="2" marL="1041400" indent="-572135">
              <a:lnSpc>
                <a:spcPct val="100000"/>
              </a:lnSpc>
              <a:spcBef>
                <a:spcPts val="600"/>
              </a:spcBef>
              <a:buFont typeface="Times New Roman"/>
              <a:buAutoNum type="arabicPeriod"/>
              <a:tabLst>
                <a:tab pos="1041400" algn="l"/>
              </a:tabLst>
            </a:pPr>
            <a:r>
              <a:rPr dirty="0" sz="2000" spc="5" b="0">
                <a:latin typeface="Noto Sans CJK JP Medium"/>
                <a:cs typeface="Noto Sans CJK JP Medium"/>
              </a:rPr>
              <a:t>协议层次模型</a:t>
            </a:r>
            <a:endParaRPr sz="2000">
              <a:latin typeface="Noto Sans CJK JP Medium"/>
              <a:cs typeface="Noto Sans CJK JP Medium"/>
            </a:endParaRPr>
          </a:p>
          <a:p>
            <a:pPr lvl="2" marL="1041400" indent="-572135">
              <a:lnSpc>
                <a:spcPct val="100000"/>
              </a:lnSpc>
              <a:spcBef>
                <a:spcPts val="600"/>
              </a:spcBef>
              <a:buFont typeface="Times New Roman"/>
              <a:buAutoNum type="arabicPeriod"/>
              <a:tabLst>
                <a:tab pos="1041400" algn="l"/>
              </a:tabLst>
            </a:pPr>
            <a:r>
              <a:rPr dirty="0" sz="2000" spc="5" b="0">
                <a:latin typeface="Noto Sans CJK JP Medium"/>
                <a:cs typeface="Noto Sans CJK JP Medium"/>
              </a:rPr>
              <a:t>协议</a:t>
            </a:r>
            <a:endParaRPr sz="2000">
              <a:latin typeface="Noto Sans CJK JP Medium"/>
              <a:cs typeface="Noto Sans CJK JP Medium"/>
            </a:endParaRPr>
          </a:p>
          <a:p>
            <a:pPr lvl="2" marL="1041400" indent="-57213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1041400" algn="l"/>
              </a:tabLst>
            </a:pPr>
            <a:r>
              <a:rPr dirty="0" sz="2000" spc="-5" b="1">
                <a:latin typeface="Times New Roman"/>
                <a:cs typeface="Times New Roman"/>
              </a:rPr>
              <a:t>OSI</a:t>
            </a:r>
            <a:r>
              <a:rPr dirty="0" sz="2000" spc="5" b="0">
                <a:latin typeface="Noto Sans CJK JP Medium"/>
                <a:cs typeface="Noto Sans CJK JP Medium"/>
              </a:rPr>
              <a:t>与</a:t>
            </a:r>
            <a:r>
              <a:rPr dirty="0" sz="2000" spc="-5" b="1">
                <a:latin typeface="Times New Roman"/>
                <a:cs typeface="Times New Roman"/>
              </a:rPr>
              <a:t>TCP/IP</a:t>
            </a:r>
            <a:r>
              <a:rPr dirty="0" sz="2000" spc="5" b="0">
                <a:latin typeface="Noto Sans CJK JP Medium"/>
                <a:cs typeface="Noto Sans CJK JP Medium"/>
              </a:rPr>
              <a:t>参考模型</a:t>
            </a:r>
            <a:endParaRPr sz="2000">
              <a:latin typeface="Noto Sans CJK JP Medium"/>
              <a:cs typeface="Noto Sans CJK JP Medium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0000FF"/>
              </a:buClr>
              <a:buSzPct val="83928"/>
              <a:buFont typeface="Wingdings"/>
              <a:buChar char=""/>
              <a:tabLst>
                <a:tab pos="355600" algn="l"/>
              </a:tabLst>
            </a:pPr>
            <a:r>
              <a:rPr dirty="0" sz="2800" spc="-5" b="1">
                <a:latin typeface="Times New Roman"/>
                <a:cs typeface="Times New Roman"/>
              </a:rPr>
              <a:t>1.2</a:t>
            </a:r>
            <a:r>
              <a:rPr dirty="0" sz="2800" spc="-65" b="1">
                <a:latin typeface="Times New Roman"/>
                <a:cs typeface="Times New Roman"/>
              </a:rPr>
              <a:t> </a:t>
            </a:r>
            <a:r>
              <a:rPr dirty="0" sz="2800" spc="15" b="0">
                <a:latin typeface="WenQuanYi Zen Hei Mono"/>
                <a:cs typeface="WenQuanYi Zen Hei Mono"/>
              </a:rPr>
              <a:t>网络互联与</a:t>
            </a:r>
            <a:r>
              <a:rPr dirty="0" sz="2800" spc="-5" b="1">
                <a:latin typeface="Times New Roman"/>
                <a:cs typeface="Times New Roman"/>
              </a:rPr>
              <a:t>TCP/IP</a:t>
            </a:r>
            <a:endParaRPr sz="28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620"/>
              </a:spcBef>
            </a:pPr>
            <a:r>
              <a:rPr dirty="0" sz="2000" spc="-5" b="1">
                <a:latin typeface="Times New Roman"/>
                <a:cs typeface="Times New Roman"/>
              </a:rPr>
              <a:t>1.2.1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spc="5" b="0">
                <a:latin typeface="Noto Sans CJK JP Medium"/>
                <a:cs typeface="Noto Sans CJK JP Medium"/>
              </a:rPr>
              <a:t>用</a:t>
            </a:r>
            <a:r>
              <a:rPr dirty="0" sz="2000" spc="-5" b="1">
                <a:latin typeface="Times New Roman"/>
                <a:cs typeface="Times New Roman"/>
              </a:rPr>
              <a:t>IP</a:t>
            </a:r>
            <a:r>
              <a:rPr dirty="0" sz="2000" spc="5" b="0">
                <a:latin typeface="Noto Sans CJK JP Medium"/>
                <a:cs typeface="Noto Sans CJK JP Medium"/>
              </a:rPr>
              <a:t>实现异构网络互联</a:t>
            </a:r>
            <a:endParaRPr sz="2000">
              <a:latin typeface="Noto Sans CJK JP Medium"/>
              <a:cs typeface="Noto Sans CJK JP Medium"/>
            </a:endParaRPr>
          </a:p>
          <a:p>
            <a:pPr marL="469265">
              <a:lnSpc>
                <a:spcPct val="100000"/>
              </a:lnSpc>
              <a:spcBef>
                <a:spcPts val="600"/>
              </a:spcBef>
            </a:pPr>
            <a:r>
              <a:rPr dirty="0" sz="2000" spc="-5" b="1">
                <a:latin typeface="Times New Roman"/>
                <a:cs typeface="Times New Roman"/>
              </a:rPr>
              <a:t>1.2.1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spc="-5" b="1">
                <a:latin typeface="Times New Roman"/>
                <a:cs typeface="Times New Roman"/>
              </a:rPr>
              <a:t>TCP/IP</a:t>
            </a:r>
            <a:r>
              <a:rPr dirty="0" sz="2000" spc="5" b="0">
                <a:latin typeface="Noto Sans CJK JP Medium"/>
                <a:cs typeface="Noto Sans CJK JP Medium"/>
              </a:rPr>
              <a:t>协议族的引入</a:t>
            </a:r>
            <a:endParaRPr sz="2000">
              <a:latin typeface="Noto Sans CJK JP Medium"/>
              <a:cs typeface="Noto Sans CJK JP Medium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0000FF"/>
              </a:buClr>
              <a:buSzPct val="83928"/>
              <a:buFont typeface="Wingdings"/>
              <a:buChar char=""/>
              <a:tabLst>
                <a:tab pos="355600" algn="l"/>
              </a:tabLst>
            </a:pPr>
            <a:r>
              <a:rPr dirty="0" sz="2800" spc="-5" b="1">
                <a:latin typeface="Times New Roman"/>
                <a:cs typeface="Times New Roman"/>
              </a:rPr>
              <a:t>1.3.</a:t>
            </a:r>
            <a:r>
              <a:rPr dirty="0" sz="2800" spc="-75" b="1">
                <a:latin typeface="Times New Roman"/>
                <a:cs typeface="Times New Roman"/>
              </a:rPr>
              <a:t> </a:t>
            </a:r>
            <a:r>
              <a:rPr dirty="0" sz="2800" spc="15" b="0">
                <a:latin typeface="WenQuanYi Zen Hei Mono"/>
                <a:cs typeface="WenQuanYi Zen Hei Mono"/>
              </a:rPr>
              <a:t>协议的描述与验</a:t>
            </a:r>
            <a:r>
              <a:rPr dirty="0" sz="2800" spc="-5" b="0">
                <a:latin typeface="WenQuanYi Zen Hei Mono"/>
                <a:cs typeface="WenQuanYi Zen Hei Mono"/>
              </a:rPr>
              <a:t>证</a:t>
            </a:r>
            <a:endParaRPr sz="2800">
              <a:latin typeface="WenQuanYi Zen Hei Mono"/>
              <a:cs typeface="WenQuanYi Zen Hei Mono"/>
            </a:endParaRPr>
          </a:p>
          <a:p>
            <a:pPr lvl="2" marL="1041400" indent="-572135">
              <a:lnSpc>
                <a:spcPct val="100000"/>
              </a:lnSpc>
              <a:spcBef>
                <a:spcPts val="620"/>
              </a:spcBef>
              <a:buFont typeface="Times New Roman"/>
              <a:buAutoNum type="arabicPeriod"/>
              <a:tabLst>
                <a:tab pos="1041400" algn="l"/>
              </a:tabLst>
            </a:pPr>
            <a:r>
              <a:rPr dirty="0" sz="2000" spc="5" b="0">
                <a:latin typeface="Noto Sans CJK JP Medium"/>
                <a:cs typeface="Noto Sans CJK JP Medium"/>
              </a:rPr>
              <a:t>协议工程的概念</a:t>
            </a:r>
            <a:endParaRPr sz="2000">
              <a:latin typeface="Noto Sans CJK JP Medium"/>
              <a:cs typeface="Noto Sans CJK JP Medium"/>
            </a:endParaRPr>
          </a:p>
          <a:p>
            <a:pPr lvl="2" marL="1041400" indent="-572135">
              <a:lnSpc>
                <a:spcPct val="100000"/>
              </a:lnSpc>
              <a:spcBef>
                <a:spcPts val="600"/>
              </a:spcBef>
              <a:buFont typeface="Times New Roman"/>
              <a:buAutoNum type="arabicPeriod"/>
              <a:tabLst>
                <a:tab pos="1041400" algn="l"/>
              </a:tabLst>
            </a:pPr>
            <a:r>
              <a:rPr dirty="0" sz="2000" spc="5" b="0">
                <a:latin typeface="Noto Sans CJK JP Medium"/>
                <a:cs typeface="Noto Sans CJK JP Medium"/>
              </a:rPr>
              <a:t>有限状态机模型</a:t>
            </a:r>
            <a:endParaRPr sz="2000">
              <a:latin typeface="Noto Sans CJK JP Medium"/>
              <a:cs typeface="Noto Sans CJK JP Medium"/>
            </a:endParaRPr>
          </a:p>
          <a:p>
            <a:pPr lvl="2" marL="1041400" indent="-572135">
              <a:lnSpc>
                <a:spcPct val="100000"/>
              </a:lnSpc>
              <a:spcBef>
                <a:spcPts val="600"/>
              </a:spcBef>
              <a:buFont typeface="Times New Roman"/>
              <a:buAutoNum type="arabicPeriod"/>
              <a:tabLst>
                <a:tab pos="1041400" algn="l"/>
              </a:tabLst>
            </a:pPr>
            <a:r>
              <a:rPr dirty="0" sz="2000" spc="5" b="0">
                <a:latin typeface="Noto Sans CJK JP Medium"/>
                <a:cs typeface="Noto Sans CJK JP Medium"/>
              </a:rPr>
              <a:t>停等协议的有限状态机</a:t>
            </a:r>
            <a:endParaRPr sz="2000">
              <a:latin typeface="Noto Sans CJK JP Medium"/>
              <a:cs typeface="Noto Sans CJK JP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402" y="568007"/>
            <a:ext cx="8037195" cy="41935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95"/>
              </a:spcBef>
            </a:pPr>
            <a:r>
              <a:rPr dirty="0" sz="2400" spc="55">
                <a:latin typeface="Times New Roman"/>
                <a:cs typeface="Times New Roman"/>
              </a:rPr>
              <a:t>1995</a:t>
            </a:r>
            <a:r>
              <a:rPr dirty="0" sz="2400" spc="55">
                <a:latin typeface="UKIJ CJK"/>
                <a:cs typeface="UKIJ CJK"/>
              </a:rPr>
              <a:t>年</a:t>
            </a:r>
            <a:r>
              <a:rPr dirty="0" sz="2400" spc="55">
                <a:latin typeface="Times New Roman"/>
                <a:cs typeface="Times New Roman"/>
              </a:rPr>
              <a:t>10</a:t>
            </a:r>
            <a:r>
              <a:rPr dirty="0" sz="2400" spc="55">
                <a:latin typeface="UKIJ CJK"/>
                <a:cs typeface="UKIJ CJK"/>
              </a:rPr>
              <a:t>月</a:t>
            </a:r>
            <a:r>
              <a:rPr dirty="0" sz="2400" spc="55">
                <a:latin typeface="Times New Roman"/>
                <a:cs typeface="Times New Roman"/>
              </a:rPr>
              <a:t>24</a:t>
            </a:r>
            <a:r>
              <a:rPr dirty="0" sz="2400" spc="55">
                <a:latin typeface="UKIJ CJK"/>
                <a:cs typeface="UKIJ CJK"/>
              </a:rPr>
              <a:t>日，美国联邦网络委</a:t>
            </a:r>
            <a:r>
              <a:rPr dirty="0" sz="2400" spc="60">
                <a:latin typeface="UKIJ CJK"/>
                <a:cs typeface="UKIJ CJK"/>
              </a:rPr>
              <a:t>员会为</a:t>
            </a:r>
            <a:r>
              <a:rPr dirty="0" sz="2400" spc="60" b="1">
                <a:latin typeface="Times New Roman"/>
                <a:cs typeface="Times New Roman"/>
              </a:rPr>
              <a:t>Int</a:t>
            </a:r>
            <a:r>
              <a:rPr dirty="0" sz="2400" spc="55" b="1">
                <a:latin typeface="Times New Roman"/>
                <a:cs typeface="Times New Roman"/>
              </a:rPr>
              <a:t>er</a:t>
            </a:r>
            <a:r>
              <a:rPr dirty="0" sz="2400" spc="60" b="1">
                <a:latin typeface="Times New Roman"/>
                <a:cs typeface="Times New Roman"/>
              </a:rPr>
              <a:t>n</a:t>
            </a:r>
            <a:r>
              <a:rPr dirty="0" sz="2400" spc="55" b="1">
                <a:latin typeface="Times New Roman"/>
                <a:cs typeface="Times New Roman"/>
              </a:rPr>
              <a:t>e</a:t>
            </a:r>
            <a:r>
              <a:rPr dirty="0" sz="2400" spc="60" b="1">
                <a:latin typeface="Times New Roman"/>
                <a:cs typeface="Times New Roman"/>
              </a:rPr>
              <a:t>t</a:t>
            </a:r>
            <a:r>
              <a:rPr dirty="0" sz="2400" spc="60">
                <a:latin typeface="UKIJ CJK"/>
                <a:cs typeface="UKIJ CJK"/>
              </a:rPr>
              <a:t>作了如</a:t>
            </a:r>
            <a:r>
              <a:rPr dirty="0" sz="2400">
                <a:latin typeface="UKIJ CJK"/>
                <a:cs typeface="UKIJ CJK"/>
              </a:rPr>
              <a:t>下 </a:t>
            </a:r>
            <a:r>
              <a:rPr dirty="0" sz="2400" spc="5" b="0">
                <a:latin typeface="Noto Sans CJK JP Medium"/>
                <a:cs typeface="Noto Sans CJK JP Medium"/>
              </a:rPr>
              <a:t>定义</a:t>
            </a:r>
            <a:r>
              <a:rPr dirty="0" sz="2400">
                <a:latin typeface="UKIJ CJK"/>
                <a:cs typeface="UKIJ CJK"/>
              </a:rPr>
              <a:t>：</a:t>
            </a:r>
            <a:endParaRPr sz="2400">
              <a:latin typeface="UKIJ CJK"/>
              <a:cs typeface="UKIJ CJK"/>
            </a:endParaRPr>
          </a:p>
          <a:p>
            <a:pPr algn="just" marL="12700" marR="5080" indent="533400">
              <a:lnSpc>
                <a:spcPct val="120000"/>
              </a:lnSpc>
              <a:spcBef>
                <a:spcPts val="575"/>
              </a:spcBef>
            </a:pPr>
            <a:r>
              <a:rPr dirty="0" sz="2400" spc="35">
                <a:latin typeface="Times New Roman"/>
                <a:cs typeface="Times New Roman"/>
              </a:rPr>
              <a:t>In</a:t>
            </a:r>
            <a:r>
              <a:rPr dirty="0" sz="2400" spc="30">
                <a:latin typeface="Times New Roman"/>
                <a:cs typeface="Times New Roman"/>
              </a:rPr>
              <a:t>te</a:t>
            </a:r>
            <a:r>
              <a:rPr dirty="0" sz="2400" spc="35">
                <a:latin typeface="Times New Roman"/>
                <a:cs typeface="Times New Roman"/>
              </a:rPr>
              <a:t>rn</a:t>
            </a:r>
            <a:r>
              <a:rPr dirty="0" sz="2400" spc="30">
                <a:latin typeface="Times New Roman"/>
                <a:cs typeface="Times New Roman"/>
              </a:rPr>
              <a:t>et</a:t>
            </a:r>
            <a:r>
              <a:rPr dirty="0" sz="2400" spc="35">
                <a:latin typeface="UKIJ CJK"/>
                <a:cs typeface="UKIJ CJK"/>
              </a:rPr>
              <a:t>是一个全球性的信息系统</a:t>
            </a:r>
            <a:r>
              <a:rPr dirty="0" sz="2400" spc="40">
                <a:latin typeface="UKIJ CJK"/>
                <a:cs typeface="UKIJ CJK"/>
              </a:rPr>
              <a:t>，系统中的每台主机</a:t>
            </a:r>
            <a:r>
              <a:rPr dirty="0" sz="2400">
                <a:latin typeface="UKIJ CJK"/>
                <a:cs typeface="UKIJ CJK"/>
              </a:rPr>
              <a:t>都 </a:t>
            </a:r>
            <a:r>
              <a:rPr dirty="0" sz="2400" spc="35">
                <a:latin typeface="UKIJ CJK"/>
                <a:cs typeface="UKIJ CJK"/>
              </a:rPr>
              <a:t>有一个全球唯一的主机地址，地址格式通</a:t>
            </a:r>
            <a:r>
              <a:rPr dirty="0" sz="2400" spc="40">
                <a:latin typeface="UKIJ CJK"/>
                <a:cs typeface="UKIJ CJK"/>
              </a:rPr>
              <a:t>过</a:t>
            </a:r>
            <a:r>
              <a:rPr dirty="0" sz="2400" spc="40">
                <a:latin typeface="Times New Roman"/>
                <a:cs typeface="Times New Roman"/>
              </a:rPr>
              <a:t>IP</a:t>
            </a:r>
            <a:r>
              <a:rPr dirty="0" sz="2400" spc="40">
                <a:latin typeface="UKIJ CJK"/>
                <a:cs typeface="UKIJ CJK"/>
              </a:rPr>
              <a:t>协议定义。</a:t>
            </a:r>
            <a:r>
              <a:rPr dirty="0" sz="2400">
                <a:latin typeface="UKIJ CJK"/>
                <a:cs typeface="UKIJ CJK"/>
              </a:rPr>
              <a:t>系 </a:t>
            </a:r>
            <a:r>
              <a:rPr dirty="0" sz="2400" spc="20">
                <a:latin typeface="UKIJ CJK"/>
                <a:cs typeface="UKIJ CJK"/>
              </a:rPr>
              <a:t>统中主</a:t>
            </a:r>
            <a:r>
              <a:rPr dirty="0" sz="2400" spc="25">
                <a:latin typeface="UKIJ CJK"/>
                <a:cs typeface="UKIJ CJK"/>
              </a:rPr>
              <a:t>机与主机间的通信遵守</a:t>
            </a:r>
            <a:r>
              <a:rPr dirty="0" sz="2400" spc="20">
                <a:latin typeface="Times New Roman"/>
                <a:cs typeface="Times New Roman"/>
              </a:rPr>
              <a:t>TC</a:t>
            </a:r>
            <a:r>
              <a:rPr dirty="0" sz="2400" spc="25">
                <a:latin typeface="Times New Roman"/>
                <a:cs typeface="Times New Roman"/>
              </a:rPr>
              <a:t>P</a:t>
            </a:r>
            <a:r>
              <a:rPr dirty="0" sz="2400" spc="20">
                <a:latin typeface="Times New Roman"/>
                <a:cs typeface="Times New Roman"/>
              </a:rPr>
              <a:t>/</a:t>
            </a:r>
            <a:r>
              <a:rPr dirty="0" sz="2400" spc="25">
                <a:latin typeface="Times New Roman"/>
                <a:cs typeface="Times New Roman"/>
              </a:rPr>
              <a:t>IP</a:t>
            </a:r>
            <a:r>
              <a:rPr dirty="0" sz="2400" spc="25">
                <a:latin typeface="UKIJ CJK"/>
                <a:cs typeface="UKIJ CJK"/>
              </a:rPr>
              <a:t>协议标准，或是其它</a:t>
            </a:r>
            <a:r>
              <a:rPr dirty="0" sz="2400">
                <a:latin typeface="UKIJ CJK"/>
                <a:cs typeface="UKIJ CJK"/>
              </a:rPr>
              <a:t>与  </a:t>
            </a:r>
            <a:r>
              <a:rPr dirty="0" sz="2400" spc="35">
                <a:latin typeface="Times New Roman"/>
                <a:cs typeface="Times New Roman"/>
              </a:rPr>
              <a:t>IP</a:t>
            </a:r>
            <a:r>
              <a:rPr dirty="0" sz="2400" spc="35">
                <a:latin typeface="UKIJ CJK"/>
                <a:cs typeface="UKIJ CJK"/>
              </a:rPr>
              <a:t>兼容的协议标准来交换信息。在以上</a:t>
            </a:r>
            <a:r>
              <a:rPr dirty="0" sz="2400" spc="40">
                <a:latin typeface="UKIJ CJK"/>
                <a:cs typeface="UKIJ CJK"/>
              </a:rPr>
              <a:t>描述的信息基础设</a:t>
            </a:r>
            <a:r>
              <a:rPr dirty="0" sz="2400">
                <a:latin typeface="UKIJ CJK"/>
                <a:cs typeface="UKIJ CJK"/>
              </a:rPr>
              <a:t>施 上，利用公网或专网的形式，向社会大众提供资源和服务。</a:t>
            </a:r>
            <a:endParaRPr sz="2400">
              <a:latin typeface="UKIJ CJK"/>
              <a:cs typeface="UKIJ CJK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800">
              <a:latin typeface="UKIJ CJK"/>
              <a:cs typeface="UKIJ CJK"/>
            </a:endParaRPr>
          </a:p>
          <a:p>
            <a:pPr algn="ctr" marL="97790">
              <a:lnSpc>
                <a:spcPct val="100000"/>
              </a:lnSpc>
            </a:pPr>
            <a:r>
              <a:rPr dirty="0" sz="2400">
                <a:latin typeface="UKIJ CJK"/>
                <a:cs typeface="UKIJ CJK"/>
              </a:rPr>
              <a:t>上述定义充分说明了</a:t>
            </a:r>
            <a:r>
              <a:rPr dirty="0" sz="2400" spc="-5">
                <a:latin typeface="Times New Roman"/>
                <a:cs typeface="Times New Roman"/>
              </a:rPr>
              <a:t>TCP/IP</a:t>
            </a:r>
            <a:r>
              <a:rPr dirty="0" sz="2400">
                <a:latin typeface="UKIJ CJK"/>
                <a:cs typeface="UKIJ CJK"/>
              </a:rPr>
              <a:t>与</a:t>
            </a:r>
            <a:r>
              <a:rPr dirty="0" sz="2400" spc="-5">
                <a:latin typeface="Times New Roman"/>
                <a:cs typeface="Times New Roman"/>
              </a:rPr>
              <a:t>Internet</a:t>
            </a:r>
            <a:r>
              <a:rPr dirty="0" sz="2400">
                <a:latin typeface="UKIJ CJK"/>
                <a:cs typeface="UKIJ CJK"/>
              </a:rPr>
              <a:t>的关系。</a:t>
            </a:r>
            <a:endParaRPr sz="2400">
              <a:latin typeface="UKIJ CJK"/>
              <a:cs typeface="UKIJ CJ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6075" y="468630"/>
            <a:ext cx="8451215" cy="134239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20000"/>
              </a:lnSpc>
              <a:spcBef>
                <a:spcPts val="100"/>
              </a:spcBef>
            </a:pPr>
            <a:r>
              <a:rPr dirty="0" spc="210" b="0">
                <a:latin typeface="Noto Sans CJK JP Medium"/>
                <a:cs typeface="Noto Sans CJK JP Medium"/>
              </a:rPr>
              <a:t>美国著名科学家</a:t>
            </a:r>
            <a:r>
              <a:rPr dirty="0" spc="170" b="1">
                <a:latin typeface="Times New Roman"/>
                <a:cs typeface="Times New Roman"/>
              </a:rPr>
              <a:t>Lawrence</a:t>
            </a:r>
            <a:r>
              <a:rPr dirty="0" spc="355" b="1">
                <a:latin typeface="Times New Roman"/>
                <a:cs typeface="Times New Roman"/>
              </a:rPr>
              <a:t> </a:t>
            </a:r>
            <a:r>
              <a:rPr dirty="0" spc="175" b="1">
                <a:latin typeface="Times New Roman"/>
                <a:cs typeface="Times New Roman"/>
              </a:rPr>
              <a:t>Roberts</a:t>
            </a:r>
            <a:r>
              <a:rPr dirty="0" spc="-400" b="1">
                <a:latin typeface="Times New Roman"/>
                <a:cs typeface="Times New Roman"/>
              </a:rPr>
              <a:t> </a:t>
            </a:r>
            <a:r>
              <a:rPr dirty="0" spc="215" b="0">
                <a:latin typeface="Noto Sans CJK JP Medium"/>
                <a:cs typeface="Noto Sans CJK JP Medium"/>
              </a:rPr>
              <a:t>因提出、设计并实现</a:t>
            </a:r>
            <a:r>
              <a:rPr dirty="0" b="0">
                <a:latin typeface="Noto Sans CJK JP Medium"/>
                <a:cs typeface="Noto Sans CJK JP Medium"/>
              </a:rPr>
              <a:t>了 </a:t>
            </a:r>
            <a:r>
              <a:rPr dirty="0" spc="5" b="1">
                <a:latin typeface="Times New Roman"/>
                <a:cs typeface="Times New Roman"/>
              </a:rPr>
              <a:t>ARPANET</a:t>
            </a:r>
            <a:r>
              <a:rPr dirty="0" spc="5" b="0">
                <a:latin typeface="Noto Sans CJK JP Medium"/>
                <a:cs typeface="Noto Sans CJK JP Medium"/>
              </a:rPr>
              <a:t>，</a:t>
            </a:r>
            <a:r>
              <a:rPr dirty="0" spc="40" b="0">
                <a:latin typeface="Noto Sans CJK JP Medium"/>
                <a:cs typeface="Noto Sans CJK JP Medium"/>
              </a:rPr>
              <a:t>而被称为</a:t>
            </a:r>
            <a:r>
              <a:rPr dirty="0" spc="155" b="0">
                <a:latin typeface="Noto Sans CJK JP Medium"/>
                <a:cs typeface="Noto Sans CJK JP Medium"/>
              </a:rPr>
              <a:t>“</a:t>
            </a:r>
            <a:r>
              <a:rPr dirty="0" spc="155" b="1">
                <a:latin typeface="Times New Roman"/>
                <a:cs typeface="Times New Roman"/>
              </a:rPr>
              <a:t>ARPANET</a:t>
            </a:r>
            <a:r>
              <a:rPr dirty="0" spc="40" b="0">
                <a:latin typeface="Noto Sans CJK JP Medium"/>
                <a:cs typeface="Noto Sans CJK JP Medium"/>
              </a:rPr>
              <a:t>之父</a:t>
            </a:r>
            <a:r>
              <a:rPr dirty="0" spc="595" b="0">
                <a:latin typeface="Noto Sans CJK JP Medium"/>
                <a:cs typeface="Noto Sans CJK JP Medium"/>
              </a:rPr>
              <a:t>”，</a:t>
            </a:r>
            <a:r>
              <a:rPr dirty="0" spc="125" b="0">
                <a:latin typeface="Noto Sans CJK JP Medium"/>
                <a:cs typeface="Noto Sans CJK JP Medium"/>
              </a:rPr>
              <a:t> </a:t>
            </a:r>
            <a:r>
              <a:rPr dirty="0" spc="-195">
                <a:latin typeface="Arial"/>
                <a:cs typeface="Arial"/>
              </a:rPr>
              <a:t>ARPANET</a:t>
            </a:r>
            <a:r>
              <a:rPr dirty="0" spc="-5">
                <a:latin typeface="Arial"/>
                <a:cs typeface="Arial"/>
              </a:rPr>
              <a:t> </a:t>
            </a:r>
            <a:r>
              <a:rPr dirty="0" spc="45" b="0">
                <a:latin typeface="WenQuanYi Zen Hei Mono"/>
                <a:cs typeface="WenQuanYi Zen Hei Mono"/>
              </a:rPr>
              <a:t>使用</a:t>
            </a:r>
            <a:r>
              <a:rPr dirty="0" b="0">
                <a:latin typeface="WenQuanYi Zen Hei Mono"/>
                <a:cs typeface="WenQuanYi Zen Hei Mono"/>
              </a:rPr>
              <a:t>了 </a:t>
            </a:r>
            <a:r>
              <a:rPr dirty="0" spc="10" b="0">
                <a:latin typeface="WenQuanYi Zen Hei Mono"/>
                <a:cs typeface="WenQuanYi Zen Hei Mono"/>
              </a:rPr>
              <a:t>报文交换机和分组交换技术</a:t>
            </a:r>
            <a:r>
              <a:rPr dirty="0" b="0">
                <a:latin typeface="Noto Sans CJK JP Medium"/>
                <a:cs typeface="Noto Sans CJK JP Medium"/>
              </a:rPr>
              <a:t>。</a:t>
            </a:r>
          </a:p>
        </p:txBody>
      </p:sp>
      <p:sp>
        <p:nvSpPr>
          <p:cNvPr id="3" name="object 3"/>
          <p:cNvSpPr/>
          <p:nvPr/>
        </p:nvSpPr>
        <p:spPr>
          <a:xfrm>
            <a:off x="2897123" y="2039111"/>
            <a:ext cx="2980944" cy="33558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19970" y="5546293"/>
            <a:ext cx="2245360" cy="6432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" b="0">
                <a:latin typeface="Noto Sans CJK JP Medium"/>
                <a:cs typeface="Noto Sans CJK JP Medium"/>
              </a:rPr>
              <a:t>Lawrence</a:t>
            </a:r>
            <a:r>
              <a:rPr dirty="0" sz="2000" spc="135" b="0">
                <a:latin typeface="Noto Sans CJK JP Medium"/>
                <a:cs typeface="Noto Sans CJK JP Medium"/>
              </a:rPr>
              <a:t> </a:t>
            </a:r>
            <a:r>
              <a:rPr dirty="0" sz="2000" spc="5" b="0">
                <a:latin typeface="Noto Sans CJK JP Medium"/>
                <a:cs typeface="Noto Sans CJK JP Medium"/>
              </a:rPr>
              <a:t>Roberts</a:t>
            </a:r>
            <a:endParaRPr sz="2000">
              <a:latin typeface="Noto Sans CJK JP Medium"/>
              <a:cs typeface="Noto Sans CJK JP Medium"/>
            </a:endParaRPr>
          </a:p>
          <a:p>
            <a:pPr marL="95885">
              <a:lnSpc>
                <a:spcPct val="100000"/>
              </a:lnSpc>
              <a:spcBef>
                <a:spcPts val="55"/>
              </a:spcBef>
            </a:pPr>
            <a:r>
              <a:rPr dirty="0" sz="2000" spc="114" b="0">
                <a:latin typeface="Noto Sans CJK JP Medium"/>
                <a:cs typeface="Noto Sans CJK JP Medium"/>
              </a:rPr>
              <a:t>“</a:t>
            </a:r>
            <a:r>
              <a:rPr dirty="0" sz="2000" spc="114">
                <a:latin typeface="Trebuchet MS"/>
                <a:cs typeface="Trebuchet MS"/>
              </a:rPr>
              <a:t>ARPANET</a:t>
            </a:r>
            <a:r>
              <a:rPr dirty="0" sz="2000">
                <a:latin typeface="Noto Sans CJK JP Black"/>
                <a:cs typeface="Noto Sans CJK JP Black"/>
              </a:rPr>
              <a:t>之父</a:t>
            </a:r>
            <a:r>
              <a:rPr dirty="0" sz="2000" spc="965" b="0">
                <a:latin typeface="Noto Sans CJK JP Medium"/>
                <a:cs typeface="Noto Sans CJK JP Medium"/>
              </a:rPr>
              <a:t>”</a:t>
            </a:r>
            <a:endParaRPr sz="2000">
              <a:latin typeface="Noto Sans CJK JP Medium"/>
              <a:cs typeface="Noto Sans CJK JP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3798" y="706437"/>
            <a:ext cx="7992109" cy="155956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>
              <a:lnSpc>
                <a:spcPct val="119800"/>
              </a:lnSpc>
              <a:spcBef>
                <a:spcPts val="105"/>
              </a:spcBef>
            </a:pPr>
            <a:r>
              <a:rPr dirty="0" sz="2800" spc="75" b="0">
                <a:latin typeface="WenQuanYi Zen Hei Mono"/>
                <a:cs typeface="WenQuanYi Zen Hei Mono"/>
              </a:rPr>
              <a:t>美国著名科学家</a:t>
            </a:r>
            <a:r>
              <a:rPr dirty="0" sz="2800" spc="60" b="0">
                <a:latin typeface="WenQuanYi Zen Hei Mono"/>
                <a:cs typeface="WenQuanYi Zen Hei Mono"/>
              </a:rPr>
              <a:t>Vinton</a:t>
            </a:r>
            <a:r>
              <a:rPr dirty="0" sz="2800" spc="130" b="0">
                <a:latin typeface="WenQuanYi Zen Hei Mono"/>
                <a:cs typeface="WenQuanYi Zen Hei Mono"/>
              </a:rPr>
              <a:t> </a:t>
            </a:r>
            <a:r>
              <a:rPr dirty="0" sz="2800" spc="35" b="0">
                <a:latin typeface="WenQuanYi Zen Hei Mono"/>
                <a:cs typeface="WenQuanYi Zen Hei Mono"/>
              </a:rPr>
              <a:t>G.</a:t>
            </a:r>
            <a:r>
              <a:rPr dirty="0" sz="2800" spc="130" b="0">
                <a:latin typeface="WenQuanYi Zen Hei Mono"/>
                <a:cs typeface="WenQuanYi Zen Hei Mono"/>
              </a:rPr>
              <a:t> </a:t>
            </a:r>
            <a:r>
              <a:rPr dirty="0" sz="2800" spc="70" b="0">
                <a:latin typeface="WenQuanYi Zen Hei Mono"/>
                <a:cs typeface="WenQuanYi Zen Hei Mono"/>
              </a:rPr>
              <a:t>Cerf</a:t>
            </a:r>
            <a:r>
              <a:rPr dirty="0" sz="2800" spc="80" b="0">
                <a:latin typeface="WenQuanYi Zen Hei Mono"/>
                <a:cs typeface="WenQuanYi Zen Hei Mono"/>
              </a:rPr>
              <a:t>和</a:t>
            </a:r>
            <a:r>
              <a:rPr dirty="0" sz="2800" spc="60" b="0">
                <a:latin typeface="WenQuanYi Zen Hei Mono"/>
                <a:cs typeface="WenQuanYi Zen Hei Mono"/>
              </a:rPr>
              <a:t>Robert</a:t>
            </a:r>
            <a:r>
              <a:rPr dirty="0" sz="2800" spc="145" b="0">
                <a:latin typeface="WenQuanYi Zen Hei Mono"/>
                <a:cs typeface="WenQuanYi Zen Hei Mono"/>
              </a:rPr>
              <a:t> </a:t>
            </a:r>
            <a:r>
              <a:rPr dirty="0" sz="2800" spc="75" b="0">
                <a:latin typeface="WenQuanYi Zen Hei Mono"/>
                <a:cs typeface="WenQuanYi Zen Hei Mono"/>
              </a:rPr>
              <a:t>Kahn</a:t>
            </a:r>
            <a:r>
              <a:rPr dirty="0" sz="2800" spc="-5" b="0">
                <a:latin typeface="WenQuanYi Zen Hei Mono"/>
                <a:cs typeface="WenQuanYi Zen Hei Mono"/>
              </a:rPr>
              <a:t>因 </a:t>
            </a:r>
            <a:r>
              <a:rPr dirty="0" sz="2800" spc="40" b="0">
                <a:latin typeface="WenQuanYi Zen Hei Mono"/>
                <a:cs typeface="WenQuanYi Zen Hei Mono"/>
              </a:rPr>
              <a:t>在</a:t>
            </a:r>
            <a:r>
              <a:rPr dirty="0" sz="2800" spc="35" b="0">
                <a:latin typeface="WenQuanYi Zen Hei Mono"/>
                <a:cs typeface="WenQuanYi Zen Hei Mono"/>
              </a:rPr>
              <a:t>TCP/IP</a:t>
            </a:r>
            <a:r>
              <a:rPr dirty="0" sz="2800" spc="45" b="0">
                <a:latin typeface="WenQuanYi Zen Hei Mono"/>
                <a:cs typeface="WenQuanYi Zen Hei Mono"/>
              </a:rPr>
              <a:t>上作出的突出贡献，获得</a:t>
            </a:r>
            <a:r>
              <a:rPr dirty="0" sz="2800" spc="40" b="0">
                <a:latin typeface="WenQuanYi Zen Hei Mono"/>
                <a:cs typeface="WenQuanYi Zen Hei Mono"/>
              </a:rPr>
              <a:t>2004</a:t>
            </a:r>
            <a:r>
              <a:rPr dirty="0" sz="2800" spc="45" b="0">
                <a:latin typeface="WenQuanYi Zen Hei Mono"/>
                <a:cs typeface="WenQuanYi Zen Hei Mono"/>
              </a:rPr>
              <a:t>年图灵奖</a:t>
            </a:r>
            <a:r>
              <a:rPr dirty="0" sz="2800" spc="-5" b="0">
                <a:latin typeface="WenQuanYi Zen Hei Mono"/>
                <a:cs typeface="WenQuanYi Zen Hei Mono"/>
              </a:rPr>
              <a:t>， </a:t>
            </a:r>
            <a:r>
              <a:rPr dirty="0" sz="2800" spc="15" b="0">
                <a:latin typeface="WenQuanYi Zen Hei Mono"/>
                <a:cs typeface="WenQuanYi Zen Hei Mono"/>
              </a:rPr>
              <a:t>并于</a:t>
            </a:r>
            <a:r>
              <a:rPr dirty="0" sz="2800" spc="-5" b="1">
                <a:latin typeface="Times New Roman"/>
                <a:cs typeface="Times New Roman"/>
              </a:rPr>
              <a:t>2014</a:t>
            </a:r>
            <a:r>
              <a:rPr dirty="0" sz="2800" spc="15" b="0">
                <a:latin typeface="WenQuanYi Zen Hei Mono"/>
                <a:cs typeface="WenQuanYi Zen Hei Mono"/>
              </a:rPr>
              <a:t>年</a:t>
            </a:r>
            <a:r>
              <a:rPr dirty="0" sz="2800" spc="-5" b="1">
                <a:latin typeface="Times New Roman"/>
                <a:cs typeface="Times New Roman"/>
              </a:rPr>
              <a:t>3</a:t>
            </a:r>
            <a:r>
              <a:rPr dirty="0" sz="2800" spc="15" b="0">
                <a:latin typeface="WenQuanYi Zen Hei Mono"/>
                <a:cs typeface="WenQuanYi Zen Hei Mono"/>
              </a:rPr>
              <a:t>月被</a:t>
            </a:r>
            <a:r>
              <a:rPr dirty="0" sz="2800" b="1">
                <a:latin typeface="Times New Roman"/>
                <a:cs typeface="Times New Roman"/>
              </a:rPr>
              <a:t>IEEE</a:t>
            </a:r>
            <a:r>
              <a:rPr dirty="0" sz="2800" spc="15" b="0">
                <a:latin typeface="WenQuanYi Zen Hei Mono"/>
                <a:cs typeface="WenQuanYi Zen Hei Mono"/>
              </a:rPr>
              <a:t>评选为</a:t>
            </a:r>
            <a:r>
              <a:rPr dirty="0" sz="2800" spc="-5" b="1">
                <a:latin typeface="Times New Roman"/>
                <a:cs typeface="Times New Roman"/>
              </a:rPr>
              <a:t>Internet</a:t>
            </a:r>
            <a:r>
              <a:rPr dirty="0" sz="2800" spc="15" b="0">
                <a:latin typeface="WenQuanYi Zen Hei Mono"/>
                <a:cs typeface="WenQuanYi Zen Hei Mono"/>
              </a:rPr>
              <a:t>之父</a:t>
            </a:r>
            <a:r>
              <a:rPr dirty="0" sz="2800" spc="-5" b="0">
                <a:latin typeface="WenQuanYi Zen Hei Mono"/>
                <a:cs typeface="WenQuanYi Zen Hei Mono"/>
              </a:rPr>
              <a:t>。</a:t>
            </a:r>
            <a:endParaRPr sz="2800">
              <a:latin typeface="WenQuanYi Zen Hei Mono"/>
              <a:cs typeface="WenQuanYi Zen Hei Mon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828800" y="2482595"/>
            <a:ext cx="2692907" cy="31028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721352" y="2482595"/>
            <a:ext cx="2624328" cy="3102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733357" y="5710872"/>
            <a:ext cx="3776979" cy="636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  <a:tabLst>
                <a:tab pos="2317750" algn="l"/>
              </a:tabLst>
            </a:pPr>
            <a:r>
              <a:rPr dirty="0" sz="2000" spc="-15" b="1">
                <a:latin typeface="Times New Roman"/>
                <a:cs typeface="Times New Roman"/>
              </a:rPr>
              <a:t>Vinton</a:t>
            </a:r>
            <a:r>
              <a:rPr dirty="0" sz="2000" spc="-1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G.</a:t>
            </a:r>
            <a:r>
              <a:rPr dirty="0" sz="2000" spc="-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Cerf	</a:t>
            </a:r>
            <a:r>
              <a:rPr dirty="0" sz="2000" spc="-5" b="1">
                <a:latin typeface="Times New Roman"/>
                <a:cs typeface="Times New Roman"/>
              </a:rPr>
              <a:t>Robert</a:t>
            </a:r>
            <a:r>
              <a:rPr dirty="0" sz="2000" spc="-55" b="1">
                <a:latin typeface="Times New Roman"/>
                <a:cs typeface="Times New Roman"/>
              </a:rPr>
              <a:t> </a:t>
            </a:r>
            <a:r>
              <a:rPr dirty="0" sz="2000" spc="-5" b="1">
                <a:latin typeface="Times New Roman"/>
                <a:cs typeface="Times New Roman"/>
              </a:rPr>
              <a:t>Kahn</a:t>
            </a: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2000" spc="105" b="0">
                <a:latin typeface="Noto Sans CJK JP Medium"/>
                <a:cs typeface="Noto Sans CJK JP Medium"/>
              </a:rPr>
              <a:t>“</a:t>
            </a:r>
            <a:r>
              <a:rPr dirty="0" sz="2000" spc="105" b="1">
                <a:latin typeface="Times New Roman"/>
                <a:cs typeface="Times New Roman"/>
              </a:rPr>
              <a:t>Internet</a:t>
            </a:r>
            <a:r>
              <a:rPr dirty="0" sz="2000" spc="10" b="0">
                <a:latin typeface="Noto Sans CJK JP Medium"/>
                <a:cs typeface="Noto Sans CJK JP Medium"/>
              </a:rPr>
              <a:t>之父</a:t>
            </a:r>
            <a:r>
              <a:rPr dirty="0" sz="2000" spc="965" b="0">
                <a:latin typeface="Noto Sans CJK JP Medium"/>
                <a:cs typeface="Noto Sans CJK JP Medium"/>
              </a:rPr>
              <a:t>”</a:t>
            </a:r>
            <a:endParaRPr sz="2000">
              <a:latin typeface="Noto Sans CJK JP Medium"/>
              <a:cs typeface="Noto Sans CJK JP Medium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7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4324" y="522261"/>
            <a:ext cx="8221980" cy="14331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dirty="0" sz="2800" spc="15" b="0">
                <a:latin typeface="WenQuanYi Zen Hei Mono"/>
                <a:cs typeface="WenQuanYi Zen Hei Mono"/>
              </a:rPr>
              <a:t>美国科学家</a:t>
            </a:r>
            <a:r>
              <a:rPr dirty="0" sz="2800" spc="-5" b="1">
                <a:latin typeface="Times New Roman"/>
                <a:cs typeface="Times New Roman"/>
              </a:rPr>
              <a:t>Leonard</a:t>
            </a:r>
            <a:r>
              <a:rPr dirty="0" sz="2800" spc="-10" b="1">
                <a:latin typeface="Times New Roman"/>
                <a:cs typeface="Times New Roman"/>
              </a:rPr>
              <a:t> Kleinrock</a:t>
            </a:r>
            <a:r>
              <a:rPr dirty="0" sz="2800" spc="15" b="0">
                <a:latin typeface="WenQuanYi Zen Hei Mono"/>
                <a:cs typeface="WenQuanYi Zen Hei Mono"/>
              </a:rPr>
              <a:t>和</a:t>
            </a:r>
            <a:r>
              <a:rPr dirty="0" sz="2800" spc="-5" b="1">
                <a:latin typeface="Times New Roman"/>
                <a:cs typeface="Times New Roman"/>
              </a:rPr>
              <a:t>Paul Baran </a:t>
            </a:r>
            <a:r>
              <a:rPr dirty="0" sz="2800" spc="15" b="0">
                <a:latin typeface="WenQuanYi Zen Hei Mono"/>
                <a:cs typeface="WenQuanYi Zen Hei Mono"/>
              </a:rPr>
              <a:t>因在</a:t>
            </a:r>
            <a:r>
              <a:rPr dirty="0" sz="2800" spc="-5" b="0">
                <a:latin typeface="WenQuanYi Zen Hei Mono"/>
                <a:cs typeface="WenQuanYi Zen Hei Mono"/>
              </a:rPr>
              <a:t>分 </a:t>
            </a:r>
            <a:r>
              <a:rPr dirty="0" sz="2800" spc="15" b="0">
                <a:latin typeface="WenQuanYi Zen Hei Mono"/>
                <a:cs typeface="WenQuanYi Zen Hei Mono"/>
              </a:rPr>
              <a:t>组交换技术上的杰出贡献，于</a:t>
            </a:r>
            <a:r>
              <a:rPr dirty="0" sz="2800" spc="-5" b="1">
                <a:latin typeface="Times New Roman"/>
                <a:cs typeface="Times New Roman"/>
              </a:rPr>
              <a:t>2014</a:t>
            </a:r>
            <a:r>
              <a:rPr dirty="0" sz="2800" spc="15" b="0">
                <a:latin typeface="WenQuanYi Zen Hei Mono"/>
                <a:cs typeface="WenQuanYi Zen Hei Mono"/>
              </a:rPr>
              <a:t>年</a:t>
            </a:r>
            <a:r>
              <a:rPr dirty="0" sz="2800" spc="-5" b="1">
                <a:latin typeface="Times New Roman"/>
                <a:cs typeface="Times New Roman"/>
              </a:rPr>
              <a:t>3</a:t>
            </a:r>
            <a:r>
              <a:rPr dirty="0" sz="2800" spc="15" b="0">
                <a:latin typeface="WenQuanYi Zen Hei Mono"/>
                <a:cs typeface="WenQuanYi Zen Hei Mono"/>
              </a:rPr>
              <a:t>月</a:t>
            </a:r>
            <a:r>
              <a:rPr dirty="0" sz="2800" spc="-5" b="1">
                <a:latin typeface="Times New Roman"/>
                <a:cs typeface="Times New Roman"/>
              </a:rPr>
              <a:t>Leonard  </a:t>
            </a:r>
            <a:r>
              <a:rPr dirty="0" sz="2800" spc="-10" b="1">
                <a:latin typeface="Times New Roman"/>
                <a:cs typeface="Times New Roman"/>
              </a:rPr>
              <a:t>Kleinrock</a:t>
            </a:r>
            <a:r>
              <a:rPr dirty="0" sz="2800" spc="15" b="0">
                <a:latin typeface="WenQuanYi Zen Hei Mono"/>
                <a:cs typeface="WenQuanYi Zen Hei Mono"/>
              </a:rPr>
              <a:t>和</a:t>
            </a:r>
            <a:r>
              <a:rPr dirty="0" sz="2800" spc="-5" b="1">
                <a:latin typeface="Times New Roman"/>
                <a:cs typeface="Times New Roman"/>
              </a:rPr>
              <a:t>Paul</a:t>
            </a:r>
            <a:r>
              <a:rPr dirty="0" sz="2800" spc="-35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Baran</a:t>
            </a:r>
            <a:r>
              <a:rPr dirty="0" sz="2800" spc="15" b="0">
                <a:latin typeface="WenQuanYi Zen Hei Mono"/>
                <a:cs typeface="WenQuanYi Zen Hei Mono"/>
              </a:rPr>
              <a:t>被</a:t>
            </a:r>
            <a:r>
              <a:rPr dirty="0" sz="2800" b="1">
                <a:latin typeface="Times New Roman"/>
                <a:cs typeface="Times New Roman"/>
              </a:rPr>
              <a:t>IEEE</a:t>
            </a:r>
            <a:r>
              <a:rPr dirty="0" sz="2800" spc="15" b="0">
                <a:latin typeface="WenQuanYi Zen Hei Mono"/>
                <a:cs typeface="WenQuanYi Zen Hei Mono"/>
              </a:rPr>
              <a:t>评选为</a:t>
            </a:r>
            <a:r>
              <a:rPr dirty="0" sz="2800" spc="-5" b="1">
                <a:latin typeface="Times New Roman"/>
                <a:cs typeface="Times New Roman"/>
              </a:rPr>
              <a:t>Internet</a:t>
            </a:r>
            <a:r>
              <a:rPr dirty="0" sz="2800" spc="15" b="0">
                <a:latin typeface="WenQuanYi Zen Hei Mono"/>
                <a:cs typeface="WenQuanYi Zen Hei Mono"/>
              </a:rPr>
              <a:t>之父</a:t>
            </a:r>
            <a:r>
              <a:rPr dirty="0" sz="2800" spc="-5" b="0">
                <a:latin typeface="WenQuanYi Zen Hei Mono"/>
                <a:cs typeface="WenQuanYi Zen Hei Mono"/>
              </a:rPr>
              <a:t>。</a:t>
            </a:r>
            <a:endParaRPr sz="2800">
              <a:latin typeface="WenQuanYi Zen Hei Mono"/>
              <a:cs typeface="WenQuanYi Zen Hei Mon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64108" y="2075688"/>
            <a:ext cx="3878579" cy="31501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175503" y="2075688"/>
            <a:ext cx="2740152" cy="31927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351165" y="5455856"/>
            <a:ext cx="251650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Times New Roman"/>
                <a:cs typeface="Times New Roman"/>
              </a:rPr>
              <a:t>Leonard</a:t>
            </a:r>
            <a:r>
              <a:rPr dirty="0" sz="2400" spc="-5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Kleinrock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Noto Sans CJK JP Black"/>
                <a:cs typeface="Noto Sans CJK JP Black"/>
              </a:rPr>
              <a:t>伦纳德</a:t>
            </a:r>
            <a:r>
              <a:rPr dirty="0" sz="2400" spc="195">
                <a:latin typeface="Times New Roman"/>
                <a:cs typeface="Times New Roman"/>
              </a:rPr>
              <a:t>·</a:t>
            </a:r>
            <a:r>
              <a:rPr dirty="0" sz="2400">
                <a:latin typeface="Noto Sans CJK JP Black"/>
                <a:cs typeface="Noto Sans CJK JP Black"/>
              </a:rPr>
              <a:t>克兰罗克</a:t>
            </a:r>
            <a:endParaRPr sz="2400">
              <a:latin typeface="Noto Sans CJK JP Black"/>
              <a:cs typeface="Noto Sans CJK JP Black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7</a:t>
            </a:fld>
          </a:p>
        </p:txBody>
      </p:sp>
      <p:sp>
        <p:nvSpPr>
          <p:cNvPr id="6" name="object 6"/>
          <p:cNvSpPr txBox="1"/>
          <p:nvPr/>
        </p:nvSpPr>
        <p:spPr>
          <a:xfrm>
            <a:off x="6079426" y="5538101"/>
            <a:ext cx="150685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Times New Roman"/>
                <a:cs typeface="Times New Roman"/>
              </a:rPr>
              <a:t>Paul</a:t>
            </a:r>
            <a:r>
              <a:rPr dirty="0" sz="2400" spc="-65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Baran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Noto Sans CJK JP Black"/>
                <a:cs typeface="Noto Sans CJK JP Black"/>
              </a:rPr>
              <a:t>保罗</a:t>
            </a:r>
            <a:r>
              <a:rPr dirty="0" sz="2400" spc="195">
                <a:latin typeface="Times New Roman"/>
                <a:cs typeface="Times New Roman"/>
              </a:rPr>
              <a:t>·</a:t>
            </a:r>
            <a:r>
              <a:rPr dirty="0" sz="2400">
                <a:latin typeface="Noto Sans CJK JP Black"/>
                <a:cs typeface="Noto Sans CJK JP Black"/>
              </a:rPr>
              <a:t>巴兰</a:t>
            </a:r>
            <a:endParaRPr sz="2400">
              <a:latin typeface="Noto Sans CJK JP Black"/>
              <a:cs typeface="Noto Sans CJK JP Blac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50094" y="5856668"/>
            <a:ext cx="1877060" cy="6375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5" b="1">
                <a:latin typeface="Times New Roman"/>
                <a:cs typeface="Times New Roman"/>
              </a:rPr>
              <a:t>Tim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spc="-5" b="1">
                <a:latin typeface="Times New Roman"/>
                <a:cs typeface="Times New Roman"/>
              </a:rPr>
              <a:t>Berners-Lee</a:t>
            </a:r>
            <a:endParaRPr sz="2000">
              <a:latin typeface="Times New Roman"/>
              <a:cs typeface="Times New Roman"/>
            </a:endParaRPr>
          </a:p>
          <a:p>
            <a:pPr marL="45085">
              <a:lnSpc>
                <a:spcPct val="100000"/>
              </a:lnSpc>
              <a:spcBef>
                <a:spcPts val="10"/>
              </a:spcBef>
            </a:pPr>
            <a:r>
              <a:rPr dirty="0" sz="2000" spc="969" b="0">
                <a:latin typeface="Noto Sans CJK JP Medium"/>
                <a:cs typeface="Noto Sans CJK JP Medium"/>
              </a:rPr>
              <a:t>“</a:t>
            </a:r>
            <a:r>
              <a:rPr dirty="0" sz="2000" spc="10" b="0">
                <a:latin typeface="Noto Sans CJK JP Medium"/>
                <a:cs typeface="Noto Sans CJK JP Medium"/>
              </a:rPr>
              <a:t>万维网之父</a:t>
            </a:r>
            <a:r>
              <a:rPr dirty="0" sz="2000" spc="965" b="0">
                <a:latin typeface="Noto Sans CJK JP Medium"/>
                <a:cs typeface="Noto Sans CJK JP Medium"/>
              </a:rPr>
              <a:t>”</a:t>
            </a:r>
            <a:endParaRPr sz="2000">
              <a:latin typeface="Noto Sans CJK JP Medium"/>
              <a:cs typeface="Noto Sans CJK JP Medium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813304" y="2295144"/>
            <a:ext cx="3386328" cy="33924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02220" y="699274"/>
            <a:ext cx="7245350" cy="14331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dirty="0" sz="2800" spc="5" b="0">
                <a:latin typeface="Noto Sans CJK JP Medium"/>
                <a:cs typeface="Noto Sans CJK JP Medium"/>
              </a:rPr>
              <a:t>欧洲原子核研究组</a:t>
            </a:r>
            <a:r>
              <a:rPr dirty="0" sz="2800" spc="-5" b="0">
                <a:latin typeface="Noto Sans CJK JP Medium"/>
                <a:cs typeface="Noto Sans CJK JP Medium"/>
              </a:rPr>
              <a:t>织</a:t>
            </a:r>
            <a:r>
              <a:rPr dirty="0" sz="2800" spc="50" b="0">
                <a:latin typeface="Noto Sans CJK JP Medium"/>
                <a:cs typeface="Noto Sans CJK JP Medium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CERN</a:t>
            </a:r>
            <a:r>
              <a:rPr dirty="0" sz="2800" spc="-5" b="0">
                <a:latin typeface="Noto Sans CJK JP Medium"/>
                <a:cs typeface="Noto Sans CJK JP Medium"/>
              </a:rPr>
              <a:t>，</a:t>
            </a:r>
            <a:r>
              <a:rPr dirty="0" sz="2800" spc="5" b="0">
                <a:latin typeface="Noto Sans CJK JP Medium"/>
                <a:cs typeface="Noto Sans CJK JP Medium"/>
              </a:rPr>
              <a:t>英国科学家</a:t>
            </a:r>
            <a:r>
              <a:rPr dirty="0" sz="2800" spc="-5" b="1">
                <a:latin typeface="Times New Roman"/>
                <a:cs typeface="Times New Roman"/>
              </a:rPr>
              <a:t>Tim  </a:t>
            </a:r>
            <a:r>
              <a:rPr dirty="0" sz="2800" b="1">
                <a:latin typeface="Times New Roman"/>
                <a:cs typeface="Times New Roman"/>
              </a:rPr>
              <a:t>B</a:t>
            </a:r>
            <a:r>
              <a:rPr dirty="0" sz="2800" spc="-5" b="1">
                <a:latin typeface="Times New Roman"/>
                <a:cs typeface="Times New Roman"/>
              </a:rPr>
              <a:t>erners</a:t>
            </a:r>
            <a:r>
              <a:rPr dirty="0" sz="2800" spc="-10" b="1">
                <a:latin typeface="Times New Roman"/>
                <a:cs typeface="Times New Roman"/>
              </a:rPr>
              <a:t>-</a:t>
            </a:r>
            <a:r>
              <a:rPr dirty="0" sz="2800" b="1">
                <a:latin typeface="Times New Roman"/>
                <a:cs typeface="Times New Roman"/>
              </a:rPr>
              <a:t>L</a:t>
            </a:r>
            <a:r>
              <a:rPr dirty="0" sz="2800" spc="-5" b="1">
                <a:latin typeface="Times New Roman"/>
                <a:cs typeface="Times New Roman"/>
              </a:rPr>
              <a:t>ee</a:t>
            </a:r>
            <a:r>
              <a:rPr dirty="0" sz="2800" spc="5" b="0">
                <a:latin typeface="Noto Sans CJK JP Medium"/>
                <a:cs typeface="Noto Sans CJK JP Medium"/>
              </a:rPr>
              <a:t>因发明了万维网，而被称为</a:t>
            </a:r>
            <a:r>
              <a:rPr dirty="0" sz="2800" spc="1350" b="0">
                <a:latin typeface="Noto Sans CJK JP Medium"/>
                <a:cs typeface="Noto Sans CJK JP Medium"/>
              </a:rPr>
              <a:t>“</a:t>
            </a:r>
            <a:r>
              <a:rPr dirty="0" sz="2800" spc="5" b="0">
                <a:latin typeface="Noto Sans CJK JP Medium"/>
                <a:cs typeface="Noto Sans CJK JP Medium"/>
              </a:rPr>
              <a:t>万</a:t>
            </a:r>
            <a:r>
              <a:rPr dirty="0" sz="2800" spc="-5" b="0">
                <a:latin typeface="Noto Sans CJK JP Medium"/>
                <a:cs typeface="Noto Sans CJK JP Medium"/>
              </a:rPr>
              <a:t>维 </a:t>
            </a:r>
            <a:r>
              <a:rPr dirty="0" sz="2800" spc="5" b="0">
                <a:latin typeface="Noto Sans CJK JP Medium"/>
                <a:cs typeface="Noto Sans CJK JP Medium"/>
              </a:rPr>
              <a:t>网之父</a:t>
            </a:r>
            <a:r>
              <a:rPr dirty="0" sz="2800" spc="1340" b="0">
                <a:latin typeface="Noto Sans CJK JP Medium"/>
                <a:cs typeface="Noto Sans CJK JP Medium"/>
              </a:rPr>
              <a:t>”</a:t>
            </a:r>
            <a:endParaRPr sz="2800">
              <a:latin typeface="Noto Sans CJK JP Medium"/>
              <a:cs typeface="Noto Sans CJK JP Medium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2593" y="260286"/>
            <a:ext cx="318516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23265" algn="l"/>
              </a:tabLst>
            </a:pPr>
            <a:r>
              <a:rPr dirty="0" sz="3200" spc="-5" b="1">
                <a:solidFill>
                  <a:srgbClr val="3333CC"/>
                </a:solidFill>
                <a:latin typeface="Times New Roman"/>
                <a:cs typeface="Times New Roman"/>
              </a:rPr>
              <a:t>1.</a:t>
            </a:r>
            <a:r>
              <a:rPr dirty="0" sz="3200" b="1">
                <a:solidFill>
                  <a:srgbClr val="3333CC"/>
                </a:solidFill>
                <a:latin typeface="Times New Roman"/>
                <a:cs typeface="Times New Roman"/>
              </a:rPr>
              <a:t>1</a:t>
            </a:r>
            <a:r>
              <a:rPr dirty="0" sz="3200" b="1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dirty="0" sz="3200" spc="15" b="0">
                <a:solidFill>
                  <a:srgbClr val="3333CC"/>
                </a:solidFill>
                <a:latin typeface="WenQuanYi Zen Hei Mono"/>
                <a:cs typeface="WenQuanYi Zen Hei Mono"/>
              </a:rPr>
              <a:t>协议体系结</a:t>
            </a:r>
            <a:r>
              <a:rPr dirty="0" sz="3200" spc="5" b="0">
                <a:solidFill>
                  <a:srgbClr val="3333CC"/>
                </a:solidFill>
                <a:latin typeface="WenQuanYi Zen Hei Mono"/>
                <a:cs typeface="WenQuanYi Zen Hei Mono"/>
              </a:rPr>
              <a:t>构</a:t>
            </a:r>
            <a:endParaRPr sz="3200">
              <a:latin typeface="WenQuanYi Zen Hei Mono"/>
              <a:cs typeface="WenQuanYi Zen Hei Mon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2704" y="798618"/>
            <a:ext cx="7769859" cy="4562475"/>
          </a:xfrm>
          <a:prstGeom prst="rect">
            <a:avLst/>
          </a:prstGeom>
        </p:spPr>
        <p:txBody>
          <a:bodyPr wrap="square" lIns="0" tIns="182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2800" spc="-5" b="1">
                <a:latin typeface="Times New Roman"/>
                <a:cs typeface="Times New Roman"/>
              </a:rPr>
              <a:t>1.1.1 </a:t>
            </a:r>
            <a:r>
              <a:rPr dirty="0" sz="2800" spc="15" b="0">
                <a:latin typeface="WenQuanYi Zen Hei Mono"/>
                <a:cs typeface="WenQuanYi Zen Hei Mono"/>
              </a:rPr>
              <a:t>协议体系结构概</a:t>
            </a:r>
            <a:r>
              <a:rPr dirty="0" sz="2800" spc="-5" b="0">
                <a:latin typeface="WenQuanYi Zen Hei Mono"/>
                <a:cs typeface="WenQuanYi Zen Hei Mono"/>
              </a:rPr>
              <a:t>念</a:t>
            </a:r>
            <a:endParaRPr sz="2800">
              <a:latin typeface="WenQuanYi Zen Hei Mono"/>
              <a:cs typeface="WenQuanYi Zen Hei Mono"/>
            </a:endParaRPr>
          </a:p>
          <a:p>
            <a:pPr marL="355600" indent="-342900">
              <a:lnSpc>
                <a:spcPct val="100000"/>
              </a:lnSpc>
              <a:spcBef>
                <a:spcPts val="1155"/>
              </a:spcBef>
              <a:buClr>
                <a:srgbClr val="0000FF"/>
              </a:buClr>
              <a:buSzPct val="85416"/>
              <a:buFont typeface="Wingdings"/>
              <a:buChar char=""/>
              <a:tabLst>
                <a:tab pos="355600" algn="l"/>
              </a:tabLst>
            </a:pPr>
            <a:r>
              <a:rPr dirty="0" sz="2400">
                <a:latin typeface="UKIJ CJK"/>
                <a:cs typeface="UKIJ CJK"/>
              </a:rPr>
              <a:t>计算机网络是一个十分复杂的系统</a:t>
            </a:r>
            <a:endParaRPr sz="2400">
              <a:latin typeface="UKIJ CJK"/>
              <a:cs typeface="UKIJ CJK"/>
            </a:endParaRPr>
          </a:p>
          <a:p>
            <a:pPr lvl="1" marL="755650" indent="-285750">
              <a:lnSpc>
                <a:spcPct val="100000"/>
              </a:lnSpc>
              <a:spcBef>
                <a:spcPts val="1125"/>
              </a:spcBef>
              <a:buClr>
                <a:srgbClr val="0000FF"/>
              </a:buClr>
              <a:buSzPct val="80000"/>
              <a:buFont typeface="Wingdings"/>
              <a:buChar char=""/>
              <a:tabLst>
                <a:tab pos="755650" algn="l"/>
              </a:tabLst>
            </a:pPr>
            <a:r>
              <a:rPr dirty="0" sz="2000">
                <a:latin typeface="UKIJ CJK"/>
                <a:cs typeface="UKIJ CJK"/>
              </a:rPr>
              <a:t>不同的通信介</a:t>
            </a:r>
            <a:r>
              <a:rPr dirty="0" sz="2000" spc="-5">
                <a:latin typeface="UKIJ CJK"/>
                <a:cs typeface="UKIJ CJK"/>
              </a:rPr>
              <a:t>质</a:t>
            </a:r>
            <a:r>
              <a:rPr dirty="0" sz="2000">
                <a:latin typeface="Times New Roman"/>
                <a:cs typeface="Times New Roman"/>
              </a:rPr>
              <a:t>——</a:t>
            </a:r>
            <a:r>
              <a:rPr dirty="0" sz="2000">
                <a:latin typeface="UKIJ CJK"/>
                <a:cs typeface="UKIJ CJK"/>
              </a:rPr>
              <a:t>有线</a:t>
            </a:r>
            <a:r>
              <a:rPr dirty="0" sz="2000" spc="-5">
                <a:latin typeface="Times New Roman"/>
                <a:cs typeface="Times New Roman"/>
              </a:rPr>
              <a:t>(</a:t>
            </a:r>
            <a:r>
              <a:rPr dirty="0" sz="2000">
                <a:latin typeface="UKIJ CJK"/>
                <a:cs typeface="UKIJ CJK"/>
              </a:rPr>
              <a:t>光缆、双绞线</a:t>
            </a:r>
            <a:r>
              <a:rPr dirty="0" sz="2000" spc="-5">
                <a:latin typeface="Times New Roman"/>
                <a:cs typeface="Times New Roman"/>
              </a:rPr>
              <a:t>……)</a:t>
            </a:r>
            <a:r>
              <a:rPr dirty="0" sz="2000" spc="5">
                <a:latin typeface="UKIJ CJK"/>
                <a:cs typeface="UKIJ CJK"/>
              </a:rPr>
              <a:t>、</a:t>
            </a:r>
            <a:r>
              <a:rPr dirty="0" sz="2000" spc="-40">
                <a:latin typeface="UKIJ CJK"/>
                <a:cs typeface="UKIJ CJK"/>
              </a:rPr>
              <a:t> </a:t>
            </a:r>
            <a:r>
              <a:rPr dirty="0" sz="2000">
                <a:latin typeface="UKIJ CJK"/>
                <a:cs typeface="UKIJ CJK"/>
              </a:rPr>
              <a:t>无线</a:t>
            </a:r>
            <a:r>
              <a:rPr dirty="0" sz="2000">
                <a:latin typeface="Times New Roman"/>
                <a:cs typeface="Times New Roman"/>
              </a:rPr>
              <a:t>……</a:t>
            </a:r>
            <a:endParaRPr sz="2000">
              <a:latin typeface="Times New Roman"/>
              <a:cs typeface="Times New Roman"/>
            </a:endParaRPr>
          </a:p>
          <a:p>
            <a:pPr lvl="1" marL="755650" indent="-285750">
              <a:lnSpc>
                <a:spcPct val="100000"/>
              </a:lnSpc>
              <a:spcBef>
                <a:spcPts val="1080"/>
              </a:spcBef>
              <a:buClr>
                <a:srgbClr val="0000FF"/>
              </a:buClr>
              <a:buSzPct val="80000"/>
              <a:buFont typeface="Wingdings"/>
              <a:buChar char=""/>
              <a:tabLst>
                <a:tab pos="755650" algn="l"/>
              </a:tabLst>
            </a:pPr>
            <a:r>
              <a:rPr dirty="0" sz="2000">
                <a:latin typeface="UKIJ CJK"/>
                <a:cs typeface="UKIJ CJK"/>
              </a:rPr>
              <a:t>不同种类的设</a:t>
            </a:r>
            <a:r>
              <a:rPr dirty="0" sz="2000" spc="-5">
                <a:latin typeface="UKIJ CJK"/>
                <a:cs typeface="UKIJ CJK"/>
              </a:rPr>
              <a:t>备</a:t>
            </a:r>
            <a:r>
              <a:rPr dirty="0" sz="2000">
                <a:latin typeface="Times New Roman"/>
                <a:cs typeface="Times New Roman"/>
              </a:rPr>
              <a:t>——</a:t>
            </a:r>
            <a:r>
              <a:rPr dirty="0" sz="2000">
                <a:latin typeface="UKIJ CJK"/>
                <a:cs typeface="UKIJ CJK"/>
              </a:rPr>
              <a:t>主机、路由器、交换机</a:t>
            </a:r>
            <a:r>
              <a:rPr dirty="0" sz="2000">
                <a:latin typeface="Times New Roman"/>
                <a:cs typeface="Times New Roman"/>
              </a:rPr>
              <a:t>……</a:t>
            </a:r>
            <a:endParaRPr sz="2000">
              <a:latin typeface="Times New Roman"/>
              <a:cs typeface="Times New Roman"/>
            </a:endParaRPr>
          </a:p>
          <a:p>
            <a:pPr lvl="1" marL="755650" indent="-285750">
              <a:lnSpc>
                <a:spcPct val="100000"/>
              </a:lnSpc>
              <a:spcBef>
                <a:spcPts val="1080"/>
              </a:spcBef>
              <a:buClr>
                <a:srgbClr val="0000FF"/>
              </a:buClr>
              <a:buSzPct val="80000"/>
              <a:buFont typeface="Wingdings"/>
              <a:buChar char=""/>
              <a:tabLst>
                <a:tab pos="755650" algn="l"/>
              </a:tabLst>
            </a:pPr>
            <a:r>
              <a:rPr dirty="0" sz="2000">
                <a:latin typeface="UKIJ CJK"/>
                <a:cs typeface="UKIJ CJK"/>
              </a:rPr>
              <a:t>不同的操作系</a:t>
            </a:r>
            <a:r>
              <a:rPr dirty="0" sz="2000" spc="-5">
                <a:latin typeface="UKIJ CJK"/>
                <a:cs typeface="UKIJ CJK"/>
              </a:rPr>
              <a:t>统</a:t>
            </a:r>
            <a:r>
              <a:rPr dirty="0" sz="2000" spc="-5">
                <a:latin typeface="Times New Roman"/>
                <a:cs typeface="Times New Roman"/>
              </a:rPr>
              <a:t>——Unix</a:t>
            </a:r>
            <a:r>
              <a:rPr dirty="0" sz="2000">
                <a:latin typeface="UKIJ CJK"/>
                <a:cs typeface="UKIJ CJK"/>
              </a:rPr>
              <a:t>、</a:t>
            </a:r>
            <a:r>
              <a:rPr dirty="0" sz="2000" spc="-5">
                <a:latin typeface="Times New Roman"/>
                <a:cs typeface="Times New Roman"/>
              </a:rPr>
              <a:t>Windows…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 spc="5">
                <a:latin typeface="Times New Roman"/>
                <a:cs typeface="Times New Roman"/>
              </a:rPr>
              <a:t>…</a:t>
            </a:r>
            <a:endParaRPr sz="2000">
              <a:latin typeface="Times New Roman"/>
              <a:cs typeface="Times New Roman"/>
            </a:endParaRPr>
          </a:p>
          <a:p>
            <a:pPr lvl="1" marL="755650" indent="-285750">
              <a:lnSpc>
                <a:spcPct val="100000"/>
              </a:lnSpc>
              <a:spcBef>
                <a:spcPts val="1080"/>
              </a:spcBef>
              <a:buClr>
                <a:srgbClr val="0000FF"/>
              </a:buClr>
              <a:buSzPct val="80000"/>
              <a:buFont typeface="Wingdings"/>
              <a:buChar char=""/>
              <a:tabLst>
                <a:tab pos="755650" algn="l"/>
              </a:tabLst>
            </a:pPr>
            <a:r>
              <a:rPr dirty="0" sz="2000">
                <a:latin typeface="UKIJ CJK"/>
                <a:cs typeface="UKIJ CJK"/>
              </a:rPr>
              <a:t>不同的业务种</a:t>
            </a:r>
            <a:r>
              <a:rPr dirty="0" sz="2000" spc="-5">
                <a:latin typeface="UKIJ CJK"/>
                <a:cs typeface="UKIJ CJK"/>
              </a:rPr>
              <a:t>类</a:t>
            </a:r>
            <a:r>
              <a:rPr dirty="0" sz="2000">
                <a:latin typeface="Times New Roman"/>
                <a:cs typeface="Times New Roman"/>
              </a:rPr>
              <a:t>——</a:t>
            </a:r>
            <a:r>
              <a:rPr dirty="0" sz="2000">
                <a:latin typeface="UKIJ CJK"/>
                <a:cs typeface="UKIJ CJK"/>
              </a:rPr>
              <a:t>分时、交互、实时</a:t>
            </a:r>
            <a:r>
              <a:rPr dirty="0" sz="2000" spc="5">
                <a:latin typeface="Times New Roman"/>
                <a:cs typeface="Times New Roman"/>
              </a:rPr>
              <a:t>…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 spc="5">
                <a:latin typeface="Times New Roman"/>
                <a:cs typeface="Times New Roman"/>
              </a:rPr>
              <a:t>…</a:t>
            </a:r>
            <a:endParaRPr sz="2000">
              <a:latin typeface="Times New Roman"/>
              <a:cs typeface="Times New Roman"/>
            </a:endParaRPr>
          </a:p>
          <a:p>
            <a:pPr lvl="1" marL="755650" indent="-285750">
              <a:lnSpc>
                <a:spcPct val="100000"/>
              </a:lnSpc>
              <a:spcBef>
                <a:spcPts val="1080"/>
              </a:spcBef>
              <a:buClr>
                <a:srgbClr val="0000FF"/>
              </a:buClr>
              <a:buSzPct val="80000"/>
              <a:buFont typeface="Wingdings"/>
              <a:buChar char=""/>
              <a:tabLst>
                <a:tab pos="755650" algn="l"/>
              </a:tabLst>
            </a:pPr>
            <a:r>
              <a:rPr dirty="0" sz="2000">
                <a:latin typeface="UKIJ CJK"/>
                <a:cs typeface="UKIJ CJK"/>
              </a:rPr>
              <a:t>不同的底层网络技</a:t>
            </a:r>
            <a:r>
              <a:rPr dirty="0" sz="2000" spc="-5">
                <a:latin typeface="UKIJ CJK"/>
                <a:cs typeface="UKIJ CJK"/>
              </a:rPr>
              <a:t>术</a:t>
            </a:r>
            <a:r>
              <a:rPr dirty="0" sz="2000">
                <a:latin typeface="Times New Roman"/>
                <a:cs typeface="Times New Roman"/>
              </a:rPr>
              <a:t>——</a:t>
            </a:r>
            <a:r>
              <a:rPr dirty="0" sz="2000">
                <a:latin typeface="UKIJ CJK"/>
                <a:cs typeface="UKIJ CJK"/>
              </a:rPr>
              <a:t>以太网、令牌环网</a:t>
            </a:r>
            <a:r>
              <a:rPr dirty="0" sz="2000">
                <a:latin typeface="Times New Roman"/>
                <a:cs typeface="Times New Roman"/>
              </a:rPr>
              <a:t>……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250">
              <a:latin typeface="Times New Roman"/>
              <a:cs typeface="Times New Roman"/>
            </a:endParaRPr>
          </a:p>
          <a:p>
            <a:pPr marL="441325" marR="5080" indent="-342900">
              <a:lnSpc>
                <a:spcPct val="120000"/>
              </a:lnSpc>
              <a:buClr>
                <a:srgbClr val="0000FF"/>
              </a:buClr>
              <a:buSzPct val="85416"/>
              <a:buFont typeface="Wingdings"/>
              <a:buChar char=""/>
              <a:tabLst>
                <a:tab pos="441959" algn="l"/>
              </a:tabLst>
            </a:pPr>
            <a:r>
              <a:rPr dirty="0" sz="2400">
                <a:latin typeface="UKIJ CJK"/>
                <a:cs typeface="UKIJ CJK"/>
              </a:rPr>
              <a:t>相互通信的两个计算机系统必须</a:t>
            </a:r>
            <a:r>
              <a:rPr dirty="0" sz="2400">
                <a:solidFill>
                  <a:srgbClr val="FF0000"/>
                </a:solidFill>
                <a:latin typeface="UKIJ CJK"/>
                <a:cs typeface="UKIJ CJK"/>
              </a:rPr>
              <a:t>高度协调</a:t>
            </a:r>
            <a:r>
              <a:rPr dirty="0" sz="2400">
                <a:latin typeface="UKIJ CJK"/>
                <a:cs typeface="UKIJ CJK"/>
              </a:rPr>
              <a:t>工作才行，而 这种</a:t>
            </a:r>
            <a:r>
              <a:rPr dirty="0" sz="2400" spc="1525">
                <a:latin typeface="UKIJ CJK"/>
                <a:cs typeface="UKIJ CJK"/>
              </a:rPr>
              <a:t>“</a:t>
            </a:r>
            <a:r>
              <a:rPr dirty="0" sz="2400">
                <a:latin typeface="UKIJ CJK"/>
                <a:cs typeface="UKIJ CJK"/>
              </a:rPr>
              <a:t>协调</a:t>
            </a:r>
            <a:r>
              <a:rPr dirty="0" sz="2400" spc="1525">
                <a:latin typeface="UKIJ CJK"/>
                <a:cs typeface="UKIJ CJK"/>
              </a:rPr>
              <a:t>”</a:t>
            </a:r>
            <a:r>
              <a:rPr dirty="0" sz="2400">
                <a:latin typeface="UKIJ CJK"/>
                <a:cs typeface="UKIJ CJK"/>
              </a:rPr>
              <a:t>是相当复杂的。</a:t>
            </a:r>
            <a:endParaRPr sz="2400">
              <a:latin typeface="UKIJ CJK"/>
              <a:cs typeface="UKIJ CJ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478853" y="360438"/>
            <a:ext cx="8134984" cy="3996690"/>
          </a:xfrm>
          <a:prstGeom prst="rect">
            <a:avLst/>
          </a:prstGeom>
        </p:spPr>
        <p:txBody>
          <a:bodyPr wrap="square" lIns="0" tIns="161925" rIns="0" bIns="0" rtlCol="0" vert="horz">
            <a:spAutoFit/>
          </a:bodyPr>
          <a:lstStyle/>
          <a:p>
            <a:pPr algn="just" marL="355600" indent="-342900">
              <a:lnSpc>
                <a:spcPct val="100000"/>
              </a:lnSpc>
              <a:spcBef>
                <a:spcPts val="1275"/>
              </a:spcBef>
              <a:buClr>
                <a:srgbClr val="0000FF"/>
              </a:buClr>
              <a:buSzPct val="85416"/>
              <a:buFont typeface="Wingdings"/>
              <a:buChar char=""/>
              <a:tabLst>
                <a:tab pos="355600" algn="l"/>
              </a:tabLst>
            </a:pPr>
            <a:r>
              <a:rPr dirty="0" sz="2400">
                <a:latin typeface="UKIJ CJK"/>
                <a:cs typeface="UKIJ CJK"/>
              </a:rPr>
              <a:t>分层模型，分而治之！</a:t>
            </a:r>
            <a:endParaRPr sz="2400">
              <a:latin typeface="UKIJ CJK"/>
              <a:cs typeface="UKIJ CJK"/>
            </a:endParaRPr>
          </a:p>
          <a:p>
            <a:pPr algn="just" marL="12700" marR="190500">
              <a:lnSpc>
                <a:spcPct val="120000"/>
              </a:lnSpc>
              <a:spcBef>
                <a:spcPts val="595"/>
              </a:spcBef>
            </a:pPr>
            <a:r>
              <a:rPr dirty="0" sz="2400">
                <a:latin typeface="UKIJ CJK"/>
                <a:cs typeface="UKIJ CJK"/>
              </a:rPr>
              <a:t>诸多不同类型的计算机和网络设备要进行通信，必须使它们 采用相同的</a:t>
            </a:r>
            <a:r>
              <a:rPr dirty="0" sz="2400">
                <a:solidFill>
                  <a:srgbClr val="CC0000"/>
                </a:solidFill>
                <a:latin typeface="UKIJ CJK"/>
                <a:cs typeface="UKIJ CJK"/>
              </a:rPr>
              <a:t>信息交换规则（协议），</a:t>
            </a:r>
            <a:r>
              <a:rPr dirty="0" sz="2400">
                <a:latin typeface="UKIJ CJK"/>
                <a:cs typeface="UKIJ CJK"/>
              </a:rPr>
              <a:t>为了减少网络协议设计 的复杂性，通常情况下，采用</a:t>
            </a:r>
            <a:r>
              <a:rPr dirty="0" sz="2400">
                <a:solidFill>
                  <a:srgbClr val="CC0000"/>
                </a:solidFill>
                <a:latin typeface="UKIJ CJK"/>
                <a:cs typeface="UKIJ CJK"/>
              </a:rPr>
              <a:t>分层模型</a:t>
            </a:r>
            <a:r>
              <a:rPr dirty="0" sz="2400">
                <a:latin typeface="UKIJ CJK"/>
                <a:cs typeface="UKIJ CJK"/>
              </a:rPr>
              <a:t>开发网络协议。</a:t>
            </a:r>
            <a:endParaRPr sz="2400">
              <a:latin typeface="UKIJ CJK"/>
              <a:cs typeface="UKIJ CJK"/>
            </a:endParaRPr>
          </a:p>
          <a:p>
            <a:pPr algn="just" lvl="1" marL="755650" marR="5080" indent="-285750">
              <a:lnSpc>
                <a:spcPct val="120000"/>
              </a:lnSpc>
              <a:spcBef>
                <a:spcPts val="645"/>
              </a:spcBef>
              <a:buClr>
                <a:srgbClr val="0000FF"/>
              </a:buClr>
              <a:buSzPct val="80000"/>
              <a:buFont typeface="Wingdings"/>
              <a:buChar char=""/>
              <a:tabLst>
                <a:tab pos="755650" algn="l"/>
              </a:tabLst>
            </a:pPr>
            <a:r>
              <a:rPr dirty="0" sz="2000">
                <a:latin typeface="UKIJ CJK"/>
                <a:cs typeface="UKIJ CJK"/>
              </a:rPr>
              <a:t>分层：将整个通信过程划分成许多小问题，为每个小问题单独</a:t>
            </a:r>
            <a:r>
              <a:rPr dirty="0" sz="2000" spc="-680">
                <a:latin typeface="UKIJ CJK"/>
                <a:cs typeface="UKIJ CJK"/>
              </a:rPr>
              <a:t>设</a:t>
            </a:r>
            <a:r>
              <a:rPr dirty="0" sz="2000" spc="5">
                <a:latin typeface="UKIJ CJK"/>
                <a:cs typeface="UKIJ CJK"/>
              </a:rPr>
              <a:t>计 </a:t>
            </a:r>
            <a:r>
              <a:rPr dirty="0" sz="2000">
                <a:latin typeface="UKIJ CJK"/>
                <a:cs typeface="UKIJ CJK"/>
              </a:rPr>
              <a:t>一个协议。每层实现一种特定的服务（功能）</a:t>
            </a:r>
            <a:r>
              <a:rPr dirty="0" sz="2000" spc="5">
                <a:latin typeface="UKIJ CJK"/>
                <a:cs typeface="UKIJ CJK"/>
              </a:rPr>
              <a:t>。</a:t>
            </a:r>
            <a:endParaRPr sz="2000">
              <a:latin typeface="UKIJ CJK"/>
              <a:cs typeface="UKIJ CJK"/>
            </a:endParaRPr>
          </a:p>
          <a:p>
            <a:pPr marL="732790" marR="28575">
              <a:lnSpc>
                <a:spcPct val="120000"/>
              </a:lnSpc>
              <a:spcBef>
                <a:spcPts val="600"/>
              </a:spcBef>
            </a:pPr>
            <a:r>
              <a:rPr dirty="0" sz="2000">
                <a:solidFill>
                  <a:srgbClr val="CC0000"/>
                </a:solidFill>
                <a:latin typeface="UKIJ CJK"/>
                <a:cs typeface="UKIJ CJK"/>
              </a:rPr>
              <a:t>这样简化了每个协议的设计、分析、编码、测试，并且简化了网</a:t>
            </a:r>
            <a:r>
              <a:rPr dirty="0" sz="2000">
                <a:solidFill>
                  <a:srgbClr val="CC0000"/>
                </a:solidFill>
                <a:latin typeface="UKIJ CJK"/>
                <a:cs typeface="UKIJ CJK"/>
              </a:rPr>
              <a:t>络 </a:t>
            </a:r>
            <a:r>
              <a:rPr dirty="0" sz="2000">
                <a:solidFill>
                  <a:srgbClr val="CC0000"/>
                </a:solidFill>
                <a:latin typeface="UKIJ CJK"/>
                <a:cs typeface="UKIJ CJK"/>
              </a:rPr>
              <a:t>的故障排除</a:t>
            </a:r>
            <a:r>
              <a:rPr dirty="0" sz="2000" spc="5">
                <a:solidFill>
                  <a:srgbClr val="CC0000"/>
                </a:solidFill>
                <a:latin typeface="UKIJ CJK"/>
                <a:cs typeface="UKIJ CJK"/>
              </a:rPr>
              <a:t>。</a:t>
            </a:r>
            <a:endParaRPr sz="2000">
              <a:latin typeface="UKIJ CJK"/>
              <a:cs typeface="UKIJ CJK"/>
            </a:endParaRPr>
          </a:p>
          <a:p>
            <a:pPr lvl="1" marL="755650" indent="-285750">
              <a:lnSpc>
                <a:spcPct val="100000"/>
              </a:lnSpc>
              <a:spcBef>
                <a:spcPts val="1080"/>
              </a:spcBef>
              <a:buClr>
                <a:srgbClr val="0000FF"/>
              </a:buClr>
              <a:buSzPct val="80000"/>
              <a:buFont typeface="Wingdings"/>
              <a:buChar char=""/>
              <a:tabLst>
                <a:tab pos="755650" algn="l"/>
              </a:tabLst>
            </a:pPr>
            <a:r>
              <a:rPr dirty="0" sz="2000">
                <a:latin typeface="UKIJ CJK"/>
                <a:cs typeface="UKIJ CJK"/>
              </a:rPr>
              <a:t>依赖下层提供的服务，实现自己内部的功能，并向上层提供服</a:t>
            </a:r>
            <a:r>
              <a:rPr dirty="0" sz="2000" spc="-590">
                <a:latin typeface="UKIJ CJK"/>
                <a:cs typeface="UKIJ CJK"/>
              </a:rPr>
              <a:t>务</a:t>
            </a:r>
            <a:r>
              <a:rPr dirty="0" sz="2000" spc="5">
                <a:latin typeface="UKIJ CJK"/>
                <a:cs typeface="UKIJ CJK"/>
              </a:rPr>
              <a:t>。</a:t>
            </a:r>
            <a:endParaRPr sz="2000">
              <a:latin typeface="UKIJ CJK"/>
              <a:cs typeface="UKIJ CJ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462089" y="273614"/>
            <a:ext cx="7880984" cy="6254750"/>
          </a:xfrm>
          <a:prstGeom prst="rect">
            <a:avLst/>
          </a:prstGeom>
        </p:spPr>
        <p:txBody>
          <a:bodyPr wrap="square" lIns="0" tIns="18288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440"/>
              </a:spcBef>
              <a:buClr>
                <a:srgbClr val="0000FF"/>
              </a:buClr>
              <a:buSzPct val="85416"/>
              <a:buFont typeface="Wingdings"/>
              <a:buChar char=""/>
              <a:tabLst>
                <a:tab pos="355600" algn="l"/>
              </a:tabLst>
            </a:pPr>
            <a:r>
              <a:rPr dirty="0" sz="2400">
                <a:latin typeface="UKIJ CJK"/>
                <a:cs typeface="UKIJ CJK"/>
              </a:rPr>
              <a:t>分层的原则：</a:t>
            </a:r>
            <a:endParaRPr sz="2400">
              <a:latin typeface="UKIJ CJK"/>
              <a:cs typeface="UKIJ CJK"/>
            </a:endParaRPr>
          </a:p>
          <a:p>
            <a:pPr lvl="1" marL="755650" indent="-285750">
              <a:lnSpc>
                <a:spcPct val="100000"/>
              </a:lnSpc>
              <a:spcBef>
                <a:spcPts val="1125"/>
              </a:spcBef>
              <a:buClr>
                <a:srgbClr val="0000FF"/>
              </a:buClr>
              <a:buSzPct val="80000"/>
              <a:buFont typeface="Wingdings"/>
              <a:buChar char=""/>
              <a:tabLst>
                <a:tab pos="755650" algn="l"/>
              </a:tabLst>
            </a:pPr>
            <a:r>
              <a:rPr dirty="0" sz="2000">
                <a:latin typeface="UKIJ CJK"/>
                <a:cs typeface="UKIJ CJK"/>
              </a:rPr>
              <a:t>将相似的功能集中在同一层内，必要时可将层的功能再分成</a:t>
            </a:r>
            <a:r>
              <a:rPr dirty="0" sz="2000" spc="-590">
                <a:latin typeface="UKIJ CJK"/>
                <a:cs typeface="UKIJ CJK"/>
              </a:rPr>
              <a:t>子</a:t>
            </a:r>
            <a:r>
              <a:rPr dirty="0" sz="2000" spc="5">
                <a:latin typeface="UKIJ CJK"/>
                <a:cs typeface="UKIJ CJK"/>
              </a:rPr>
              <a:t>块</a:t>
            </a:r>
            <a:endParaRPr sz="2000">
              <a:latin typeface="UKIJ CJK"/>
              <a:cs typeface="UKIJ CJK"/>
            </a:endParaRPr>
          </a:p>
          <a:p>
            <a:pPr marL="755650">
              <a:lnSpc>
                <a:spcPct val="100000"/>
              </a:lnSpc>
              <a:spcBef>
                <a:spcPts val="480"/>
              </a:spcBef>
            </a:pPr>
            <a:r>
              <a:rPr dirty="0" sz="2000">
                <a:latin typeface="UKIJ CJK"/>
                <a:cs typeface="UKIJ CJK"/>
              </a:rPr>
              <a:t>，层数不宜过多，以避免层间接口的开销变大</a:t>
            </a:r>
            <a:r>
              <a:rPr dirty="0" sz="2000" spc="5">
                <a:latin typeface="UKIJ CJK"/>
                <a:cs typeface="UKIJ CJK"/>
              </a:rPr>
              <a:t>。</a:t>
            </a:r>
            <a:endParaRPr sz="2000">
              <a:latin typeface="UKIJ CJK"/>
              <a:cs typeface="UKIJ CJK"/>
            </a:endParaRPr>
          </a:p>
          <a:p>
            <a:pPr lvl="1" marL="755650" marR="5080" indent="-285750">
              <a:lnSpc>
                <a:spcPct val="120000"/>
              </a:lnSpc>
              <a:spcBef>
                <a:spcPts val="600"/>
              </a:spcBef>
              <a:buClr>
                <a:srgbClr val="0000FF"/>
              </a:buClr>
              <a:buSzPct val="80000"/>
              <a:buFont typeface="Wingdings"/>
              <a:buChar char=""/>
              <a:tabLst>
                <a:tab pos="755650" algn="l"/>
              </a:tabLst>
            </a:pPr>
            <a:r>
              <a:rPr dirty="0" sz="2000">
                <a:latin typeface="UKIJ CJK"/>
                <a:cs typeface="UKIJ CJK"/>
              </a:rPr>
              <a:t>每一层实现定义明确的功能，并应尽量局部化，当功能差别</a:t>
            </a:r>
            <a:r>
              <a:rPr dirty="0" sz="2000" spc="-680">
                <a:latin typeface="UKIJ CJK"/>
                <a:cs typeface="UKIJ CJK"/>
              </a:rPr>
              <a:t>较</a:t>
            </a:r>
            <a:r>
              <a:rPr dirty="0" sz="2000" spc="5">
                <a:latin typeface="UKIJ CJK"/>
                <a:cs typeface="UKIJ CJK"/>
              </a:rPr>
              <a:t>大 </a:t>
            </a:r>
            <a:r>
              <a:rPr dirty="0" sz="2000">
                <a:latin typeface="UKIJ CJK"/>
                <a:cs typeface="UKIJ CJK"/>
              </a:rPr>
              <a:t>时应分层处理，减少层与层之间必要的消息传递</a:t>
            </a:r>
            <a:r>
              <a:rPr dirty="0" sz="2000" spc="5">
                <a:latin typeface="UKIJ CJK"/>
                <a:cs typeface="UKIJ CJK"/>
              </a:rPr>
              <a:t>。</a:t>
            </a:r>
            <a:endParaRPr sz="2000">
              <a:latin typeface="UKIJ CJK"/>
              <a:cs typeface="UKIJ CJK"/>
            </a:endParaRPr>
          </a:p>
          <a:p>
            <a:pPr lvl="1" marL="755650" indent="-285750">
              <a:lnSpc>
                <a:spcPct val="100000"/>
              </a:lnSpc>
              <a:spcBef>
                <a:spcPts val="1080"/>
              </a:spcBef>
              <a:buClr>
                <a:srgbClr val="0000FF"/>
              </a:buClr>
              <a:buSzPct val="80000"/>
              <a:buFont typeface="Wingdings"/>
              <a:buChar char=""/>
              <a:tabLst>
                <a:tab pos="755650" algn="l"/>
              </a:tabLst>
            </a:pPr>
            <a:r>
              <a:rPr dirty="0" sz="2000">
                <a:latin typeface="UKIJ CJK"/>
                <a:cs typeface="UKIJ CJK"/>
              </a:rPr>
              <a:t>各层只对相邻的上下层定义接口，提供或访问服务</a:t>
            </a:r>
            <a:r>
              <a:rPr dirty="0" sz="2000" spc="5">
                <a:latin typeface="UKIJ CJK"/>
                <a:cs typeface="UKIJ CJK"/>
              </a:rPr>
              <a:t>。</a:t>
            </a:r>
            <a:endParaRPr sz="2000">
              <a:latin typeface="UKIJ CJK"/>
              <a:cs typeface="UKIJ CJK"/>
            </a:endParaRPr>
          </a:p>
          <a:p>
            <a:pPr lvl="1" marL="755650" indent="-285750">
              <a:lnSpc>
                <a:spcPct val="100000"/>
              </a:lnSpc>
              <a:spcBef>
                <a:spcPts val="1080"/>
              </a:spcBef>
              <a:buClr>
                <a:srgbClr val="0000FF"/>
              </a:buClr>
              <a:buSzPct val="80000"/>
              <a:buFont typeface="Wingdings"/>
              <a:buChar char=""/>
              <a:tabLst>
                <a:tab pos="755650" algn="l"/>
              </a:tabLst>
            </a:pPr>
            <a:r>
              <a:rPr dirty="0" sz="2000">
                <a:latin typeface="UKIJ CJK"/>
                <a:cs typeface="UKIJ CJK"/>
              </a:rPr>
              <a:t>层次的划分应有利于标准化工作</a:t>
            </a:r>
            <a:r>
              <a:rPr dirty="0" sz="2000" spc="5">
                <a:latin typeface="UKIJ CJK"/>
                <a:cs typeface="UKIJ CJK"/>
              </a:rPr>
              <a:t>。</a:t>
            </a:r>
            <a:endParaRPr sz="2000">
              <a:latin typeface="UKIJ CJK"/>
              <a:cs typeface="UKIJ CJK"/>
            </a:endParaRPr>
          </a:p>
          <a:p>
            <a:pPr marL="355600" indent="-342900">
              <a:lnSpc>
                <a:spcPct val="100000"/>
              </a:lnSpc>
              <a:spcBef>
                <a:spcPts val="1710"/>
              </a:spcBef>
              <a:buClr>
                <a:srgbClr val="0000FF"/>
              </a:buClr>
              <a:buSzPct val="85416"/>
              <a:buFont typeface="Wingdings"/>
              <a:buChar char=""/>
              <a:tabLst>
                <a:tab pos="355600" algn="l"/>
              </a:tabLst>
            </a:pPr>
            <a:r>
              <a:rPr dirty="0" sz="2400">
                <a:latin typeface="UKIJ CJK"/>
                <a:cs typeface="UKIJ CJK"/>
              </a:rPr>
              <a:t>层次结构方法有什么优点？</a:t>
            </a:r>
            <a:endParaRPr sz="2400">
              <a:latin typeface="UKIJ CJK"/>
              <a:cs typeface="UKIJ CJK"/>
            </a:endParaRPr>
          </a:p>
          <a:p>
            <a:pPr lvl="1" marL="755650" indent="-285750">
              <a:lnSpc>
                <a:spcPct val="100000"/>
              </a:lnSpc>
              <a:spcBef>
                <a:spcPts val="1165"/>
              </a:spcBef>
              <a:buClr>
                <a:srgbClr val="0000FF"/>
              </a:buClr>
              <a:buSzPct val="80000"/>
              <a:buFont typeface="Wingdings"/>
              <a:buChar char=""/>
              <a:tabLst>
                <a:tab pos="755650" algn="l"/>
              </a:tabLst>
            </a:pPr>
            <a:r>
              <a:rPr dirty="0" sz="2000">
                <a:latin typeface="Noto Sans CJK JP Black"/>
                <a:cs typeface="Noto Sans CJK JP Black"/>
              </a:rPr>
              <a:t>独立性</a:t>
            </a:r>
            <a:r>
              <a:rPr dirty="0" sz="2000" spc="5">
                <a:latin typeface="Noto Sans CJK JP Black"/>
                <a:cs typeface="Noto Sans CJK JP Black"/>
              </a:rPr>
              <a:t>强</a:t>
            </a:r>
            <a:endParaRPr sz="2000">
              <a:latin typeface="Noto Sans CJK JP Black"/>
              <a:cs typeface="Noto Sans CJK JP Black"/>
            </a:endParaRPr>
          </a:p>
          <a:p>
            <a:pPr marL="763905">
              <a:lnSpc>
                <a:spcPct val="100000"/>
              </a:lnSpc>
              <a:spcBef>
                <a:spcPts val="385"/>
              </a:spcBef>
            </a:pPr>
            <a:r>
              <a:rPr dirty="0" sz="1800" spc="10" b="0">
                <a:solidFill>
                  <a:srgbClr val="000066"/>
                </a:solidFill>
                <a:latin typeface="WenQuanYi Zen Hei Mono"/>
                <a:cs typeface="WenQuanYi Zen Hei Mono"/>
              </a:rPr>
              <a:t>上层只需了解下层通过层间接口提供什么服务</a:t>
            </a:r>
            <a:r>
              <a:rPr dirty="0" sz="1800" b="1">
                <a:solidFill>
                  <a:srgbClr val="000066"/>
                </a:solidFill>
                <a:latin typeface="Times New Roman"/>
                <a:cs typeface="Times New Roman"/>
              </a:rPr>
              <a:t>—</a:t>
            </a:r>
            <a:r>
              <a:rPr dirty="0" sz="1800" spc="10" b="0">
                <a:solidFill>
                  <a:srgbClr val="000066"/>
                </a:solidFill>
                <a:latin typeface="WenQuanYi Zen Hei Mono"/>
                <a:cs typeface="WenQuanYi Zen Hei Mono"/>
              </a:rPr>
              <a:t>黑箱方法</a:t>
            </a:r>
            <a:r>
              <a:rPr dirty="0" sz="1800" b="0">
                <a:solidFill>
                  <a:srgbClr val="000066"/>
                </a:solidFill>
                <a:latin typeface="WenQuanYi Zen Hei Mono"/>
                <a:cs typeface="WenQuanYi Zen Hei Mono"/>
              </a:rPr>
              <a:t>。</a:t>
            </a:r>
            <a:endParaRPr sz="1800">
              <a:latin typeface="WenQuanYi Zen Hei Mono"/>
              <a:cs typeface="WenQuanYi Zen Hei Mono"/>
            </a:endParaRPr>
          </a:p>
          <a:p>
            <a:pPr lvl="1" marL="755650" indent="-285750">
              <a:lnSpc>
                <a:spcPct val="100000"/>
              </a:lnSpc>
              <a:spcBef>
                <a:spcPts val="1015"/>
              </a:spcBef>
              <a:buClr>
                <a:srgbClr val="0000FF"/>
              </a:buClr>
              <a:buSzPct val="80000"/>
              <a:buFont typeface="Wingdings"/>
              <a:buChar char=""/>
              <a:tabLst>
                <a:tab pos="755650" algn="l"/>
              </a:tabLst>
            </a:pPr>
            <a:r>
              <a:rPr dirty="0" sz="2000">
                <a:latin typeface="Noto Sans CJK JP Black"/>
                <a:cs typeface="Noto Sans CJK JP Black"/>
              </a:rPr>
              <a:t>适应性</a:t>
            </a:r>
            <a:r>
              <a:rPr dirty="0" sz="2000" spc="5">
                <a:latin typeface="Noto Sans CJK JP Black"/>
                <a:cs typeface="Noto Sans CJK JP Black"/>
              </a:rPr>
              <a:t>强</a:t>
            </a:r>
            <a:endParaRPr sz="2000">
              <a:latin typeface="Noto Sans CJK JP Black"/>
              <a:cs typeface="Noto Sans CJK JP Black"/>
            </a:endParaRPr>
          </a:p>
          <a:p>
            <a:pPr marL="763905">
              <a:lnSpc>
                <a:spcPct val="100000"/>
              </a:lnSpc>
              <a:spcBef>
                <a:spcPts val="385"/>
              </a:spcBef>
            </a:pPr>
            <a:r>
              <a:rPr dirty="0" sz="1800" spc="10" b="0">
                <a:solidFill>
                  <a:srgbClr val="000066"/>
                </a:solidFill>
                <a:latin typeface="WenQuanYi Zen Hei Mono"/>
                <a:cs typeface="WenQuanYi Zen Hei Mono"/>
              </a:rPr>
              <a:t>只要服务和接口不变，每层的实现方法可任意改变</a:t>
            </a:r>
            <a:r>
              <a:rPr dirty="0" sz="1800" b="0">
                <a:solidFill>
                  <a:srgbClr val="000066"/>
                </a:solidFill>
                <a:latin typeface="WenQuanYi Zen Hei Mono"/>
                <a:cs typeface="WenQuanYi Zen Hei Mono"/>
              </a:rPr>
              <a:t>。</a:t>
            </a:r>
            <a:endParaRPr sz="1800">
              <a:latin typeface="WenQuanYi Zen Hei Mono"/>
              <a:cs typeface="WenQuanYi Zen Hei Mono"/>
            </a:endParaRPr>
          </a:p>
          <a:p>
            <a:pPr lvl="1" marL="755650" indent="-285750">
              <a:lnSpc>
                <a:spcPct val="100000"/>
              </a:lnSpc>
              <a:spcBef>
                <a:spcPts val="1015"/>
              </a:spcBef>
              <a:buClr>
                <a:srgbClr val="0000FF"/>
              </a:buClr>
              <a:buSzPct val="80000"/>
              <a:buFont typeface="Wingdings"/>
              <a:buChar char=""/>
              <a:tabLst>
                <a:tab pos="755650" algn="l"/>
              </a:tabLst>
            </a:pPr>
            <a:r>
              <a:rPr dirty="0" sz="2000">
                <a:latin typeface="Noto Sans CJK JP Black"/>
                <a:cs typeface="Noto Sans CJK JP Black"/>
              </a:rPr>
              <a:t>易于实现和维</a:t>
            </a:r>
            <a:r>
              <a:rPr dirty="0" sz="2000" spc="5">
                <a:latin typeface="Noto Sans CJK JP Black"/>
                <a:cs typeface="Noto Sans CJK JP Black"/>
              </a:rPr>
              <a:t>护</a:t>
            </a:r>
            <a:endParaRPr sz="2000">
              <a:latin typeface="Noto Sans CJK JP Black"/>
              <a:cs typeface="Noto Sans CJK JP Black"/>
            </a:endParaRPr>
          </a:p>
          <a:p>
            <a:pPr marL="714375" marR="1873250">
              <a:lnSpc>
                <a:spcPct val="114799"/>
              </a:lnSpc>
              <a:spcBef>
                <a:spcPts val="65"/>
              </a:spcBef>
            </a:pPr>
            <a:r>
              <a:rPr dirty="0" sz="1800" spc="10" b="0">
                <a:solidFill>
                  <a:srgbClr val="000066"/>
                </a:solidFill>
                <a:latin typeface="WenQuanYi Zen Hei Mono"/>
                <a:cs typeface="WenQuanYi Zen Hei Mono"/>
              </a:rPr>
              <a:t>系统结构清晰，实现、调试和维护变得简单和容易</a:t>
            </a:r>
            <a:r>
              <a:rPr dirty="0" sz="1800" b="0">
                <a:solidFill>
                  <a:srgbClr val="000066"/>
                </a:solidFill>
                <a:latin typeface="WenQuanYi Zen Hei Mono"/>
                <a:cs typeface="WenQuanYi Zen Hei Mono"/>
              </a:rPr>
              <a:t>。 </a:t>
            </a:r>
            <a:r>
              <a:rPr dirty="0" sz="1800" spc="10" b="0">
                <a:solidFill>
                  <a:srgbClr val="000066"/>
                </a:solidFill>
                <a:latin typeface="WenQuanYi Zen Hei Mono"/>
                <a:cs typeface="WenQuanYi Zen Hei Mono"/>
              </a:rPr>
              <a:t>设计人员能专心设计和开发所关心的功能模块</a:t>
            </a:r>
            <a:r>
              <a:rPr dirty="0" sz="1800" b="0">
                <a:solidFill>
                  <a:srgbClr val="000066"/>
                </a:solidFill>
                <a:latin typeface="WenQuanYi Zen Hei Mono"/>
                <a:cs typeface="WenQuanYi Zen Hei Mono"/>
              </a:rPr>
              <a:t>。</a:t>
            </a:r>
            <a:endParaRPr sz="1800">
              <a:latin typeface="WenQuanYi Zen Hei Mono"/>
              <a:cs typeface="WenQuanYi Zen Hei Mon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302679" y="511276"/>
            <a:ext cx="8232775" cy="5443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20000"/>
              </a:lnSpc>
              <a:spcBef>
                <a:spcPts val="100"/>
              </a:spcBef>
              <a:buClr>
                <a:srgbClr val="0000FF"/>
              </a:buClr>
              <a:buSzPct val="85416"/>
              <a:buFont typeface="Wingdings"/>
              <a:buChar char=""/>
              <a:tabLst>
                <a:tab pos="355600" algn="l"/>
              </a:tabLst>
            </a:pPr>
            <a:r>
              <a:rPr dirty="0" sz="2400" spc="5" b="0">
                <a:latin typeface="Noto Sans CJK JP Medium"/>
                <a:cs typeface="Noto Sans CJK JP Medium"/>
              </a:rPr>
              <a:t>协议体系结构</a:t>
            </a:r>
            <a:r>
              <a:rPr dirty="0" sz="2400" spc="-10" b="0">
                <a:latin typeface="Noto Sans CJK JP Medium"/>
                <a:cs typeface="Noto Sans CJK JP Medium"/>
              </a:rPr>
              <a:t>（</a:t>
            </a:r>
            <a:r>
              <a:rPr dirty="0" sz="2400" spc="-10" b="1">
                <a:latin typeface="Times New Roman"/>
                <a:cs typeface="Times New Roman"/>
              </a:rPr>
              <a:t>protocl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architecture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0">
                <a:latin typeface="Noto Sans CJK JP Medium"/>
                <a:cs typeface="Noto Sans CJK JP Medium"/>
              </a:rPr>
              <a:t>）</a:t>
            </a:r>
            <a:r>
              <a:rPr dirty="0" sz="2400">
                <a:latin typeface="UKIJ CJK"/>
                <a:cs typeface="UKIJ CJK"/>
              </a:rPr>
              <a:t>：为完成计算机间的 通信合作，将计算机互联的功能划分成定义明确的层次，  规定了相邻层间通信的接口与服务，以及同层实体通信的 协议。这种层和协议的集合称之为</a:t>
            </a:r>
            <a:r>
              <a:rPr dirty="0" sz="2400" spc="5" b="0">
                <a:latin typeface="Noto Sans CJK JP Medium"/>
                <a:cs typeface="Noto Sans CJK JP Medium"/>
              </a:rPr>
              <a:t>协议体系结构</a:t>
            </a:r>
            <a:r>
              <a:rPr dirty="0" sz="2400" b="0">
                <a:latin typeface="Noto Sans CJK JP Medium"/>
                <a:cs typeface="Noto Sans CJK JP Medium"/>
              </a:rPr>
              <a:t>（</a:t>
            </a:r>
            <a:r>
              <a:rPr dirty="0" sz="2400" spc="-10" b="0">
                <a:latin typeface="Noto Sans CJK JP Medium"/>
                <a:cs typeface="Noto Sans CJK JP Medium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protocol  architecture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spc="5" b="0">
                <a:latin typeface="Noto Sans CJK JP Medium"/>
                <a:cs typeface="Noto Sans CJK JP Medium"/>
              </a:rPr>
              <a:t>）</a:t>
            </a:r>
            <a:r>
              <a:rPr dirty="0" sz="2400">
                <a:latin typeface="UKIJ CJK"/>
                <a:cs typeface="UKIJ CJK"/>
              </a:rPr>
              <a:t>。它精确定义了计算机网络及其部件所应完 成的功能。</a:t>
            </a:r>
            <a:endParaRPr sz="2400">
              <a:latin typeface="UKIJ CJK"/>
              <a:cs typeface="UKIJ CJK"/>
            </a:endParaRPr>
          </a:p>
          <a:p>
            <a:pPr algn="just" marL="355600" marR="248920" indent="-342900">
              <a:lnSpc>
                <a:spcPct val="120000"/>
              </a:lnSpc>
              <a:spcBef>
                <a:spcPts val="595"/>
              </a:spcBef>
              <a:buClr>
                <a:srgbClr val="0000FF"/>
              </a:buClr>
              <a:buSzPct val="85416"/>
              <a:buFont typeface="Wingdings"/>
              <a:buChar char=""/>
              <a:tabLst>
                <a:tab pos="355600" algn="l"/>
              </a:tabLst>
            </a:pPr>
            <a:r>
              <a:rPr dirty="0" sz="2400" spc="5" b="0">
                <a:latin typeface="Noto Sans CJK JP Medium"/>
                <a:cs typeface="Noto Sans CJK JP Medium"/>
              </a:rPr>
              <a:t>实</a:t>
            </a:r>
            <a:r>
              <a:rPr dirty="0" sz="2400" b="0">
                <a:latin typeface="Noto Sans CJK JP Medium"/>
                <a:cs typeface="Noto Sans CJK JP Medium"/>
              </a:rPr>
              <a:t>现</a:t>
            </a:r>
            <a:r>
              <a:rPr dirty="0" sz="2400" spc="45" b="0">
                <a:latin typeface="Noto Sans CJK JP Medium"/>
                <a:cs typeface="Noto Sans CJK JP Medium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(implementation)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spc="5" b="0">
                <a:latin typeface="Noto Sans CJK JP Medium"/>
                <a:cs typeface="Noto Sans CJK JP Medium"/>
              </a:rPr>
              <a:t>：</a:t>
            </a:r>
            <a:r>
              <a:rPr dirty="0" sz="2400">
                <a:latin typeface="UKIJ CJK"/>
                <a:cs typeface="UKIJ CJK"/>
              </a:rPr>
              <a:t>遵循这种体系结构的前提下用何 种硬件或软件完成这些功能的问题。体系结构是抽象的， 而实现则是具体的，是真正在运行的计算机硬件和软件。</a:t>
            </a:r>
            <a:endParaRPr sz="2400">
              <a:latin typeface="UKIJ CJK"/>
              <a:cs typeface="UKIJ CJK"/>
            </a:endParaRPr>
          </a:p>
          <a:p>
            <a:pPr algn="just" marL="355600" marR="141605" indent="-342900">
              <a:lnSpc>
                <a:spcPct val="120000"/>
              </a:lnSpc>
              <a:spcBef>
                <a:spcPts val="600"/>
              </a:spcBef>
              <a:buClr>
                <a:srgbClr val="0000FF"/>
              </a:buClr>
              <a:buSzPct val="85416"/>
              <a:buFont typeface="Wingdings"/>
              <a:buChar char=""/>
              <a:tabLst>
                <a:tab pos="355600" algn="l"/>
              </a:tabLst>
            </a:pPr>
            <a:r>
              <a:rPr dirty="0" sz="2400" spc="5" b="0">
                <a:latin typeface="Noto Sans CJK JP Medium"/>
                <a:cs typeface="Noto Sans CJK JP Medium"/>
              </a:rPr>
              <a:t>协议栈</a:t>
            </a:r>
            <a:r>
              <a:rPr dirty="0" sz="2400" spc="-10" b="0">
                <a:latin typeface="Noto Sans CJK JP Medium"/>
                <a:cs typeface="Noto Sans CJK JP Medium"/>
              </a:rPr>
              <a:t>（</a:t>
            </a:r>
            <a:r>
              <a:rPr dirty="0" sz="2400" spc="-10" b="1">
                <a:latin typeface="Times New Roman"/>
                <a:cs typeface="Times New Roman"/>
              </a:rPr>
              <a:t>protocol</a:t>
            </a:r>
            <a:r>
              <a:rPr dirty="0" sz="2400" spc="-6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stack)</a:t>
            </a:r>
            <a:r>
              <a:rPr dirty="0" sz="2400" b="0">
                <a:latin typeface="Noto Sans CJK JP Medium"/>
                <a:cs typeface="Noto Sans CJK JP Medium"/>
              </a:rPr>
              <a:t>：</a:t>
            </a:r>
            <a:r>
              <a:rPr dirty="0" sz="2400">
                <a:latin typeface="UKIJ CJK"/>
                <a:cs typeface="UKIJ CJK"/>
              </a:rPr>
              <a:t>协议体系结构中竖直排列的这些 层中的一组协议（每一层一个或几个协议）</a:t>
            </a:r>
            <a:r>
              <a:rPr dirty="0" sz="2400" spc="-100">
                <a:latin typeface="UKIJ CJK"/>
                <a:cs typeface="UKIJ CJK"/>
              </a:rPr>
              <a:t> </a:t>
            </a:r>
            <a:r>
              <a:rPr dirty="0" sz="2400">
                <a:latin typeface="Noto Sans CJK JP Black"/>
                <a:cs typeface="Noto Sans CJK JP Black"/>
              </a:rPr>
              <a:t>。</a:t>
            </a:r>
            <a:r>
              <a:rPr dirty="0" sz="2400">
                <a:latin typeface="UKIJ CJK"/>
                <a:cs typeface="UKIJ CJK"/>
              </a:rPr>
              <a:t>也就是在一 个系统中所使用的一组协议。</a:t>
            </a:r>
            <a:endParaRPr sz="2400">
              <a:latin typeface="UKIJ CJK"/>
              <a:cs typeface="UKIJ CJ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431330" y="459015"/>
            <a:ext cx="7645400" cy="4109085"/>
          </a:xfrm>
          <a:prstGeom prst="rect">
            <a:avLst/>
          </a:prstGeom>
        </p:spPr>
        <p:txBody>
          <a:bodyPr wrap="square" lIns="0" tIns="15303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05"/>
              </a:spcBef>
              <a:buClr>
                <a:srgbClr val="0000FF"/>
              </a:buClr>
              <a:buSzPct val="85416"/>
              <a:buFont typeface="Wingdings"/>
              <a:buChar char=""/>
              <a:tabLst>
                <a:tab pos="355600" algn="l"/>
              </a:tabLst>
            </a:pPr>
            <a:r>
              <a:rPr dirty="0" sz="2400" spc="10" b="0">
                <a:latin typeface="Noto Sans CJK JP Medium"/>
                <a:cs typeface="Noto Sans CJK JP Medium"/>
              </a:rPr>
              <a:t>简单的协议体系结</a:t>
            </a:r>
            <a:r>
              <a:rPr dirty="0" sz="2400" b="0">
                <a:latin typeface="Noto Sans CJK JP Medium"/>
                <a:cs typeface="Noto Sans CJK JP Medium"/>
              </a:rPr>
              <a:t>构</a:t>
            </a:r>
            <a:endParaRPr sz="2400">
              <a:latin typeface="Noto Sans CJK JP Medium"/>
              <a:cs typeface="Noto Sans CJK JP Medium"/>
            </a:endParaRPr>
          </a:p>
          <a:p>
            <a:pPr marL="12700" marR="5080">
              <a:lnSpc>
                <a:spcPct val="120000"/>
              </a:lnSpc>
              <a:spcBef>
                <a:spcPts val="530"/>
              </a:spcBef>
            </a:pPr>
            <a:r>
              <a:rPr dirty="0" sz="2400">
                <a:latin typeface="UKIJ CJK"/>
                <a:cs typeface="UKIJ CJK"/>
              </a:rPr>
              <a:t>为有助于理解协议体系结构中多层通信，给出一个简单的 协议体系结构。</a:t>
            </a:r>
            <a:r>
              <a:rPr dirty="0" sz="2400">
                <a:solidFill>
                  <a:srgbClr val="CC0000"/>
                </a:solidFill>
                <a:latin typeface="UKIJ CJK"/>
                <a:cs typeface="UKIJ CJK"/>
              </a:rPr>
              <a:t>分布式数据通信涉及三个部分，应用程序</a:t>
            </a:r>
            <a:endParaRPr sz="2400">
              <a:latin typeface="UKIJ CJK"/>
              <a:cs typeface="UKIJ CJK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2400">
                <a:solidFill>
                  <a:srgbClr val="CC0000"/>
                </a:solidFill>
                <a:latin typeface="UKIJ CJK"/>
                <a:cs typeface="UKIJ CJK"/>
              </a:rPr>
              <a:t>、计算机和网络</a:t>
            </a:r>
            <a:r>
              <a:rPr dirty="0" sz="2400">
                <a:latin typeface="UKIJ CJK"/>
                <a:cs typeface="UKIJ CJK"/>
              </a:rPr>
              <a:t>。</a:t>
            </a:r>
            <a:r>
              <a:rPr dirty="0" sz="2400">
                <a:solidFill>
                  <a:srgbClr val="CC0000"/>
                </a:solidFill>
                <a:latin typeface="UKIJ CJK"/>
                <a:cs typeface="UKIJ CJK"/>
              </a:rPr>
              <a:t>应用程序</a:t>
            </a:r>
            <a:r>
              <a:rPr dirty="0" sz="2400">
                <a:latin typeface="UKIJ CJK"/>
                <a:cs typeface="UKIJ CJK"/>
              </a:rPr>
              <a:t>如浏览器，它运行在计算机上</a:t>
            </a:r>
            <a:endParaRPr sz="2400">
              <a:latin typeface="UKIJ CJK"/>
              <a:cs typeface="UKIJ CJK"/>
            </a:endParaRPr>
          </a:p>
          <a:p>
            <a:pPr algn="just" marL="12700" marR="5080">
              <a:lnSpc>
                <a:spcPts val="3460"/>
              </a:lnSpc>
              <a:spcBef>
                <a:spcPts val="204"/>
              </a:spcBef>
            </a:pPr>
            <a:r>
              <a:rPr dirty="0" sz="2400">
                <a:latin typeface="UKIJ CJK"/>
                <a:cs typeface="UKIJ CJK"/>
              </a:rPr>
              <a:t>，并且计算机支持多个应用进程的并发运行。</a:t>
            </a:r>
            <a:r>
              <a:rPr dirty="0" sz="2400">
                <a:solidFill>
                  <a:srgbClr val="CC0000"/>
                </a:solidFill>
                <a:latin typeface="UKIJ CJK"/>
                <a:cs typeface="UKIJ CJK"/>
              </a:rPr>
              <a:t>计算机</a:t>
            </a:r>
            <a:r>
              <a:rPr dirty="0" sz="2400">
                <a:latin typeface="UKIJ CJK"/>
                <a:cs typeface="UKIJ CJK"/>
              </a:rPr>
              <a:t>连接 到网络上，需要交换的数据通过</a:t>
            </a:r>
            <a:r>
              <a:rPr dirty="0" sz="2400">
                <a:solidFill>
                  <a:srgbClr val="CC0000"/>
                </a:solidFill>
                <a:latin typeface="UKIJ CJK"/>
                <a:cs typeface="UKIJ CJK"/>
              </a:rPr>
              <a:t>网络</a:t>
            </a:r>
            <a:r>
              <a:rPr dirty="0" sz="2400">
                <a:latin typeface="UKIJ CJK"/>
                <a:cs typeface="UKIJ CJK"/>
              </a:rPr>
              <a:t>从一台计算机传送到 另一台计算机上。即在两台不同计算机上的运行的应用进 程间进行数据传递。这样可将</a:t>
            </a:r>
            <a:r>
              <a:rPr dirty="0" sz="2400">
                <a:solidFill>
                  <a:srgbClr val="CC0000"/>
                </a:solidFill>
                <a:latin typeface="UKIJ CJK"/>
                <a:cs typeface="UKIJ CJK"/>
              </a:rPr>
              <a:t>通信划分为三个相对独立的 层次：网络接口层、运输层和应用层</a:t>
            </a:r>
            <a:r>
              <a:rPr dirty="0" sz="2400" b="0">
                <a:latin typeface="Noto Sans CJK JP Medium"/>
                <a:cs typeface="Noto Sans CJK JP Medium"/>
              </a:rPr>
              <a:t>。</a:t>
            </a:r>
            <a:endParaRPr sz="2400">
              <a:latin typeface="Noto Sans CJK JP Medium"/>
              <a:cs typeface="Noto Sans CJK JP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490842" y="492620"/>
            <a:ext cx="7649209" cy="49980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95"/>
              </a:spcBef>
            </a:pPr>
            <a:r>
              <a:rPr dirty="0" sz="2400" spc="5" b="0">
                <a:latin typeface="Noto Sans CJK JP Medium"/>
                <a:cs typeface="Noto Sans CJK JP Medium"/>
              </a:rPr>
              <a:t>网络接口层：</a:t>
            </a:r>
            <a:r>
              <a:rPr dirty="0" sz="2400">
                <a:latin typeface="UKIJ CJK"/>
                <a:cs typeface="UKIJ CJK"/>
              </a:rPr>
              <a:t>实现计算机与所连网络之间的数据交换，网 络接口层根据所使用的网络类型（不同的局域网和广域网</a:t>
            </a:r>
            <a:endParaRPr sz="2400">
              <a:latin typeface="UKIJ CJK"/>
              <a:cs typeface="UKIJ CJK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2400">
                <a:latin typeface="UKIJ CJK"/>
                <a:cs typeface="UKIJ CJK"/>
              </a:rPr>
              <a:t>）和技术（电路交换或分组交换）而采用不同的网络软件</a:t>
            </a:r>
            <a:endParaRPr sz="2400">
              <a:latin typeface="UKIJ CJK"/>
              <a:cs typeface="UKIJ CJK"/>
            </a:endParaRPr>
          </a:p>
          <a:p>
            <a:pPr marL="12700" marR="8890">
              <a:lnSpc>
                <a:spcPts val="3460"/>
              </a:lnSpc>
              <a:spcBef>
                <a:spcPts val="204"/>
              </a:spcBef>
            </a:pPr>
            <a:r>
              <a:rPr dirty="0" sz="2400">
                <a:latin typeface="UKIJ CJK"/>
                <a:cs typeface="UKIJ CJK"/>
              </a:rPr>
              <a:t>，这样与网络接入有关的功能划分为一个独立的层次，位 于该层之上的运输软件就不必关心所使用的网络类型了。</a:t>
            </a:r>
            <a:endParaRPr sz="2400">
              <a:latin typeface="UKIJ CJK"/>
              <a:cs typeface="UKIJ CJK"/>
            </a:endParaRPr>
          </a:p>
          <a:p>
            <a:pPr algn="just" marL="12700" marR="6350">
              <a:lnSpc>
                <a:spcPct val="120000"/>
              </a:lnSpc>
              <a:spcBef>
                <a:spcPts val="355"/>
              </a:spcBef>
            </a:pPr>
            <a:r>
              <a:rPr dirty="0" sz="2400" spc="5" b="0">
                <a:latin typeface="Noto Sans CJK JP Medium"/>
                <a:cs typeface="Noto Sans CJK JP Medium"/>
              </a:rPr>
              <a:t>运输层：</a:t>
            </a:r>
            <a:r>
              <a:rPr dirty="0" sz="2400">
                <a:latin typeface="UKIJ CJK"/>
                <a:cs typeface="UKIJ CJK"/>
              </a:rPr>
              <a:t>通过网络连接的计算机上的应用进程之间的数据 交换通常要求是可靠的，而这种可靠性机制与应用程序类 型无关，并且都集中在同一层中，由所有应用程序共享， 这一层称为运输层。</a:t>
            </a:r>
            <a:endParaRPr sz="2400">
              <a:latin typeface="UKIJ CJK"/>
              <a:cs typeface="UKIJ CJK"/>
            </a:endParaRPr>
          </a:p>
          <a:p>
            <a:pPr marL="12700" marR="6350">
              <a:lnSpc>
                <a:spcPct val="120000"/>
              </a:lnSpc>
              <a:spcBef>
                <a:spcPts val="575"/>
              </a:spcBef>
            </a:pPr>
            <a:r>
              <a:rPr dirty="0" sz="2400" spc="5" b="0">
                <a:latin typeface="Noto Sans CJK JP Medium"/>
                <a:cs typeface="Noto Sans CJK JP Medium"/>
              </a:rPr>
              <a:t>应用层：</a:t>
            </a:r>
            <a:r>
              <a:rPr dirty="0" sz="2400">
                <a:latin typeface="UKIJ CJK"/>
                <a:cs typeface="UKIJ CJK"/>
              </a:rPr>
              <a:t>包含用于支持各种不同的用户应用逻辑，对不同 类型的应用，需要一个独立的专门负责该应用的模块。</a:t>
            </a:r>
            <a:endParaRPr sz="2400">
              <a:latin typeface="UKIJ CJK"/>
              <a:cs typeface="UKIJ CJ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1855" y="240728"/>
            <a:ext cx="2902585" cy="16160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indent="-342900">
              <a:lnSpc>
                <a:spcPts val="2165"/>
              </a:lnSpc>
              <a:spcBef>
                <a:spcPts val="95"/>
              </a:spcBef>
              <a:buClr>
                <a:srgbClr val="0000FF"/>
              </a:buClr>
              <a:buSzPct val="84210"/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dirty="0" sz="1900">
                <a:latin typeface="UKIJ CJK"/>
                <a:cs typeface="UKIJ CJK"/>
              </a:rPr>
              <a:t>层</a:t>
            </a:r>
            <a:r>
              <a:rPr dirty="0" sz="1900" spc="-5">
                <a:latin typeface="Times New Roman"/>
                <a:cs typeface="Times New Roman"/>
              </a:rPr>
              <a:t>(layer)</a:t>
            </a:r>
            <a:endParaRPr sz="1900">
              <a:latin typeface="Times New Roman"/>
              <a:cs typeface="Times New Roman"/>
            </a:endParaRPr>
          </a:p>
          <a:p>
            <a:pPr marL="355600" indent="-342900">
              <a:lnSpc>
                <a:spcPts val="2050"/>
              </a:lnSpc>
              <a:buClr>
                <a:srgbClr val="0000FF"/>
              </a:buClr>
              <a:buSzPct val="84210"/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dirty="0" sz="1900">
                <a:latin typeface="UKIJ CJK"/>
                <a:cs typeface="UKIJ CJK"/>
              </a:rPr>
              <a:t>协议</a:t>
            </a:r>
            <a:r>
              <a:rPr dirty="0" sz="1900" spc="-5">
                <a:latin typeface="Times New Roman"/>
                <a:cs typeface="Times New Roman"/>
              </a:rPr>
              <a:t>(protocol)</a:t>
            </a:r>
            <a:endParaRPr sz="1900">
              <a:latin typeface="Times New Roman"/>
              <a:cs typeface="Times New Roman"/>
            </a:endParaRPr>
          </a:p>
          <a:p>
            <a:pPr marL="355600" indent="-342900">
              <a:lnSpc>
                <a:spcPts val="2050"/>
              </a:lnSpc>
              <a:buClr>
                <a:srgbClr val="0000FF"/>
              </a:buClr>
              <a:buSzPct val="84210"/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dirty="0" sz="1900">
                <a:latin typeface="UKIJ CJK"/>
                <a:cs typeface="UKIJ CJK"/>
              </a:rPr>
              <a:t>对等实体</a:t>
            </a:r>
            <a:r>
              <a:rPr dirty="0" sz="1900" spc="15">
                <a:latin typeface="UKIJ CJK"/>
                <a:cs typeface="UKIJ CJK"/>
              </a:rPr>
              <a:t>（peer</a:t>
            </a:r>
            <a:r>
              <a:rPr dirty="0" sz="1900" spc="50">
                <a:latin typeface="UKIJ CJK"/>
                <a:cs typeface="UKIJ CJK"/>
              </a:rPr>
              <a:t> </a:t>
            </a:r>
            <a:r>
              <a:rPr dirty="0" sz="1900" spc="55">
                <a:latin typeface="UKIJ CJK"/>
                <a:cs typeface="UKIJ CJK"/>
              </a:rPr>
              <a:t>entity)</a:t>
            </a:r>
            <a:endParaRPr sz="1900">
              <a:latin typeface="UKIJ CJK"/>
              <a:cs typeface="UKIJ CJK"/>
            </a:endParaRPr>
          </a:p>
          <a:p>
            <a:pPr marL="355600" indent="-342900">
              <a:lnSpc>
                <a:spcPts val="2050"/>
              </a:lnSpc>
              <a:buClr>
                <a:srgbClr val="0000FF"/>
              </a:buClr>
              <a:buSzPct val="84210"/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dirty="0" sz="1900">
                <a:latin typeface="UKIJ CJK"/>
                <a:cs typeface="UKIJ CJK"/>
              </a:rPr>
              <a:t>接口</a:t>
            </a:r>
            <a:r>
              <a:rPr dirty="0" sz="1900" spc="-5">
                <a:latin typeface="UKIJ CJK"/>
                <a:cs typeface="UKIJ CJK"/>
              </a:rPr>
              <a:t>（</a:t>
            </a:r>
            <a:r>
              <a:rPr dirty="0" sz="1900" spc="-5">
                <a:latin typeface="Times New Roman"/>
                <a:cs typeface="Times New Roman"/>
              </a:rPr>
              <a:t>interface)</a:t>
            </a:r>
            <a:endParaRPr sz="1900">
              <a:latin typeface="Times New Roman"/>
              <a:cs typeface="Times New Roman"/>
            </a:endParaRPr>
          </a:p>
          <a:p>
            <a:pPr marL="355600" indent="-342900">
              <a:lnSpc>
                <a:spcPts val="2050"/>
              </a:lnSpc>
              <a:buClr>
                <a:srgbClr val="0000FF"/>
              </a:buClr>
              <a:buSzPct val="84210"/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dirty="0" sz="1900">
                <a:latin typeface="UKIJ CJK"/>
                <a:cs typeface="UKIJ CJK"/>
              </a:rPr>
              <a:t>服务</a:t>
            </a:r>
            <a:r>
              <a:rPr dirty="0" sz="1900" spc="-5">
                <a:latin typeface="Times New Roman"/>
                <a:cs typeface="Times New Roman"/>
              </a:rPr>
              <a:t>(service</a:t>
            </a:r>
            <a:r>
              <a:rPr dirty="0" sz="1900">
                <a:latin typeface="UKIJ CJK"/>
                <a:cs typeface="UKIJ CJK"/>
              </a:rPr>
              <a:t>或业务</a:t>
            </a:r>
            <a:r>
              <a:rPr dirty="0" sz="1900" spc="-5">
                <a:latin typeface="Times New Roman"/>
                <a:cs typeface="Times New Roman"/>
              </a:rPr>
              <a:t>)</a:t>
            </a:r>
            <a:endParaRPr sz="1900">
              <a:latin typeface="Times New Roman"/>
              <a:cs typeface="Times New Roman"/>
            </a:endParaRPr>
          </a:p>
          <a:p>
            <a:pPr marL="355600" indent="-342900">
              <a:lnSpc>
                <a:spcPts val="2165"/>
              </a:lnSpc>
              <a:buClr>
                <a:srgbClr val="0000FF"/>
              </a:buClr>
              <a:buSzPct val="84210"/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dirty="0" sz="1900">
                <a:latin typeface="UKIJ CJK"/>
                <a:cs typeface="UKIJ CJK"/>
              </a:rPr>
              <a:t>原语</a:t>
            </a:r>
            <a:r>
              <a:rPr dirty="0" sz="1900" spc="-5">
                <a:latin typeface="Times New Roman"/>
                <a:cs typeface="Times New Roman"/>
              </a:rPr>
              <a:t>(primitive)</a:t>
            </a:r>
            <a:endParaRPr sz="19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07161" y="2077991"/>
            <a:ext cx="7515225" cy="3437890"/>
            <a:chOff x="1507161" y="2077991"/>
            <a:chExt cx="7515225" cy="3437890"/>
          </a:xfrm>
        </p:grpSpPr>
        <p:sp>
          <p:nvSpPr>
            <p:cNvPr id="4" name="object 4"/>
            <p:cNvSpPr/>
            <p:nvPr/>
          </p:nvSpPr>
          <p:spPr>
            <a:xfrm>
              <a:off x="1507161" y="2077991"/>
              <a:ext cx="5264576" cy="343726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729983" y="4232148"/>
              <a:ext cx="2287905" cy="1111250"/>
            </a:xfrm>
            <a:custGeom>
              <a:avLst/>
              <a:gdLst/>
              <a:ahLst/>
              <a:cxnLst/>
              <a:rect l="l" t="t" r="r" b="b"/>
              <a:pathLst>
                <a:path w="2287904" h="1111250">
                  <a:moveTo>
                    <a:pt x="2287524" y="1110996"/>
                  </a:moveTo>
                  <a:lnTo>
                    <a:pt x="271272" y="1110996"/>
                  </a:lnTo>
                  <a:lnTo>
                    <a:pt x="271272" y="419100"/>
                  </a:lnTo>
                  <a:lnTo>
                    <a:pt x="608076" y="419100"/>
                  </a:lnTo>
                  <a:lnTo>
                    <a:pt x="0" y="0"/>
                  </a:lnTo>
                  <a:lnTo>
                    <a:pt x="1110996" y="419100"/>
                  </a:lnTo>
                  <a:lnTo>
                    <a:pt x="2287524" y="419100"/>
                  </a:lnTo>
                  <a:lnTo>
                    <a:pt x="2287524" y="1110996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696341" y="4213771"/>
              <a:ext cx="2326005" cy="1134745"/>
            </a:xfrm>
            <a:custGeom>
              <a:avLst/>
              <a:gdLst/>
              <a:ahLst/>
              <a:cxnLst/>
              <a:rect l="l" t="t" r="r" b="b"/>
              <a:pathLst>
                <a:path w="2326004" h="1134745">
                  <a:moveTo>
                    <a:pt x="638378" y="441794"/>
                  </a:moveTo>
                  <a:lnTo>
                    <a:pt x="0" y="228"/>
                  </a:lnTo>
                  <a:lnTo>
                    <a:pt x="126" y="0"/>
                  </a:lnTo>
                  <a:lnTo>
                    <a:pt x="36918" y="13906"/>
                  </a:lnTo>
                  <a:lnTo>
                    <a:pt x="36512" y="13906"/>
                  </a:lnTo>
                  <a:lnTo>
                    <a:pt x="32118" y="22275"/>
                  </a:lnTo>
                  <a:lnTo>
                    <a:pt x="68485" y="36021"/>
                  </a:lnTo>
                  <a:lnTo>
                    <a:pt x="642577" y="433108"/>
                  </a:lnTo>
                  <a:lnTo>
                    <a:pt x="641083" y="433108"/>
                  </a:lnTo>
                  <a:lnTo>
                    <a:pt x="638378" y="441794"/>
                  </a:lnTo>
                  <a:close/>
                </a:path>
                <a:path w="2326004" h="1134745">
                  <a:moveTo>
                    <a:pt x="68485" y="36021"/>
                  </a:moveTo>
                  <a:lnTo>
                    <a:pt x="32118" y="22275"/>
                  </a:lnTo>
                  <a:lnTo>
                    <a:pt x="36512" y="13906"/>
                  </a:lnTo>
                  <a:lnTo>
                    <a:pt x="68485" y="36021"/>
                  </a:lnTo>
                  <a:close/>
                </a:path>
                <a:path w="2326004" h="1134745">
                  <a:moveTo>
                    <a:pt x="2316429" y="442633"/>
                  </a:moveTo>
                  <a:lnTo>
                    <a:pt x="1144257" y="442633"/>
                  </a:lnTo>
                  <a:lnTo>
                    <a:pt x="68485" y="36021"/>
                  </a:lnTo>
                  <a:lnTo>
                    <a:pt x="36512" y="13906"/>
                  </a:lnTo>
                  <a:lnTo>
                    <a:pt x="36918" y="13906"/>
                  </a:lnTo>
                  <a:lnTo>
                    <a:pt x="1145970" y="433108"/>
                  </a:lnTo>
                  <a:lnTo>
                    <a:pt x="1145120" y="433108"/>
                  </a:lnTo>
                  <a:lnTo>
                    <a:pt x="1146810" y="433425"/>
                  </a:lnTo>
                  <a:lnTo>
                    <a:pt x="2325954" y="433425"/>
                  </a:lnTo>
                  <a:lnTo>
                    <a:pt x="2325954" y="437870"/>
                  </a:lnTo>
                  <a:lnTo>
                    <a:pt x="2316429" y="437870"/>
                  </a:lnTo>
                  <a:lnTo>
                    <a:pt x="2316429" y="442633"/>
                  </a:lnTo>
                  <a:close/>
                </a:path>
                <a:path w="2326004" h="1134745">
                  <a:moveTo>
                    <a:pt x="2325954" y="1134376"/>
                  </a:moveTo>
                  <a:lnTo>
                    <a:pt x="300304" y="1134376"/>
                  </a:lnTo>
                  <a:lnTo>
                    <a:pt x="300304" y="433108"/>
                  </a:lnTo>
                  <a:lnTo>
                    <a:pt x="625819" y="433108"/>
                  </a:lnTo>
                  <a:lnTo>
                    <a:pt x="632704" y="437870"/>
                  </a:lnTo>
                  <a:lnTo>
                    <a:pt x="309829" y="437870"/>
                  </a:lnTo>
                  <a:lnTo>
                    <a:pt x="305066" y="442633"/>
                  </a:lnTo>
                  <a:lnTo>
                    <a:pt x="309829" y="442633"/>
                  </a:lnTo>
                  <a:lnTo>
                    <a:pt x="309829" y="1124851"/>
                  </a:lnTo>
                  <a:lnTo>
                    <a:pt x="305066" y="1124851"/>
                  </a:lnTo>
                  <a:lnTo>
                    <a:pt x="309829" y="1129614"/>
                  </a:lnTo>
                  <a:lnTo>
                    <a:pt x="2325954" y="1129614"/>
                  </a:lnTo>
                  <a:lnTo>
                    <a:pt x="2325954" y="1134376"/>
                  </a:lnTo>
                  <a:close/>
                </a:path>
                <a:path w="2326004" h="1134745">
                  <a:moveTo>
                    <a:pt x="655136" y="441794"/>
                  </a:moveTo>
                  <a:lnTo>
                    <a:pt x="638378" y="441794"/>
                  </a:lnTo>
                  <a:lnTo>
                    <a:pt x="641083" y="433108"/>
                  </a:lnTo>
                  <a:lnTo>
                    <a:pt x="642577" y="433108"/>
                  </a:lnTo>
                  <a:lnTo>
                    <a:pt x="655136" y="441794"/>
                  </a:lnTo>
                  <a:close/>
                </a:path>
                <a:path w="2326004" h="1134745">
                  <a:moveTo>
                    <a:pt x="1146810" y="433425"/>
                  </a:moveTo>
                  <a:lnTo>
                    <a:pt x="1145120" y="433108"/>
                  </a:lnTo>
                  <a:lnTo>
                    <a:pt x="1145970" y="433108"/>
                  </a:lnTo>
                  <a:lnTo>
                    <a:pt x="1146810" y="433425"/>
                  </a:lnTo>
                  <a:close/>
                </a:path>
                <a:path w="2326004" h="1134745">
                  <a:moveTo>
                    <a:pt x="2325954" y="433425"/>
                  </a:moveTo>
                  <a:lnTo>
                    <a:pt x="1146810" y="433425"/>
                  </a:lnTo>
                  <a:lnTo>
                    <a:pt x="1145970" y="433108"/>
                  </a:lnTo>
                  <a:lnTo>
                    <a:pt x="2325954" y="433108"/>
                  </a:lnTo>
                  <a:lnTo>
                    <a:pt x="2325954" y="433425"/>
                  </a:lnTo>
                  <a:close/>
                </a:path>
                <a:path w="2326004" h="1134745">
                  <a:moveTo>
                    <a:pt x="309829" y="442633"/>
                  </a:moveTo>
                  <a:lnTo>
                    <a:pt x="305066" y="442633"/>
                  </a:lnTo>
                  <a:lnTo>
                    <a:pt x="309829" y="437870"/>
                  </a:lnTo>
                  <a:lnTo>
                    <a:pt x="309829" y="442633"/>
                  </a:lnTo>
                  <a:close/>
                </a:path>
                <a:path w="2326004" h="1134745">
                  <a:moveTo>
                    <a:pt x="656348" y="442633"/>
                  </a:moveTo>
                  <a:lnTo>
                    <a:pt x="309829" y="442633"/>
                  </a:lnTo>
                  <a:lnTo>
                    <a:pt x="309829" y="437870"/>
                  </a:lnTo>
                  <a:lnTo>
                    <a:pt x="632704" y="437870"/>
                  </a:lnTo>
                  <a:lnTo>
                    <a:pt x="638378" y="441794"/>
                  </a:lnTo>
                  <a:lnTo>
                    <a:pt x="655136" y="441794"/>
                  </a:lnTo>
                  <a:lnTo>
                    <a:pt x="656348" y="442633"/>
                  </a:lnTo>
                  <a:close/>
                </a:path>
                <a:path w="2326004" h="1134745">
                  <a:moveTo>
                    <a:pt x="2316429" y="1129614"/>
                  </a:moveTo>
                  <a:lnTo>
                    <a:pt x="2316429" y="437870"/>
                  </a:lnTo>
                  <a:lnTo>
                    <a:pt x="2321191" y="442633"/>
                  </a:lnTo>
                  <a:lnTo>
                    <a:pt x="2325954" y="442633"/>
                  </a:lnTo>
                  <a:lnTo>
                    <a:pt x="2325954" y="1124851"/>
                  </a:lnTo>
                  <a:lnTo>
                    <a:pt x="2321191" y="1124851"/>
                  </a:lnTo>
                  <a:lnTo>
                    <a:pt x="2316429" y="1129614"/>
                  </a:lnTo>
                  <a:close/>
                </a:path>
                <a:path w="2326004" h="1134745">
                  <a:moveTo>
                    <a:pt x="2325954" y="442633"/>
                  </a:moveTo>
                  <a:lnTo>
                    <a:pt x="2321191" y="442633"/>
                  </a:lnTo>
                  <a:lnTo>
                    <a:pt x="2316429" y="437870"/>
                  </a:lnTo>
                  <a:lnTo>
                    <a:pt x="2325954" y="437870"/>
                  </a:lnTo>
                  <a:lnTo>
                    <a:pt x="2325954" y="442633"/>
                  </a:lnTo>
                  <a:close/>
                </a:path>
                <a:path w="2326004" h="1134745">
                  <a:moveTo>
                    <a:pt x="309829" y="1129614"/>
                  </a:moveTo>
                  <a:lnTo>
                    <a:pt x="305066" y="1124851"/>
                  </a:lnTo>
                  <a:lnTo>
                    <a:pt x="309829" y="1124851"/>
                  </a:lnTo>
                  <a:lnTo>
                    <a:pt x="309829" y="1129614"/>
                  </a:lnTo>
                  <a:close/>
                </a:path>
                <a:path w="2326004" h="1134745">
                  <a:moveTo>
                    <a:pt x="2316429" y="1129614"/>
                  </a:moveTo>
                  <a:lnTo>
                    <a:pt x="309829" y="1129614"/>
                  </a:lnTo>
                  <a:lnTo>
                    <a:pt x="309829" y="1124851"/>
                  </a:lnTo>
                  <a:lnTo>
                    <a:pt x="2316429" y="1124851"/>
                  </a:lnTo>
                  <a:lnTo>
                    <a:pt x="2316429" y="1129614"/>
                  </a:lnTo>
                  <a:close/>
                </a:path>
                <a:path w="2326004" h="1134745">
                  <a:moveTo>
                    <a:pt x="2325954" y="1129614"/>
                  </a:moveTo>
                  <a:lnTo>
                    <a:pt x="2316429" y="1129614"/>
                  </a:lnTo>
                  <a:lnTo>
                    <a:pt x="2321191" y="1124851"/>
                  </a:lnTo>
                  <a:lnTo>
                    <a:pt x="2325954" y="1124851"/>
                  </a:lnTo>
                  <a:lnTo>
                    <a:pt x="2325954" y="11296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7080148" y="4667516"/>
            <a:ext cx="18542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UKIJ CJK"/>
                <a:cs typeface="UKIJ CJK"/>
              </a:rPr>
              <a:t>不同机器中对应层 实体称为</a:t>
            </a:r>
            <a:r>
              <a:rPr dirty="0" sz="1800">
                <a:solidFill>
                  <a:srgbClr val="FF0000"/>
                </a:solidFill>
                <a:latin typeface="UKIJ CJK"/>
                <a:cs typeface="UKIJ CJK"/>
              </a:rPr>
              <a:t>对等实体</a:t>
            </a:r>
            <a:endParaRPr sz="1800">
              <a:latin typeface="UKIJ CJK"/>
              <a:cs typeface="UKIJ CJK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116029" y="1978786"/>
            <a:ext cx="3906520" cy="1246505"/>
            <a:chOff x="5116029" y="1978786"/>
            <a:chExt cx="3906520" cy="1246505"/>
          </a:xfrm>
        </p:grpSpPr>
        <p:sp>
          <p:nvSpPr>
            <p:cNvPr id="9" name="object 9"/>
            <p:cNvSpPr/>
            <p:nvPr/>
          </p:nvSpPr>
          <p:spPr>
            <a:xfrm>
              <a:off x="5154168" y="1984247"/>
              <a:ext cx="3863340" cy="1236345"/>
            </a:xfrm>
            <a:custGeom>
              <a:avLst/>
              <a:gdLst/>
              <a:ahLst/>
              <a:cxnLst/>
              <a:rect l="l" t="t" r="r" b="b"/>
              <a:pathLst>
                <a:path w="3863340" h="1236345">
                  <a:moveTo>
                    <a:pt x="3863340" y="1235964"/>
                  </a:moveTo>
                  <a:lnTo>
                    <a:pt x="1847088" y="1235964"/>
                  </a:lnTo>
                  <a:lnTo>
                    <a:pt x="1847088" y="1030224"/>
                  </a:lnTo>
                  <a:lnTo>
                    <a:pt x="0" y="1030224"/>
                  </a:lnTo>
                  <a:lnTo>
                    <a:pt x="1847088" y="720851"/>
                  </a:lnTo>
                  <a:lnTo>
                    <a:pt x="1847088" y="0"/>
                  </a:lnTo>
                  <a:lnTo>
                    <a:pt x="3863340" y="0"/>
                  </a:lnTo>
                  <a:lnTo>
                    <a:pt x="3863340" y="1235964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116029" y="1978786"/>
              <a:ext cx="3906520" cy="1246505"/>
            </a:xfrm>
            <a:custGeom>
              <a:avLst/>
              <a:gdLst/>
              <a:ahLst/>
              <a:cxnLst/>
              <a:rect l="l" t="t" r="r" b="b"/>
              <a:pathLst>
                <a:path w="3906520" h="1246505">
                  <a:moveTo>
                    <a:pt x="1880616" y="722203"/>
                  </a:moveTo>
                  <a:lnTo>
                    <a:pt x="1880616" y="0"/>
                  </a:lnTo>
                  <a:lnTo>
                    <a:pt x="3906266" y="0"/>
                  </a:lnTo>
                  <a:lnTo>
                    <a:pt x="3906266" y="4762"/>
                  </a:lnTo>
                  <a:lnTo>
                    <a:pt x="1890141" y="4762"/>
                  </a:lnTo>
                  <a:lnTo>
                    <a:pt x="1885378" y="9525"/>
                  </a:lnTo>
                  <a:lnTo>
                    <a:pt x="1890141" y="9525"/>
                  </a:lnTo>
                  <a:lnTo>
                    <a:pt x="1890141" y="721537"/>
                  </a:lnTo>
                  <a:lnTo>
                    <a:pt x="1884591" y="721537"/>
                  </a:lnTo>
                  <a:lnTo>
                    <a:pt x="1880616" y="722203"/>
                  </a:lnTo>
                  <a:close/>
                </a:path>
                <a:path w="3906520" h="1246505">
                  <a:moveTo>
                    <a:pt x="1890141" y="9525"/>
                  </a:moveTo>
                  <a:lnTo>
                    <a:pt x="1885378" y="9525"/>
                  </a:lnTo>
                  <a:lnTo>
                    <a:pt x="1890141" y="4762"/>
                  </a:lnTo>
                  <a:lnTo>
                    <a:pt x="1890141" y="9525"/>
                  </a:lnTo>
                  <a:close/>
                </a:path>
                <a:path w="3906520" h="1246505">
                  <a:moveTo>
                    <a:pt x="3896741" y="9525"/>
                  </a:moveTo>
                  <a:lnTo>
                    <a:pt x="1890141" y="9525"/>
                  </a:lnTo>
                  <a:lnTo>
                    <a:pt x="1890141" y="4762"/>
                  </a:lnTo>
                  <a:lnTo>
                    <a:pt x="3896741" y="4762"/>
                  </a:lnTo>
                  <a:lnTo>
                    <a:pt x="3896741" y="9525"/>
                  </a:lnTo>
                  <a:close/>
                </a:path>
                <a:path w="3906520" h="1246505">
                  <a:moveTo>
                    <a:pt x="3896741" y="1241577"/>
                  </a:moveTo>
                  <a:lnTo>
                    <a:pt x="3896741" y="4762"/>
                  </a:lnTo>
                  <a:lnTo>
                    <a:pt x="3901503" y="9525"/>
                  </a:lnTo>
                  <a:lnTo>
                    <a:pt x="3906266" y="9525"/>
                  </a:lnTo>
                  <a:lnTo>
                    <a:pt x="3906266" y="1236814"/>
                  </a:lnTo>
                  <a:lnTo>
                    <a:pt x="3901503" y="1236814"/>
                  </a:lnTo>
                  <a:lnTo>
                    <a:pt x="3896741" y="1241577"/>
                  </a:lnTo>
                  <a:close/>
                </a:path>
                <a:path w="3906520" h="1246505">
                  <a:moveTo>
                    <a:pt x="3906266" y="9525"/>
                  </a:moveTo>
                  <a:lnTo>
                    <a:pt x="3901503" y="9525"/>
                  </a:lnTo>
                  <a:lnTo>
                    <a:pt x="3896741" y="4762"/>
                  </a:lnTo>
                  <a:lnTo>
                    <a:pt x="3906266" y="4762"/>
                  </a:lnTo>
                  <a:lnTo>
                    <a:pt x="3906266" y="9525"/>
                  </a:lnTo>
                  <a:close/>
                </a:path>
                <a:path w="3906520" h="1246505">
                  <a:moveTo>
                    <a:pt x="1880616" y="726236"/>
                  </a:moveTo>
                  <a:lnTo>
                    <a:pt x="1880616" y="722203"/>
                  </a:lnTo>
                  <a:lnTo>
                    <a:pt x="1884591" y="721537"/>
                  </a:lnTo>
                  <a:lnTo>
                    <a:pt x="1880616" y="726236"/>
                  </a:lnTo>
                  <a:close/>
                </a:path>
                <a:path w="3906520" h="1246505">
                  <a:moveTo>
                    <a:pt x="1890141" y="726236"/>
                  </a:moveTo>
                  <a:lnTo>
                    <a:pt x="1880616" y="726236"/>
                  </a:lnTo>
                  <a:lnTo>
                    <a:pt x="1884591" y="721537"/>
                  </a:lnTo>
                  <a:lnTo>
                    <a:pt x="1890141" y="721537"/>
                  </a:lnTo>
                  <a:lnTo>
                    <a:pt x="1890141" y="726236"/>
                  </a:lnTo>
                  <a:close/>
                </a:path>
                <a:path w="3906520" h="1246505">
                  <a:moveTo>
                    <a:pt x="266" y="1040511"/>
                  </a:moveTo>
                  <a:lnTo>
                    <a:pt x="0" y="1037297"/>
                  </a:lnTo>
                  <a:lnTo>
                    <a:pt x="1880616" y="722203"/>
                  </a:lnTo>
                  <a:lnTo>
                    <a:pt x="1880616" y="726236"/>
                  </a:lnTo>
                  <a:lnTo>
                    <a:pt x="1890141" y="726236"/>
                  </a:lnTo>
                  <a:lnTo>
                    <a:pt x="1890141" y="730262"/>
                  </a:lnTo>
                  <a:lnTo>
                    <a:pt x="95412" y="1030976"/>
                  </a:lnTo>
                  <a:lnTo>
                    <a:pt x="38100" y="1030986"/>
                  </a:lnTo>
                  <a:lnTo>
                    <a:pt x="38887" y="1040447"/>
                  </a:lnTo>
                  <a:lnTo>
                    <a:pt x="392998" y="1040447"/>
                  </a:lnTo>
                  <a:lnTo>
                    <a:pt x="266" y="1040511"/>
                  </a:lnTo>
                  <a:close/>
                </a:path>
                <a:path w="3906520" h="1246505">
                  <a:moveTo>
                    <a:pt x="392998" y="1040447"/>
                  </a:moveTo>
                  <a:lnTo>
                    <a:pt x="38887" y="1040447"/>
                  </a:lnTo>
                  <a:lnTo>
                    <a:pt x="95412" y="1030976"/>
                  </a:lnTo>
                  <a:lnTo>
                    <a:pt x="1890141" y="1030681"/>
                  </a:lnTo>
                  <a:lnTo>
                    <a:pt x="1890141" y="1035443"/>
                  </a:lnTo>
                  <a:lnTo>
                    <a:pt x="1880616" y="1035443"/>
                  </a:lnTo>
                  <a:lnTo>
                    <a:pt x="1880616" y="1040206"/>
                  </a:lnTo>
                  <a:lnTo>
                    <a:pt x="392998" y="1040447"/>
                  </a:lnTo>
                  <a:close/>
                </a:path>
                <a:path w="3906520" h="1246505">
                  <a:moveTo>
                    <a:pt x="38887" y="1040447"/>
                  </a:moveTo>
                  <a:lnTo>
                    <a:pt x="38100" y="1030986"/>
                  </a:lnTo>
                  <a:lnTo>
                    <a:pt x="95412" y="1030976"/>
                  </a:lnTo>
                  <a:lnTo>
                    <a:pt x="38887" y="1040447"/>
                  </a:lnTo>
                  <a:close/>
                </a:path>
                <a:path w="3906520" h="1246505">
                  <a:moveTo>
                    <a:pt x="1880616" y="1040206"/>
                  </a:moveTo>
                  <a:lnTo>
                    <a:pt x="1880616" y="1035443"/>
                  </a:lnTo>
                  <a:lnTo>
                    <a:pt x="1885378" y="1040206"/>
                  </a:lnTo>
                  <a:lnTo>
                    <a:pt x="1880616" y="1040206"/>
                  </a:lnTo>
                  <a:close/>
                </a:path>
                <a:path w="3906520" h="1246505">
                  <a:moveTo>
                    <a:pt x="3906266" y="1246339"/>
                  </a:moveTo>
                  <a:lnTo>
                    <a:pt x="1880616" y="1246339"/>
                  </a:lnTo>
                  <a:lnTo>
                    <a:pt x="1880616" y="1040206"/>
                  </a:lnTo>
                  <a:lnTo>
                    <a:pt x="1885378" y="1040206"/>
                  </a:lnTo>
                  <a:lnTo>
                    <a:pt x="1880616" y="1035443"/>
                  </a:lnTo>
                  <a:lnTo>
                    <a:pt x="1890141" y="1035443"/>
                  </a:lnTo>
                  <a:lnTo>
                    <a:pt x="1890141" y="1236814"/>
                  </a:lnTo>
                  <a:lnTo>
                    <a:pt x="1885378" y="1236814"/>
                  </a:lnTo>
                  <a:lnTo>
                    <a:pt x="1890141" y="1241577"/>
                  </a:lnTo>
                  <a:lnTo>
                    <a:pt x="3906266" y="1241577"/>
                  </a:lnTo>
                  <a:lnTo>
                    <a:pt x="3906266" y="1246339"/>
                  </a:lnTo>
                  <a:close/>
                </a:path>
                <a:path w="3906520" h="1246505">
                  <a:moveTo>
                    <a:pt x="1890141" y="1241577"/>
                  </a:moveTo>
                  <a:lnTo>
                    <a:pt x="1885378" y="1236814"/>
                  </a:lnTo>
                  <a:lnTo>
                    <a:pt x="1890141" y="1236814"/>
                  </a:lnTo>
                  <a:lnTo>
                    <a:pt x="1890141" y="1241577"/>
                  </a:lnTo>
                  <a:close/>
                </a:path>
                <a:path w="3906520" h="1246505">
                  <a:moveTo>
                    <a:pt x="3896741" y="1241577"/>
                  </a:moveTo>
                  <a:lnTo>
                    <a:pt x="1890141" y="1241577"/>
                  </a:lnTo>
                  <a:lnTo>
                    <a:pt x="1890141" y="1236814"/>
                  </a:lnTo>
                  <a:lnTo>
                    <a:pt x="3896741" y="1236814"/>
                  </a:lnTo>
                  <a:lnTo>
                    <a:pt x="3896741" y="1241577"/>
                  </a:lnTo>
                  <a:close/>
                </a:path>
                <a:path w="3906520" h="1246505">
                  <a:moveTo>
                    <a:pt x="3906266" y="1241577"/>
                  </a:moveTo>
                  <a:lnTo>
                    <a:pt x="3896741" y="1241577"/>
                  </a:lnTo>
                  <a:lnTo>
                    <a:pt x="3901503" y="1236814"/>
                  </a:lnTo>
                  <a:lnTo>
                    <a:pt x="3906266" y="1236814"/>
                  </a:lnTo>
                  <a:lnTo>
                    <a:pt x="3906266" y="12415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7080148" y="1999424"/>
            <a:ext cx="185420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UKIJ CJK"/>
                <a:cs typeface="UKIJ CJK"/>
              </a:rPr>
              <a:t>第</a:t>
            </a:r>
            <a:r>
              <a:rPr dirty="0" sz="1800" spc="125">
                <a:latin typeface="UKIJ CJK"/>
                <a:cs typeface="UKIJ CJK"/>
              </a:rPr>
              <a:t>n</a:t>
            </a:r>
            <a:r>
              <a:rPr dirty="0" sz="1800">
                <a:latin typeface="UKIJ CJK"/>
                <a:cs typeface="UKIJ CJK"/>
              </a:rPr>
              <a:t>层的通信双方 进行通信的规则和 约定的统称为第</a:t>
            </a:r>
            <a:r>
              <a:rPr dirty="0" sz="1800" spc="125">
                <a:latin typeface="UKIJ CJK"/>
                <a:cs typeface="UKIJ CJK"/>
              </a:rPr>
              <a:t>n  </a:t>
            </a:r>
            <a:r>
              <a:rPr dirty="0" sz="1800">
                <a:latin typeface="UKIJ CJK"/>
                <a:cs typeface="UKIJ CJK"/>
              </a:rPr>
              <a:t>层</a:t>
            </a:r>
            <a:r>
              <a:rPr dirty="0" sz="1800">
                <a:solidFill>
                  <a:srgbClr val="FF0000"/>
                </a:solidFill>
                <a:latin typeface="UKIJ CJK"/>
                <a:cs typeface="UKIJ CJK"/>
              </a:rPr>
              <a:t>协议</a:t>
            </a:r>
            <a:endParaRPr sz="1800">
              <a:latin typeface="UKIJ CJK"/>
              <a:cs typeface="UKIJ CJK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1033" y="2459939"/>
            <a:ext cx="3028315" cy="1159510"/>
            <a:chOff x="41033" y="2459939"/>
            <a:chExt cx="3028315" cy="1159510"/>
          </a:xfrm>
        </p:grpSpPr>
        <p:sp>
          <p:nvSpPr>
            <p:cNvPr id="13" name="object 13"/>
            <p:cNvSpPr/>
            <p:nvPr/>
          </p:nvSpPr>
          <p:spPr>
            <a:xfrm>
              <a:off x="45719" y="2464307"/>
              <a:ext cx="2993390" cy="1149350"/>
            </a:xfrm>
            <a:custGeom>
              <a:avLst/>
              <a:gdLst/>
              <a:ahLst/>
              <a:cxnLst/>
              <a:rect l="l" t="t" r="r" b="b"/>
              <a:pathLst>
                <a:path w="2993390" h="1149350">
                  <a:moveTo>
                    <a:pt x="2084832" y="1149096"/>
                  </a:moveTo>
                  <a:lnTo>
                    <a:pt x="0" y="1149096"/>
                  </a:lnTo>
                  <a:lnTo>
                    <a:pt x="0" y="0"/>
                  </a:lnTo>
                  <a:lnTo>
                    <a:pt x="2084832" y="0"/>
                  </a:lnTo>
                  <a:lnTo>
                    <a:pt x="2084832" y="670560"/>
                  </a:lnTo>
                  <a:lnTo>
                    <a:pt x="2993136" y="934212"/>
                  </a:lnTo>
                  <a:lnTo>
                    <a:pt x="2084832" y="958596"/>
                  </a:lnTo>
                  <a:lnTo>
                    <a:pt x="2084832" y="1149096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1033" y="2459939"/>
              <a:ext cx="3028315" cy="1159510"/>
            </a:xfrm>
            <a:custGeom>
              <a:avLst/>
              <a:gdLst/>
              <a:ahLst/>
              <a:cxnLst/>
              <a:rect l="l" t="t" r="r" b="b"/>
              <a:pathLst>
                <a:path w="3028315" h="1159510">
                  <a:moveTo>
                    <a:pt x="2094090" y="1158989"/>
                  </a:moveTo>
                  <a:lnTo>
                    <a:pt x="0" y="1158989"/>
                  </a:lnTo>
                  <a:lnTo>
                    <a:pt x="0" y="0"/>
                  </a:lnTo>
                  <a:lnTo>
                    <a:pt x="2094090" y="0"/>
                  </a:lnTo>
                  <a:lnTo>
                    <a:pt x="2094090" y="4762"/>
                  </a:lnTo>
                  <a:lnTo>
                    <a:pt x="9525" y="4762"/>
                  </a:lnTo>
                  <a:lnTo>
                    <a:pt x="4762" y="9524"/>
                  </a:lnTo>
                  <a:lnTo>
                    <a:pt x="9525" y="9524"/>
                  </a:lnTo>
                  <a:lnTo>
                    <a:pt x="9525" y="1149464"/>
                  </a:lnTo>
                  <a:lnTo>
                    <a:pt x="4762" y="1149464"/>
                  </a:lnTo>
                  <a:lnTo>
                    <a:pt x="9525" y="1154226"/>
                  </a:lnTo>
                  <a:lnTo>
                    <a:pt x="2094090" y="1154226"/>
                  </a:lnTo>
                  <a:lnTo>
                    <a:pt x="2094090" y="1158989"/>
                  </a:lnTo>
                  <a:close/>
                </a:path>
                <a:path w="3028315" h="1159510">
                  <a:moveTo>
                    <a:pt x="9525" y="9524"/>
                  </a:moveTo>
                  <a:lnTo>
                    <a:pt x="4762" y="9524"/>
                  </a:lnTo>
                  <a:lnTo>
                    <a:pt x="9525" y="4762"/>
                  </a:lnTo>
                  <a:lnTo>
                    <a:pt x="9525" y="9524"/>
                  </a:lnTo>
                  <a:close/>
                </a:path>
                <a:path w="3028315" h="1159510">
                  <a:moveTo>
                    <a:pt x="2084565" y="9524"/>
                  </a:moveTo>
                  <a:lnTo>
                    <a:pt x="9525" y="9524"/>
                  </a:lnTo>
                  <a:lnTo>
                    <a:pt x="9525" y="4762"/>
                  </a:lnTo>
                  <a:lnTo>
                    <a:pt x="2084565" y="4762"/>
                  </a:lnTo>
                  <a:lnTo>
                    <a:pt x="2084565" y="9524"/>
                  </a:lnTo>
                  <a:close/>
                </a:path>
                <a:path w="3028315" h="1159510">
                  <a:moveTo>
                    <a:pt x="2966697" y="934899"/>
                  </a:moveTo>
                  <a:lnTo>
                    <a:pt x="2084565" y="678853"/>
                  </a:lnTo>
                  <a:lnTo>
                    <a:pt x="2084565" y="4762"/>
                  </a:lnTo>
                  <a:lnTo>
                    <a:pt x="2089327" y="9524"/>
                  </a:lnTo>
                  <a:lnTo>
                    <a:pt x="2094090" y="9524"/>
                  </a:lnTo>
                  <a:lnTo>
                    <a:pt x="2094090" y="670712"/>
                  </a:lnTo>
                  <a:lnTo>
                    <a:pt x="2090648" y="670712"/>
                  </a:lnTo>
                  <a:lnTo>
                    <a:pt x="2094090" y="675284"/>
                  </a:lnTo>
                  <a:lnTo>
                    <a:pt x="2106400" y="675284"/>
                  </a:lnTo>
                  <a:lnTo>
                    <a:pt x="2998090" y="934097"/>
                  </a:lnTo>
                  <a:lnTo>
                    <a:pt x="2997288" y="934097"/>
                  </a:lnTo>
                  <a:lnTo>
                    <a:pt x="2966697" y="934899"/>
                  </a:lnTo>
                  <a:close/>
                </a:path>
                <a:path w="3028315" h="1159510">
                  <a:moveTo>
                    <a:pt x="2094090" y="9524"/>
                  </a:moveTo>
                  <a:lnTo>
                    <a:pt x="2089327" y="9524"/>
                  </a:lnTo>
                  <a:lnTo>
                    <a:pt x="2084565" y="4762"/>
                  </a:lnTo>
                  <a:lnTo>
                    <a:pt x="2094090" y="4762"/>
                  </a:lnTo>
                  <a:lnTo>
                    <a:pt x="2094090" y="9524"/>
                  </a:lnTo>
                  <a:close/>
                </a:path>
                <a:path w="3028315" h="1159510">
                  <a:moveTo>
                    <a:pt x="2094090" y="675284"/>
                  </a:moveTo>
                  <a:lnTo>
                    <a:pt x="2090648" y="670712"/>
                  </a:lnTo>
                  <a:lnTo>
                    <a:pt x="2094090" y="671711"/>
                  </a:lnTo>
                  <a:lnTo>
                    <a:pt x="2094090" y="675284"/>
                  </a:lnTo>
                  <a:close/>
                </a:path>
                <a:path w="3028315" h="1159510">
                  <a:moveTo>
                    <a:pt x="2094090" y="671711"/>
                  </a:moveTo>
                  <a:lnTo>
                    <a:pt x="2090648" y="670712"/>
                  </a:lnTo>
                  <a:lnTo>
                    <a:pt x="2094090" y="670712"/>
                  </a:lnTo>
                  <a:lnTo>
                    <a:pt x="2094090" y="671711"/>
                  </a:lnTo>
                  <a:close/>
                </a:path>
                <a:path w="3028315" h="1159510">
                  <a:moveTo>
                    <a:pt x="2106400" y="675284"/>
                  </a:moveTo>
                  <a:lnTo>
                    <a:pt x="2094090" y="675284"/>
                  </a:lnTo>
                  <a:lnTo>
                    <a:pt x="2094090" y="671711"/>
                  </a:lnTo>
                  <a:lnTo>
                    <a:pt x="2106400" y="675284"/>
                  </a:lnTo>
                  <a:close/>
                </a:path>
                <a:path w="3028315" h="1159510">
                  <a:moveTo>
                    <a:pt x="2996095" y="943432"/>
                  </a:moveTo>
                  <a:lnTo>
                    <a:pt x="2966697" y="934899"/>
                  </a:lnTo>
                  <a:lnTo>
                    <a:pt x="2997288" y="934097"/>
                  </a:lnTo>
                  <a:lnTo>
                    <a:pt x="2996095" y="943432"/>
                  </a:lnTo>
                  <a:close/>
                </a:path>
                <a:path w="3028315" h="1159510">
                  <a:moveTo>
                    <a:pt x="3004876" y="943432"/>
                  </a:moveTo>
                  <a:lnTo>
                    <a:pt x="2996095" y="943432"/>
                  </a:lnTo>
                  <a:lnTo>
                    <a:pt x="2997288" y="934097"/>
                  </a:lnTo>
                  <a:lnTo>
                    <a:pt x="2998090" y="934097"/>
                  </a:lnTo>
                  <a:lnTo>
                    <a:pt x="3028149" y="942822"/>
                  </a:lnTo>
                  <a:lnTo>
                    <a:pt x="3004876" y="943432"/>
                  </a:lnTo>
                  <a:close/>
                </a:path>
                <a:path w="3028315" h="1159510">
                  <a:moveTo>
                    <a:pt x="2084565" y="1154226"/>
                  </a:moveTo>
                  <a:lnTo>
                    <a:pt x="2084565" y="958011"/>
                  </a:lnTo>
                  <a:lnTo>
                    <a:pt x="2966697" y="934899"/>
                  </a:lnTo>
                  <a:lnTo>
                    <a:pt x="2996095" y="943432"/>
                  </a:lnTo>
                  <a:lnTo>
                    <a:pt x="3004876" y="943432"/>
                  </a:lnTo>
                  <a:lnTo>
                    <a:pt x="2271268" y="962647"/>
                  </a:lnTo>
                  <a:lnTo>
                    <a:pt x="2094090" y="962647"/>
                  </a:lnTo>
                  <a:lnTo>
                    <a:pt x="2089442" y="967409"/>
                  </a:lnTo>
                  <a:lnTo>
                    <a:pt x="2094090" y="967409"/>
                  </a:lnTo>
                  <a:lnTo>
                    <a:pt x="2094090" y="1149464"/>
                  </a:lnTo>
                  <a:lnTo>
                    <a:pt x="2089327" y="1149464"/>
                  </a:lnTo>
                  <a:lnTo>
                    <a:pt x="2084565" y="1154226"/>
                  </a:lnTo>
                  <a:close/>
                </a:path>
                <a:path w="3028315" h="1159510">
                  <a:moveTo>
                    <a:pt x="2089442" y="967409"/>
                  </a:moveTo>
                  <a:lnTo>
                    <a:pt x="2094090" y="962647"/>
                  </a:lnTo>
                  <a:lnTo>
                    <a:pt x="2094090" y="967288"/>
                  </a:lnTo>
                  <a:lnTo>
                    <a:pt x="2089442" y="967409"/>
                  </a:lnTo>
                  <a:close/>
                </a:path>
                <a:path w="3028315" h="1159510">
                  <a:moveTo>
                    <a:pt x="2094090" y="967288"/>
                  </a:moveTo>
                  <a:lnTo>
                    <a:pt x="2094090" y="962647"/>
                  </a:lnTo>
                  <a:lnTo>
                    <a:pt x="2271268" y="962647"/>
                  </a:lnTo>
                  <a:lnTo>
                    <a:pt x="2094090" y="967288"/>
                  </a:lnTo>
                  <a:close/>
                </a:path>
                <a:path w="3028315" h="1159510">
                  <a:moveTo>
                    <a:pt x="2094090" y="967409"/>
                  </a:moveTo>
                  <a:lnTo>
                    <a:pt x="2089442" y="967409"/>
                  </a:lnTo>
                  <a:lnTo>
                    <a:pt x="2094090" y="967288"/>
                  </a:lnTo>
                  <a:close/>
                </a:path>
                <a:path w="3028315" h="1159510">
                  <a:moveTo>
                    <a:pt x="9525" y="1154226"/>
                  </a:moveTo>
                  <a:lnTo>
                    <a:pt x="4762" y="1149464"/>
                  </a:lnTo>
                  <a:lnTo>
                    <a:pt x="9525" y="1149464"/>
                  </a:lnTo>
                  <a:lnTo>
                    <a:pt x="9525" y="1154226"/>
                  </a:lnTo>
                  <a:close/>
                </a:path>
                <a:path w="3028315" h="1159510">
                  <a:moveTo>
                    <a:pt x="2084565" y="1154226"/>
                  </a:moveTo>
                  <a:lnTo>
                    <a:pt x="9525" y="1154226"/>
                  </a:lnTo>
                  <a:lnTo>
                    <a:pt x="9525" y="1149464"/>
                  </a:lnTo>
                  <a:lnTo>
                    <a:pt x="2084565" y="1149464"/>
                  </a:lnTo>
                  <a:lnTo>
                    <a:pt x="2084565" y="1154226"/>
                  </a:lnTo>
                  <a:close/>
                </a:path>
                <a:path w="3028315" h="1159510">
                  <a:moveTo>
                    <a:pt x="2094090" y="1154226"/>
                  </a:moveTo>
                  <a:lnTo>
                    <a:pt x="2084565" y="1154226"/>
                  </a:lnTo>
                  <a:lnTo>
                    <a:pt x="2089327" y="1149464"/>
                  </a:lnTo>
                  <a:lnTo>
                    <a:pt x="2094090" y="1149464"/>
                  </a:lnTo>
                  <a:lnTo>
                    <a:pt x="2094090" y="11542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124536" y="2480589"/>
            <a:ext cx="185547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UKIJ CJK"/>
                <a:cs typeface="UKIJ CJK"/>
              </a:rPr>
              <a:t>相邻上下层之间都 有</a:t>
            </a:r>
            <a:r>
              <a:rPr dirty="0" sz="1800" spc="5" b="0">
                <a:solidFill>
                  <a:srgbClr val="FF0000"/>
                </a:solidFill>
                <a:latin typeface="Noto Sans CJK JP Medium"/>
                <a:cs typeface="Noto Sans CJK JP Medium"/>
              </a:rPr>
              <a:t>接口</a:t>
            </a:r>
            <a:r>
              <a:rPr dirty="0" sz="1800">
                <a:latin typeface="UKIJ CJK"/>
                <a:cs typeface="UKIJ CJK"/>
              </a:rPr>
              <a:t>，接口定义 下层向上层提供的 服务。</a:t>
            </a:r>
            <a:endParaRPr sz="1800">
              <a:latin typeface="UKIJ CJK"/>
              <a:cs typeface="UKIJ CJK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41414" y="3815156"/>
            <a:ext cx="2802255" cy="1819275"/>
            <a:chOff x="141414" y="3815156"/>
            <a:chExt cx="2802255" cy="1819275"/>
          </a:xfrm>
        </p:grpSpPr>
        <p:sp>
          <p:nvSpPr>
            <p:cNvPr id="17" name="object 17"/>
            <p:cNvSpPr/>
            <p:nvPr/>
          </p:nvSpPr>
          <p:spPr>
            <a:xfrm>
              <a:off x="146304" y="3828288"/>
              <a:ext cx="2760345" cy="1801495"/>
            </a:xfrm>
            <a:custGeom>
              <a:avLst/>
              <a:gdLst/>
              <a:ahLst/>
              <a:cxnLst/>
              <a:rect l="l" t="t" r="r" b="b"/>
              <a:pathLst>
                <a:path w="2760345" h="1801495">
                  <a:moveTo>
                    <a:pt x="2260091" y="1801367"/>
                  </a:moveTo>
                  <a:lnTo>
                    <a:pt x="0" y="1801367"/>
                  </a:lnTo>
                  <a:lnTo>
                    <a:pt x="0" y="355091"/>
                  </a:lnTo>
                  <a:lnTo>
                    <a:pt x="1318260" y="355091"/>
                  </a:lnTo>
                  <a:lnTo>
                    <a:pt x="2759964" y="0"/>
                  </a:lnTo>
                  <a:lnTo>
                    <a:pt x="1883664" y="355091"/>
                  </a:lnTo>
                  <a:lnTo>
                    <a:pt x="2260091" y="355091"/>
                  </a:lnTo>
                  <a:lnTo>
                    <a:pt x="2260091" y="1801367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41414" y="3815156"/>
              <a:ext cx="2802255" cy="1819275"/>
            </a:xfrm>
            <a:custGeom>
              <a:avLst/>
              <a:gdLst/>
              <a:ahLst/>
              <a:cxnLst/>
              <a:rect l="l" t="t" r="r" b="b"/>
              <a:pathLst>
                <a:path w="2802255" h="1819275">
                  <a:moveTo>
                    <a:pt x="1321752" y="363727"/>
                  </a:moveTo>
                  <a:lnTo>
                    <a:pt x="2800718" y="0"/>
                  </a:lnTo>
                  <a:lnTo>
                    <a:pt x="2801975" y="3886"/>
                  </a:lnTo>
                  <a:lnTo>
                    <a:pt x="2788719" y="9245"/>
                  </a:lnTo>
                  <a:lnTo>
                    <a:pt x="2763304" y="9245"/>
                  </a:lnTo>
                  <a:lnTo>
                    <a:pt x="2701670" y="34164"/>
                  </a:lnTo>
                  <a:lnTo>
                    <a:pt x="1362196" y="363588"/>
                  </a:lnTo>
                  <a:lnTo>
                    <a:pt x="1322895" y="363588"/>
                  </a:lnTo>
                  <a:lnTo>
                    <a:pt x="1321752" y="363727"/>
                  </a:lnTo>
                  <a:close/>
                </a:path>
                <a:path w="2802255" h="1819275">
                  <a:moveTo>
                    <a:pt x="2701670" y="34164"/>
                  </a:moveTo>
                  <a:lnTo>
                    <a:pt x="2763304" y="9245"/>
                  </a:lnTo>
                  <a:lnTo>
                    <a:pt x="2766225" y="18287"/>
                  </a:lnTo>
                  <a:lnTo>
                    <a:pt x="2701670" y="34164"/>
                  </a:lnTo>
                  <a:close/>
                </a:path>
                <a:path w="2802255" h="1819275">
                  <a:moveTo>
                    <a:pt x="2259660" y="373113"/>
                  </a:moveTo>
                  <a:lnTo>
                    <a:pt x="1863318" y="373113"/>
                  </a:lnTo>
                  <a:lnTo>
                    <a:pt x="2701670" y="34164"/>
                  </a:lnTo>
                  <a:lnTo>
                    <a:pt x="2766225" y="18287"/>
                  </a:lnTo>
                  <a:lnTo>
                    <a:pt x="2763304" y="9245"/>
                  </a:lnTo>
                  <a:lnTo>
                    <a:pt x="2788719" y="9245"/>
                  </a:lnTo>
                  <a:lnTo>
                    <a:pt x="1912305" y="363588"/>
                  </a:lnTo>
                  <a:lnTo>
                    <a:pt x="1887804" y="363588"/>
                  </a:lnTo>
                  <a:lnTo>
                    <a:pt x="1889594" y="372770"/>
                  </a:lnTo>
                  <a:lnTo>
                    <a:pt x="2259660" y="372770"/>
                  </a:lnTo>
                  <a:lnTo>
                    <a:pt x="2259660" y="373113"/>
                  </a:lnTo>
                  <a:close/>
                </a:path>
                <a:path w="2802255" h="1819275">
                  <a:moveTo>
                    <a:pt x="2269185" y="1819109"/>
                  </a:moveTo>
                  <a:lnTo>
                    <a:pt x="0" y="1819109"/>
                  </a:lnTo>
                  <a:lnTo>
                    <a:pt x="0" y="363588"/>
                  </a:lnTo>
                  <a:lnTo>
                    <a:pt x="1322320" y="363588"/>
                  </a:lnTo>
                  <a:lnTo>
                    <a:pt x="1321752" y="363727"/>
                  </a:lnTo>
                  <a:lnTo>
                    <a:pt x="1361628" y="363727"/>
                  </a:lnTo>
                  <a:lnTo>
                    <a:pt x="1342831" y="368350"/>
                  </a:lnTo>
                  <a:lnTo>
                    <a:pt x="9525" y="368350"/>
                  </a:lnTo>
                  <a:lnTo>
                    <a:pt x="4762" y="373113"/>
                  </a:lnTo>
                  <a:lnTo>
                    <a:pt x="9525" y="373113"/>
                  </a:lnTo>
                  <a:lnTo>
                    <a:pt x="9525" y="1809584"/>
                  </a:lnTo>
                  <a:lnTo>
                    <a:pt x="4762" y="1809584"/>
                  </a:lnTo>
                  <a:lnTo>
                    <a:pt x="9525" y="1814347"/>
                  </a:lnTo>
                  <a:lnTo>
                    <a:pt x="2269185" y="1814347"/>
                  </a:lnTo>
                  <a:lnTo>
                    <a:pt x="2269185" y="1819109"/>
                  </a:lnTo>
                  <a:close/>
                </a:path>
                <a:path w="2802255" h="1819275">
                  <a:moveTo>
                    <a:pt x="1361628" y="363727"/>
                  </a:moveTo>
                  <a:lnTo>
                    <a:pt x="1321752" y="363727"/>
                  </a:lnTo>
                  <a:lnTo>
                    <a:pt x="1322895" y="363588"/>
                  </a:lnTo>
                  <a:lnTo>
                    <a:pt x="1362196" y="363588"/>
                  </a:lnTo>
                  <a:lnTo>
                    <a:pt x="1361628" y="363727"/>
                  </a:lnTo>
                  <a:close/>
                </a:path>
                <a:path w="2802255" h="1819275">
                  <a:moveTo>
                    <a:pt x="1889594" y="372770"/>
                  </a:moveTo>
                  <a:lnTo>
                    <a:pt x="1887804" y="363588"/>
                  </a:lnTo>
                  <a:lnTo>
                    <a:pt x="1912305" y="363588"/>
                  </a:lnTo>
                  <a:lnTo>
                    <a:pt x="1889594" y="372770"/>
                  </a:lnTo>
                  <a:close/>
                </a:path>
                <a:path w="2802255" h="1819275">
                  <a:moveTo>
                    <a:pt x="2259660" y="372770"/>
                  </a:moveTo>
                  <a:lnTo>
                    <a:pt x="1889594" y="372770"/>
                  </a:lnTo>
                  <a:lnTo>
                    <a:pt x="1912305" y="363588"/>
                  </a:lnTo>
                  <a:lnTo>
                    <a:pt x="2269185" y="363588"/>
                  </a:lnTo>
                  <a:lnTo>
                    <a:pt x="2269185" y="368350"/>
                  </a:lnTo>
                  <a:lnTo>
                    <a:pt x="2259660" y="368350"/>
                  </a:lnTo>
                  <a:lnTo>
                    <a:pt x="2259660" y="372770"/>
                  </a:lnTo>
                  <a:close/>
                </a:path>
                <a:path w="2802255" h="1819275">
                  <a:moveTo>
                    <a:pt x="9525" y="373113"/>
                  </a:moveTo>
                  <a:lnTo>
                    <a:pt x="4762" y="373113"/>
                  </a:lnTo>
                  <a:lnTo>
                    <a:pt x="9525" y="368350"/>
                  </a:lnTo>
                  <a:lnTo>
                    <a:pt x="9525" y="373113"/>
                  </a:lnTo>
                  <a:close/>
                </a:path>
                <a:path w="2802255" h="1819275">
                  <a:moveTo>
                    <a:pt x="1323467" y="373113"/>
                  </a:moveTo>
                  <a:lnTo>
                    <a:pt x="9525" y="373113"/>
                  </a:lnTo>
                  <a:lnTo>
                    <a:pt x="9525" y="368350"/>
                  </a:lnTo>
                  <a:lnTo>
                    <a:pt x="1342831" y="368350"/>
                  </a:lnTo>
                  <a:lnTo>
                    <a:pt x="1323467" y="373113"/>
                  </a:lnTo>
                  <a:close/>
                </a:path>
                <a:path w="2802255" h="1819275">
                  <a:moveTo>
                    <a:pt x="2259660" y="1814347"/>
                  </a:moveTo>
                  <a:lnTo>
                    <a:pt x="2259660" y="368350"/>
                  </a:lnTo>
                  <a:lnTo>
                    <a:pt x="2264422" y="373113"/>
                  </a:lnTo>
                  <a:lnTo>
                    <a:pt x="2269185" y="373113"/>
                  </a:lnTo>
                  <a:lnTo>
                    <a:pt x="2269185" y="1809584"/>
                  </a:lnTo>
                  <a:lnTo>
                    <a:pt x="2264422" y="1809584"/>
                  </a:lnTo>
                  <a:lnTo>
                    <a:pt x="2259660" y="1814347"/>
                  </a:lnTo>
                  <a:close/>
                </a:path>
                <a:path w="2802255" h="1819275">
                  <a:moveTo>
                    <a:pt x="2269185" y="373113"/>
                  </a:moveTo>
                  <a:lnTo>
                    <a:pt x="2264422" y="373113"/>
                  </a:lnTo>
                  <a:lnTo>
                    <a:pt x="2259660" y="368350"/>
                  </a:lnTo>
                  <a:lnTo>
                    <a:pt x="2269185" y="368350"/>
                  </a:lnTo>
                  <a:lnTo>
                    <a:pt x="2269185" y="373113"/>
                  </a:lnTo>
                  <a:close/>
                </a:path>
                <a:path w="2802255" h="1819275">
                  <a:moveTo>
                    <a:pt x="9525" y="1814347"/>
                  </a:moveTo>
                  <a:lnTo>
                    <a:pt x="4762" y="1809584"/>
                  </a:lnTo>
                  <a:lnTo>
                    <a:pt x="9525" y="1809584"/>
                  </a:lnTo>
                  <a:lnTo>
                    <a:pt x="9525" y="1814347"/>
                  </a:lnTo>
                  <a:close/>
                </a:path>
                <a:path w="2802255" h="1819275">
                  <a:moveTo>
                    <a:pt x="2259660" y="1814347"/>
                  </a:moveTo>
                  <a:lnTo>
                    <a:pt x="9525" y="1814347"/>
                  </a:lnTo>
                  <a:lnTo>
                    <a:pt x="9525" y="1809584"/>
                  </a:lnTo>
                  <a:lnTo>
                    <a:pt x="2259660" y="1809584"/>
                  </a:lnTo>
                  <a:lnTo>
                    <a:pt x="2259660" y="1814347"/>
                  </a:lnTo>
                  <a:close/>
                </a:path>
                <a:path w="2802255" h="1819275">
                  <a:moveTo>
                    <a:pt x="2269185" y="1814347"/>
                  </a:moveTo>
                  <a:lnTo>
                    <a:pt x="2259660" y="1814347"/>
                  </a:lnTo>
                  <a:lnTo>
                    <a:pt x="2264422" y="1809584"/>
                  </a:lnTo>
                  <a:lnTo>
                    <a:pt x="2269185" y="1809584"/>
                  </a:lnTo>
                  <a:lnTo>
                    <a:pt x="2269185" y="18143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224916" y="4199382"/>
            <a:ext cx="2082800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0000"/>
                </a:solidFill>
                <a:latin typeface="UKIJ CJK"/>
                <a:cs typeface="UKIJ CJK"/>
              </a:rPr>
              <a:t>服务</a:t>
            </a:r>
            <a:r>
              <a:rPr dirty="0" sz="1800">
                <a:latin typeface="UKIJ CJK"/>
                <a:cs typeface="UKIJ CJK"/>
              </a:rPr>
              <a:t>由一组原语描述</a:t>
            </a:r>
            <a:endParaRPr sz="1800">
              <a:latin typeface="UKIJ CJK"/>
              <a:cs typeface="UKIJ CJK"/>
            </a:endParaRPr>
          </a:p>
          <a:p>
            <a:pPr algn="just" marL="12700" marR="5080">
              <a:lnSpc>
                <a:spcPct val="100000"/>
              </a:lnSpc>
            </a:pPr>
            <a:r>
              <a:rPr dirty="0" sz="1800">
                <a:latin typeface="UKIJ CJK"/>
                <a:cs typeface="UKIJ CJK"/>
              </a:rPr>
              <a:t>。如果协议位于操作 系统中，则这些服务 原语通常是一些系统 调用。</a:t>
            </a:r>
            <a:endParaRPr sz="1800">
              <a:latin typeface="UKIJ CJK"/>
              <a:cs typeface="UKIJ CJK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14413" y="5815685"/>
            <a:ext cx="8570595" cy="94106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UKIJ CJK"/>
                <a:cs typeface="UKIJ CJK"/>
              </a:rPr>
              <a:t>实际上，数据并不是从一台机器的</a:t>
            </a:r>
            <a:r>
              <a:rPr dirty="0" sz="2000" spc="5">
                <a:latin typeface="UKIJ CJK"/>
                <a:cs typeface="UKIJ CJK"/>
              </a:rPr>
              <a:t>第</a:t>
            </a:r>
            <a:r>
              <a:rPr dirty="0" sz="2000" spc="15">
                <a:latin typeface="UKIJ CJK"/>
                <a:cs typeface="UKIJ CJK"/>
              </a:rPr>
              <a:t> </a:t>
            </a:r>
            <a:r>
              <a:rPr dirty="0" sz="2000" spc="135">
                <a:latin typeface="UKIJ CJK"/>
                <a:cs typeface="UKIJ CJK"/>
              </a:rPr>
              <a:t>n</a:t>
            </a:r>
            <a:r>
              <a:rPr dirty="0" sz="2000">
                <a:latin typeface="UKIJ CJK"/>
                <a:cs typeface="UKIJ CJK"/>
              </a:rPr>
              <a:t>层直接传递到另一台机器的第</a:t>
            </a:r>
            <a:r>
              <a:rPr dirty="0" sz="2000" spc="135">
                <a:latin typeface="UKIJ CJK"/>
                <a:cs typeface="UKIJ CJK"/>
              </a:rPr>
              <a:t>n</a:t>
            </a:r>
            <a:r>
              <a:rPr dirty="0" sz="2000">
                <a:latin typeface="UKIJ CJK"/>
                <a:cs typeface="UKIJ CJK"/>
              </a:rPr>
              <a:t>层。</a:t>
            </a:r>
            <a:r>
              <a:rPr dirty="0" sz="2000" spc="5">
                <a:latin typeface="UKIJ CJK"/>
                <a:cs typeface="UKIJ CJK"/>
              </a:rPr>
              <a:t>相 </a:t>
            </a:r>
            <a:r>
              <a:rPr dirty="0" sz="2000">
                <a:latin typeface="UKIJ CJK"/>
                <a:cs typeface="UKIJ CJK"/>
              </a:rPr>
              <a:t>反，每一层都将数据和控制信息传递给它的下一层，这样一直传递到最低</a:t>
            </a:r>
            <a:r>
              <a:rPr dirty="0" sz="2000" spc="5">
                <a:latin typeface="UKIJ CJK"/>
                <a:cs typeface="UKIJ CJK"/>
              </a:rPr>
              <a:t>层</a:t>
            </a:r>
            <a:endParaRPr sz="2000">
              <a:latin typeface="UKIJ CJK"/>
              <a:cs typeface="UKIJ CJK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latin typeface="UKIJ CJK"/>
                <a:cs typeface="UKIJ CJK"/>
              </a:rPr>
              <a:t>，低一层下面的</a:t>
            </a:r>
            <a:r>
              <a:rPr dirty="0" sz="2000">
                <a:solidFill>
                  <a:srgbClr val="CC0000"/>
                </a:solidFill>
                <a:latin typeface="UKIJ CJK"/>
                <a:cs typeface="UKIJ CJK"/>
              </a:rPr>
              <a:t>物理介质</a:t>
            </a:r>
            <a:r>
              <a:rPr dirty="0" sz="2000" spc="85">
                <a:solidFill>
                  <a:srgbClr val="CC0000"/>
                </a:solidFill>
                <a:latin typeface="UKIJ CJK"/>
                <a:cs typeface="UKIJ CJK"/>
              </a:rPr>
              <a:t>（physical</a:t>
            </a:r>
            <a:r>
              <a:rPr dirty="0" sz="2000" spc="105">
                <a:solidFill>
                  <a:srgbClr val="CC0000"/>
                </a:solidFill>
                <a:latin typeface="UKIJ CJK"/>
                <a:cs typeface="UKIJ CJK"/>
              </a:rPr>
              <a:t> </a:t>
            </a:r>
            <a:r>
              <a:rPr dirty="0" sz="2000" spc="55">
                <a:solidFill>
                  <a:srgbClr val="CC0000"/>
                </a:solidFill>
                <a:latin typeface="UKIJ CJK"/>
                <a:cs typeface="UKIJ CJK"/>
              </a:rPr>
              <a:t>medium)</a:t>
            </a:r>
            <a:r>
              <a:rPr dirty="0" sz="2000" spc="55">
                <a:latin typeface="UKIJ CJK"/>
                <a:cs typeface="UKIJ CJK"/>
              </a:rPr>
              <a:t>，</a:t>
            </a:r>
            <a:r>
              <a:rPr dirty="0" sz="2000">
                <a:latin typeface="UKIJ CJK"/>
                <a:cs typeface="UKIJ CJK"/>
              </a:rPr>
              <a:t>通过它进行实际的通信</a:t>
            </a:r>
            <a:r>
              <a:rPr dirty="0" sz="2000" spc="5">
                <a:latin typeface="UKIJ CJK"/>
                <a:cs typeface="UKIJ CJK"/>
              </a:rPr>
              <a:t>。</a:t>
            </a:r>
            <a:endParaRPr sz="2000">
              <a:latin typeface="UKIJ CJK"/>
              <a:cs typeface="UKIJ CJK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49334" y="6423025"/>
            <a:ext cx="20383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">
                <a:latin typeface="Times New Roman"/>
                <a:cs typeface="Times New Roman"/>
              </a:rPr>
              <a:t>1</a:t>
            </a:r>
            <a:r>
              <a:rPr dirty="0" sz="1400">
                <a:latin typeface="Times New Roman"/>
                <a:cs typeface="Times New Roman"/>
              </a:rPr>
              <a:t>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7316" y="1248397"/>
            <a:ext cx="7988300" cy="42792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5080" indent="-342900">
              <a:lnSpc>
                <a:spcPct val="120000"/>
              </a:lnSpc>
              <a:spcBef>
                <a:spcPts val="95"/>
              </a:spcBef>
              <a:buClr>
                <a:srgbClr val="0000FF"/>
              </a:buClr>
              <a:buSzPct val="85416"/>
              <a:buFont typeface="Wingdings"/>
              <a:buChar char=""/>
              <a:tabLst>
                <a:tab pos="355600" algn="l"/>
              </a:tabLst>
            </a:pPr>
            <a:r>
              <a:rPr dirty="0" sz="2400">
                <a:latin typeface="UKIJ CJK"/>
                <a:cs typeface="UKIJ CJK"/>
              </a:rPr>
              <a:t>协议是</a:t>
            </a:r>
            <a:r>
              <a:rPr dirty="0" sz="2400" spc="1525">
                <a:latin typeface="UKIJ CJK"/>
                <a:cs typeface="UKIJ CJK"/>
              </a:rPr>
              <a:t>“</a:t>
            </a:r>
            <a:r>
              <a:rPr dirty="0" sz="2400" spc="1525">
                <a:solidFill>
                  <a:srgbClr val="FF0000"/>
                </a:solidFill>
                <a:latin typeface="UKIJ CJK"/>
                <a:cs typeface="UKIJ CJK"/>
              </a:rPr>
              <a:t>水平的</a:t>
            </a:r>
            <a:r>
              <a:rPr dirty="0" sz="2400" spc="1525">
                <a:latin typeface="UKIJ CJK"/>
                <a:cs typeface="UKIJ CJK"/>
              </a:rPr>
              <a:t>”</a:t>
            </a:r>
            <a:r>
              <a:rPr dirty="0" sz="2400" spc="1525">
                <a:latin typeface="UKIJ CJK"/>
                <a:cs typeface="UKIJ CJK"/>
              </a:rPr>
              <a:t>，即是控制两个</a:t>
            </a:r>
            <a:r>
              <a:rPr dirty="0" sz="2400" spc="1525">
                <a:solidFill>
                  <a:srgbClr val="FF0000"/>
                </a:solidFill>
                <a:latin typeface="UKIJ CJK"/>
                <a:cs typeface="UKIJ CJK"/>
              </a:rPr>
              <a:t>对等实体</a:t>
            </a:r>
            <a:r>
              <a:rPr dirty="0" sz="2400" spc="1525">
                <a:latin typeface="UKIJ CJK"/>
                <a:cs typeface="UKIJ CJK"/>
              </a:rPr>
              <a:t>进行通信的规 则的集合。</a:t>
            </a:r>
            <a:r>
              <a:rPr dirty="0" sz="2400" spc="520">
                <a:latin typeface="UKIJ CJK"/>
                <a:cs typeface="UKIJ CJK"/>
              </a:rPr>
              <a:t> </a:t>
            </a:r>
            <a:r>
              <a:rPr dirty="0" sz="2400">
                <a:latin typeface="UKIJ CJK"/>
                <a:cs typeface="UKIJ CJK"/>
              </a:rPr>
              <a:t>协议的实现保证了能够向上一层提供服务。</a:t>
            </a:r>
            <a:endParaRPr sz="2400">
              <a:latin typeface="UKIJ CJK"/>
              <a:cs typeface="UKIJ CJK"/>
            </a:endParaRPr>
          </a:p>
          <a:p>
            <a:pPr marL="355600" marR="5080" indent="-342900">
              <a:lnSpc>
                <a:spcPct val="120000"/>
              </a:lnSpc>
              <a:spcBef>
                <a:spcPts val="600"/>
              </a:spcBef>
              <a:buClr>
                <a:srgbClr val="0000FF"/>
              </a:buClr>
              <a:buSzPct val="85416"/>
              <a:buFont typeface="Wingdings"/>
              <a:buChar char=""/>
              <a:tabLst>
                <a:tab pos="355600" algn="l"/>
              </a:tabLst>
            </a:pPr>
            <a:r>
              <a:rPr dirty="0" sz="2400">
                <a:latin typeface="UKIJ CJK"/>
                <a:cs typeface="UKIJ CJK"/>
              </a:rPr>
              <a:t>服务是</a:t>
            </a:r>
            <a:r>
              <a:rPr dirty="0" sz="2400" spc="1525">
                <a:latin typeface="UKIJ CJK"/>
                <a:cs typeface="UKIJ CJK"/>
              </a:rPr>
              <a:t>“</a:t>
            </a:r>
            <a:r>
              <a:rPr dirty="0" sz="2400" spc="1525">
                <a:solidFill>
                  <a:srgbClr val="FF0000"/>
                </a:solidFill>
                <a:latin typeface="UKIJ CJK"/>
                <a:cs typeface="UKIJ CJK"/>
              </a:rPr>
              <a:t>垂直的</a:t>
            </a:r>
            <a:r>
              <a:rPr dirty="0" sz="2400" spc="1525">
                <a:latin typeface="UKIJ CJK"/>
                <a:cs typeface="UKIJ CJK"/>
              </a:rPr>
              <a:t>”</a:t>
            </a:r>
            <a:r>
              <a:rPr dirty="0" sz="2400" spc="1525">
                <a:latin typeface="UKIJ CJK"/>
                <a:cs typeface="UKIJ CJK"/>
              </a:rPr>
              <a:t>，即服务是由下层向上层通过层间接口 提供的功能。上层使用</a:t>
            </a:r>
            <a:r>
              <a:rPr dirty="0" sz="2400" spc="1525">
                <a:solidFill>
                  <a:srgbClr val="FF0000"/>
                </a:solidFill>
                <a:latin typeface="UKIJ CJK"/>
                <a:cs typeface="UKIJ CJK"/>
              </a:rPr>
              <a:t>服务原语</a:t>
            </a:r>
            <a:r>
              <a:rPr dirty="0" sz="2400" spc="1525">
                <a:latin typeface="UKIJ CJK"/>
                <a:cs typeface="UKIJ CJK"/>
              </a:rPr>
              <a:t>获得下层所提供的服务。</a:t>
            </a:r>
            <a:endParaRPr sz="2400">
              <a:latin typeface="UKIJ CJK"/>
              <a:cs typeface="UKIJ CJK"/>
            </a:endParaRPr>
          </a:p>
          <a:p>
            <a:pPr marL="12700" marR="43180">
              <a:lnSpc>
                <a:spcPct val="120000"/>
              </a:lnSpc>
              <a:spcBef>
                <a:spcPts val="1200"/>
              </a:spcBef>
            </a:pPr>
            <a:r>
              <a:rPr dirty="0" sz="2400">
                <a:latin typeface="UKIJ CJK"/>
                <a:cs typeface="UKIJ CJK"/>
              </a:rPr>
              <a:t>本层的服务用户</a:t>
            </a:r>
            <a:r>
              <a:rPr dirty="0" sz="2400">
                <a:solidFill>
                  <a:srgbClr val="FF0000"/>
                </a:solidFill>
                <a:latin typeface="UKIJ CJK"/>
                <a:cs typeface="UKIJ CJK"/>
              </a:rPr>
              <a:t>只能看见服务</a:t>
            </a:r>
            <a:r>
              <a:rPr dirty="0" sz="2400">
                <a:latin typeface="UKIJ CJK"/>
                <a:cs typeface="UKIJ CJK"/>
              </a:rPr>
              <a:t>而无法看见下面的协议。即下 面的协议对上面的服务用户是</a:t>
            </a:r>
            <a:r>
              <a:rPr dirty="0" sz="2400">
                <a:solidFill>
                  <a:srgbClr val="FF0000"/>
                </a:solidFill>
                <a:latin typeface="UKIJ CJK"/>
                <a:cs typeface="UKIJ CJK"/>
              </a:rPr>
              <a:t>透明</a:t>
            </a:r>
            <a:r>
              <a:rPr dirty="0" sz="2400">
                <a:latin typeface="UKIJ CJK"/>
                <a:cs typeface="UKIJ CJK"/>
              </a:rPr>
              <a:t>的。</a:t>
            </a:r>
            <a:endParaRPr sz="2400">
              <a:latin typeface="UKIJ CJK"/>
              <a:cs typeface="UKIJ CJK"/>
            </a:endParaRPr>
          </a:p>
          <a:p>
            <a:pPr algn="just" marL="12700" marR="43180">
              <a:lnSpc>
                <a:spcPct val="120000"/>
              </a:lnSpc>
              <a:spcBef>
                <a:spcPts val="600"/>
              </a:spcBef>
            </a:pPr>
            <a:r>
              <a:rPr dirty="0" sz="2400">
                <a:latin typeface="UKIJ CJK"/>
                <a:cs typeface="UKIJ CJK"/>
              </a:rPr>
              <a:t>在协议的控制下，两个对等实体间的通信使得本层能够</a:t>
            </a:r>
            <a:r>
              <a:rPr dirty="0" sz="2400">
                <a:solidFill>
                  <a:srgbClr val="FF0000"/>
                </a:solidFill>
                <a:latin typeface="UKIJ CJK"/>
                <a:cs typeface="UKIJ CJK"/>
              </a:rPr>
              <a:t>向上 一层提供服务。</a:t>
            </a:r>
            <a:r>
              <a:rPr dirty="0" sz="2400">
                <a:latin typeface="UKIJ CJK"/>
                <a:cs typeface="UKIJ CJK"/>
              </a:rPr>
              <a:t>要实现本层协议，还需要</a:t>
            </a:r>
            <a:r>
              <a:rPr dirty="0" sz="2400">
                <a:solidFill>
                  <a:srgbClr val="FF0000"/>
                </a:solidFill>
                <a:latin typeface="UKIJ CJK"/>
                <a:cs typeface="UKIJ CJK"/>
              </a:rPr>
              <a:t>使用下层所提供的 服务。</a:t>
            </a:r>
            <a:endParaRPr sz="2400">
              <a:latin typeface="UKIJ CJK"/>
              <a:cs typeface="UKIJ CJK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2140" y="520065"/>
            <a:ext cx="327723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3333CC"/>
                </a:solidFill>
                <a:latin typeface="Noto Sans CJK JP Black"/>
                <a:cs typeface="Noto Sans CJK JP Black"/>
              </a:rPr>
              <a:t>服务与协议的关</a:t>
            </a:r>
            <a:r>
              <a:rPr dirty="0" sz="3200" spc="5">
                <a:solidFill>
                  <a:srgbClr val="3333CC"/>
                </a:solidFill>
                <a:latin typeface="Noto Sans CJK JP Black"/>
                <a:cs typeface="Noto Sans CJK JP Black"/>
              </a:rPr>
              <a:t>系</a:t>
            </a:r>
            <a:endParaRPr sz="3200">
              <a:latin typeface="Noto Sans CJK JP Black"/>
              <a:cs typeface="Noto Sans CJK JP Black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45745" y="1645402"/>
            <a:ext cx="6432323" cy="45763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01430" y="586028"/>
            <a:ext cx="3597910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15" b="0">
                <a:solidFill>
                  <a:srgbClr val="3333CC"/>
                </a:solidFill>
                <a:latin typeface="WenQuanYi Zen Hei Mono"/>
                <a:cs typeface="WenQuanYi Zen Hei Mono"/>
              </a:rPr>
              <a:t>五层网络结构通信示</a:t>
            </a:r>
            <a:r>
              <a:rPr dirty="0" sz="2800" spc="-5" b="0">
                <a:solidFill>
                  <a:srgbClr val="3333CC"/>
                </a:solidFill>
                <a:latin typeface="WenQuanYi Zen Hei Mono"/>
                <a:cs typeface="WenQuanYi Zen Hei Mono"/>
              </a:rPr>
              <a:t>例</a:t>
            </a:r>
            <a:endParaRPr sz="2800">
              <a:latin typeface="WenQuanYi Zen Hei Mono"/>
              <a:cs typeface="WenQuanYi Zen Hei Mon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17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400037" y="352056"/>
            <a:ext cx="8190230" cy="573659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algn="just" marL="355600" indent="-342900">
              <a:lnSpc>
                <a:spcPct val="100000"/>
              </a:lnSpc>
              <a:spcBef>
                <a:spcPts val="675"/>
              </a:spcBef>
              <a:buClr>
                <a:srgbClr val="0000FF"/>
              </a:buClr>
              <a:buSzPct val="85416"/>
              <a:buFont typeface="Wingdings"/>
              <a:buChar char=""/>
              <a:tabLst>
                <a:tab pos="355600" algn="l"/>
              </a:tabLst>
            </a:pPr>
            <a:r>
              <a:rPr dirty="0" sz="2400" spc="165">
                <a:latin typeface="UKIJ CJK"/>
                <a:cs typeface="UKIJ CJK"/>
              </a:rPr>
              <a:t>5</a:t>
            </a:r>
            <a:r>
              <a:rPr dirty="0" sz="2400">
                <a:latin typeface="UKIJ CJK"/>
                <a:cs typeface="UKIJ CJK"/>
              </a:rPr>
              <a:t>层：应用程序产生消息</a:t>
            </a:r>
            <a:r>
              <a:rPr dirty="0" sz="2400" spc="55">
                <a:latin typeface="UKIJ CJK"/>
                <a:cs typeface="UKIJ CJK"/>
              </a:rPr>
              <a:t>M，</a:t>
            </a:r>
            <a:r>
              <a:rPr dirty="0" sz="2400">
                <a:latin typeface="UKIJ CJK"/>
                <a:cs typeface="UKIJ CJK"/>
              </a:rPr>
              <a:t>并向下传递给第</a:t>
            </a:r>
            <a:r>
              <a:rPr dirty="0" sz="2400" spc="165">
                <a:latin typeface="UKIJ CJK"/>
                <a:cs typeface="UKIJ CJK"/>
              </a:rPr>
              <a:t>4</a:t>
            </a:r>
            <a:r>
              <a:rPr dirty="0" sz="2400">
                <a:latin typeface="UKIJ CJK"/>
                <a:cs typeface="UKIJ CJK"/>
              </a:rPr>
              <a:t>层。</a:t>
            </a:r>
            <a:endParaRPr sz="2400">
              <a:latin typeface="UKIJ CJK"/>
              <a:cs typeface="UKIJ CJK"/>
            </a:endParaRPr>
          </a:p>
          <a:p>
            <a:pPr algn="just" marL="355600" indent="-342900">
              <a:lnSpc>
                <a:spcPct val="100000"/>
              </a:lnSpc>
              <a:spcBef>
                <a:spcPts val="575"/>
              </a:spcBef>
              <a:buClr>
                <a:srgbClr val="0000FF"/>
              </a:buClr>
              <a:buSzPct val="85416"/>
              <a:buFont typeface="Wingdings"/>
              <a:buChar char=""/>
              <a:tabLst>
                <a:tab pos="355600" algn="l"/>
              </a:tabLst>
            </a:pPr>
            <a:r>
              <a:rPr dirty="0" sz="2400" spc="165">
                <a:latin typeface="UKIJ CJK"/>
                <a:cs typeface="UKIJ CJK"/>
              </a:rPr>
              <a:t>4</a:t>
            </a:r>
            <a:r>
              <a:rPr dirty="0" sz="2400">
                <a:latin typeface="UKIJ CJK"/>
                <a:cs typeface="UKIJ CJK"/>
              </a:rPr>
              <a:t>层：在</a:t>
            </a:r>
            <a:r>
              <a:rPr dirty="0" sz="2400" spc="114">
                <a:latin typeface="UKIJ CJK"/>
                <a:cs typeface="UKIJ CJK"/>
              </a:rPr>
              <a:t>M</a:t>
            </a:r>
            <a:r>
              <a:rPr dirty="0" sz="2400">
                <a:latin typeface="UKIJ CJK"/>
                <a:cs typeface="UKIJ CJK"/>
              </a:rPr>
              <a:t>前</a:t>
            </a:r>
            <a:r>
              <a:rPr dirty="0" sz="2400">
                <a:solidFill>
                  <a:srgbClr val="CC0000"/>
                </a:solidFill>
                <a:latin typeface="UKIJ CJK"/>
                <a:cs typeface="UKIJ CJK"/>
              </a:rPr>
              <a:t>加上首部</a:t>
            </a:r>
            <a:r>
              <a:rPr dirty="0" sz="2400" spc="130">
                <a:latin typeface="UKIJ CJK"/>
                <a:cs typeface="UKIJ CJK"/>
              </a:rPr>
              <a:t>H4，</a:t>
            </a:r>
            <a:r>
              <a:rPr dirty="0" sz="2400">
                <a:latin typeface="UKIJ CJK"/>
                <a:cs typeface="UKIJ CJK"/>
              </a:rPr>
              <a:t>构成本层的</a:t>
            </a:r>
            <a:r>
              <a:rPr dirty="0" sz="2400">
                <a:solidFill>
                  <a:srgbClr val="CC0000"/>
                </a:solidFill>
                <a:latin typeface="UKIJ CJK"/>
                <a:cs typeface="UKIJ CJK"/>
              </a:rPr>
              <a:t>协议数据单元</a:t>
            </a:r>
            <a:r>
              <a:rPr dirty="0" sz="2400" spc="190">
                <a:solidFill>
                  <a:srgbClr val="CC0000"/>
                </a:solidFill>
                <a:latin typeface="UKIJ CJK"/>
                <a:cs typeface="UKIJ CJK"/>
              </a:rPr>
              <a:t>PDU</a:t>
            </a:r>
            <a:endParaRPr sz="2400">
              <a:latin typeface="UKIJ CJK"/>
              <a:cs typeface="UKIJ CJK"/>
            </a:endParaRPr>
          </a:p>
          <a:p>
            <a:pPr algn="just" marL="355600" marR="207645">
              <a:lnSpc>
                <a:spcPct val="100000"/>
              </a:lnSpc>
            </a:pPr>
            <a:r>
              <a:rPr dirty="0" sz="2400">
                <a:latin typeface="UKIJ CJK"/>
                <a:cs typeface="UKIJ CJK"/>
              </a:rPr>
              <a:t>，并向下传递给第</a:t>
            </a:r>
            <a:r>
              <a:rPr dirty="0" sz="2400" spc="165">
                <a:latin typeface="UKIJ CJK"/>
                <a:cs typeface="UKIJ CJK"/>
              </a:rPr>
              <a:t>3</a:t>
            </a:r>
            <a:r>
              <a:rPr dirty="0" sz="2400">
                <a:latin typeface="UKIJ CJK"/>
                <a:cs typeface="UKIJ CJK"/>
              </a:rPr>
              <a:t>层。首部包含</a:t>
            </a:r>
            <a:r>
              <a:rPr dirty="0" sz="2400">
                <a:solidFill>
                  <a:srgbClr val="CC0000"/>
                </a:solidFill>
                <a:latin typeface="UKIJ CJK"/>
                <a:cs typeface="UKIJ CJK"/>
              </a:rPr>
              <a:t>控制消息</a:t>
            </a:r>
            <a:r>
              <a:rPr dirty="0" sz="2400">
                <a:latin typeface="UKIJ CJK"/>
                <a:cs typeface="UKIJ CJK"/>
              </a:rPr>
              <a:t>，如地址，</a:t>
            </a:r>
            <a:r>
              <a:rPr dirty="0" sz="2400" spc="55">
                <a:latin typeface="UKIJ CJK"/>
                <a:cs typeface="UKIJ CJK"/>
              </a:rPr>
              <a:t> </a:t>
            </a:r>
            <a:r>
              <a:rPr dirty="0" sz="2400">
                <a:latin typeface="UKIJ CJK"/>
                <a:cs typeface="UKIJ CJK"/>
              </a:rPr>
              <a:t>用 于目的机器上对等实体向上递交消息。首部控制消息还可 以是消息序号、消息大小和时间等。</a:t>
            </a:r>
            <a:endParaRPr sz="2400">
              <a:latin typeface="UKIJ CJK"/>
              <a:cs typeface="UKIJ CJK"/>
            </a:endParaRPr>
          </a:p>
          <a:p>
            <a:pPr marL="372110" marR="186690">
              <a:lnSpc>
                <a:spcPct val="100000"/>
              </a:lnSpc>
              <a:spcBef>
                <a:spcPts val="600"/>
              </a:spcBef>
            </a:pPr>
            <a:r>
              <a:rPr dirty="0" sz="2400" spc="5" b="0">
                <a:latin typeface="Noto Sans CJK JP Medium"/>
                <a:cs typeface="Noto Sans CJK JP Medium"/>
              </a:rPr>
              <a:t>控制消息：</a:t>
            </a:r>
            <a:r>
              <a:rPr dirty="0" sz="2400">
                <a:latin typeface="UKIJ CJK"/>
                <a:cs typeface="UKIJ CJK"/>
              </a:rPr>
              <a:t>根据各层不同需求确定，首部或尾部添加的控 制信息是根据接收方的需求确定的。</a:t>
            </a:r>
            <a:endParaRPr sz="2400">
              <a:latin typeface="UKIJ CJK"/>
              <a:cs typeface="UKIJ CJK"/>
            </a:endParaRPr>
          </a:p>
          <a:p>
            <a:pPr marL="355600" marR="5080" indent="-342900">
              <a:lnSpc>
                <a:spcPct val="100000"/>
              </a:lnSpc>
              <a:spcBef>
                <a:spcPts val="1175"/>
              </a:spcBef>
              <a:buClr>
                <a:srgbClr val="0000FF"/>
              </a:buClr>
              <a:buSzPct val="85416"/>
              <a:buFont typeface="Wingdings"/>
              <a:buChar char=""/>
              <a:tabLst>
                <a:tab pos="355600" algn="l"/>
              </a:tabLst>
            </a:pPr>
            <a:r>
              <a:rPr dirty="0" sz="2400" spc="165">
                <a:latin typeface="UKIJ CJK"/>
                <a:cs typeface="UKIJ CJK"/>
              </a:rPr>
              <a:t>3</a:t>
            </a:r>
            <a:r>
              <a:rPr dirty="0" sz="2400" spc="165">
                <a:latin typeface="UKIJ CJK"/>
                <a:cs typeface="UKIJ CJK"/>
              </a:rPr>
              <a:t>层：</a:t>
            </a:r>
            <a:r>
              <a:rPr dirty="0" sz="2400" spc="165">
                <a:solidFill>
                  <a:srgbClr val="FF0000"/>
                </a:solidFill>
                <a:latin typeface="UKIJ CJK"/>
                <a:cs typeface="UKIJ CJK"/>
              </a:rPr>
              <a:t>分割消息</a:t>
            </a:r>
            <a:r>
              <a:rPr dirty="0" sz="2400" spc="165">
                <a:latin typeface="UKIJ CJK"/>
                <a:cs typeface="UKIJ CJK"/>
              </a:rPr>
              <a:t>为较小的单元，并加上第</a:t>
            </a:r>
            <a:r>
              <a:rPr dirty="0" sz="2400" spc="165">
                <a:latin typeface="UKIJ CJK"/>
                <a:cs typeface="UKIJ CJK"/>
              </a:rPr>
              <a:t>3</a:t>
            </a:r>
            <a:r>
              <a:rPr dirty="0" sz="2400" spc="165">
                <a:latin typeface="UKIJ CJK"/>
                <a:cs typeface="UKIJ CJK"/>
              </a:rPr>
              <a:t>层首部</a:t>
            </a:r>
            <a:r>
              <a:rPr dirty="0" sz="2400" spc="229">
                <a:latin typeface="UKIJ CJK"/>
                <a:cs typeface="UKIJ CJK"/>
              </a:rPr>
              <a:t>H</a:t>
            </a:r>
            <a:r>
              <a:rPr dirty="0" sz="2400" spc="165">
                <a:latin typeface="UKIJ CJK"/>
                <a:cs typeface="UKIJ CJK"/>
              </a:rPr>
              <a:t>3</a:t>
            </a:r>
            <a:r>
              <a:rPr dirty="0" sz="2400" spc="165">
                <a:latin typeface="UKIJ CJK"/>
                <a:cs typeface="UKIJ CJK"/>
              </a:rPr>
              <a:t>构成分 组后，</a:t>
            </a:r>
            <a:r>
              <a:rPr dirty="0" sz="2400" spc="165">
                <a:solidFill>
                  <a:srgbClr val="FF0000"/>
                </a:solidFill>
                <a:latin typeface="UKIJ CJK"/>
                <a:cs typeface="UKIJ CJK"/>
              </a:rPr>
              <a:t>独立选择输出线路</a:t>
            </a:r>
            <a:r>
              <a:rPr dirty="0" sz="2400" spc="165">
                <a:latin typeface="UKIJ CJK"/>
                <a:cs typeface="UKIJ CJK"/>
              </a:rPr>
              <a:t>。并把分组传递给第</a:t>
            </a:r>
            <a:r>
              <a:rPr dirty="0" sz="2400" spc="165">
                <a:latin typeface="UKIJ CJK"/>
                <a:cs typeface="UKIJ CJK"/>
              </a:rPr>
              <a:t>2</a:t>
            </a:r>
            <a:r>
              <a:rPr dirty="0" sz="2400">
                <a:latin typeface="UKIJ CJK"/>
                <a:cs typeface="UKIJ CJK"/>
              </a:rPr>
              <a:t>层。</a:t>
            </a:r>
            <a:endParaRPr sz="2400">
              <a:latin typeface="UKIJ CJK"/>
              <a:cs typeface="UKIJ CJK"/>
            </a:endParaRPr>
          </a:p>
          <a:p>
            <a:pPr marL="355600" marR="17780" indent="-342900">
              <a:lnSpc>
                <a:spcPct val="100000"/>
              </a:lnSpc>
              <a:spcBef>
                <a:spcPts val="575"/>
              </a:spcBef>
              <a:buClr>
                <a:srgbClr val="0000FF"/>
              </a:buClr>
              <a:buSzPct val="85416"/>
              <a:buFont typeface="Wingdings"/>
              <a:buChar char=""/>
              <a:tabLst>
                <a:tab pos="355600" algn="l"/>
              </a:tabLst>
            </a:pPr>
            <a:r>
              <a:rPr dirty="0" sz="2400" spc="165">
                <a:latin typeface="UKIJ CJK"/>
                <a:cs typeface="UKIJ CJK"/>
              </a:rPr>
              <a:t>2</a:t>
            </a:r>
            <a:r>
              <a:rPr dirty="0" sz="2400" spc="165">
                <a:latin typeface="UKIJ CJK"/>
                <a:cs typeface="UKIJ CJK"/>
              </a:rPr>
              <a:t>层：在每个分组的前面加</a:t>
            </a:r>
            <a:r>
              <a:rPr dirty="0" sz="2400" spc="165">
                <a:latin typeface="Noto Sans CJK JP Black"/>
                <a:cs typeface="Noto Sans CJK JP Black"/>
              </a:rPr>
              <a:t>上</a:t>
            </a:r>
            <a:r>
              <a:rPr dirty="0" sz="2400" spc="165">
                <a:latin typeface="UKIJ CJK"/>
                <a:cs typeface="UKIJ CJK"/>
              </a:rPr>
              <a:t>一个首部，在后面加</a:t>
            </a:r>
            <a:r>
              <a:rPr dirty="0" sz="2400" spc="165">
                <a:latin typeface="Noto Sans CJK JP Black"/>
                <a:cs typeface="Noto Sans CJK JP Black"/>
              </a:rPr>
              <a:t>上</a:t>
            </a:r>
            <a:r>
              <a:rPr dirty="0" sz="2400" spc="165">
                <a:latin typeface="UKIJ CJK"/>
                <a:cs typeface="UKIJ CJK"/>
              </a:rPr>
              <a:t>一个尾 部。通过接口传递个</a:t>
            </a:r>
            <a:r>
              <a:rPr dirty="0" sz="2400" spc="165">
                <a:latin typeface="UKIJ CJK"/>
                <a:cs typeface="UKIJ CJK"/>
              </a:rPr>
              <a:t>1</a:t>
            </a:r>
            <a:r>
              <a:rPr dirty="0" sz="2400">
                <a:latin typeface="UKIJ CJK"/>
                <a:cs typeface="UKIJ CJK"/>
              </a:rPr>
              <a:t>层。</a:t>
            </a:r>
            <a:endParaRPr sz="2400">
              <a:latin typeface="UKIJ CJK"/>
              <a:cs typeface="UKIJ CJK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0000FF"/>
              </a:buClr>
              <a:buSzPct val="85416"/>
              <a:buFont typeface="Wingdings"/>
              <a:buChar char=""/>
              <a:tabLst>
                <a:tab pos="355600" algn="l"/>
              </a:tabLst>
            </a:pPr>
            <a:r>
              <a:rPr dirty="0" sz="2400" spc="165">
                <a:latin typeface="UKIJ CJK"/>
                <a:cs typeface="UKIJ CJK"/>
              </a:rPr>
              <a:t>1</a:t>
            </a:r>
            <a:r>
              <a:rPr dirty="0" sz="2400">
                <a:latin typeface="UKIJ CJK"/>
                <a:cs typeface="UKIJ CJK"/>
              </a:rPr>
              <a:t>层：向下在物理介质上传递消息。</a:t>
            </a:r>
            <a:endParaRPr sz="2400">
              <a:latin typeface="UKIJ CJK"/>
              <a:cs typeface="UKIJ CJK"/>
            </a:endParaRPr>
          </a:p>
          <a:p>
            <a:pPr marL="355600" marR="207645" indent="-342900">
              <a:lnSpc>
                <a:spcPct val="100000"/>
              </a:lnSpc>
              <a:spcBef>
                <a:spcPts val="575"/>
              </a:spcBef>
              <a:buClr>
                <a:srgbClr val="0000FF"/>
              </a:buClr>
              <a:buSzPct val="85416"/>
              <a:buFont typeface="Wingdings"/>
              <a:buChar char=""/>
              <a:tabLst>
                <a:tab pos="355600" algn="l"/>
              </a:tabLst>
            </a:pPr>
            <a:r>
              <a:rPr dirty="0" sz="2400">
                <a:latin typeface="UKIJ CJK"/>
                <a:cs typeface="UKIJ CJK"/>
              </a:rPr>
              <a:t>接收端机器自底向上逐层传递消息，在传递过程中</a:t>
            </a:r>
            <a:r>
              <a:rPr dirty="0" sz="2400">
                <a:solidFill>
                  <a:srgbClr val="CC0000"/>
                </a:solidFill>
                <a:latin typeface="UKIJ CJK"/>
                <a:cs typeface="UKIJ CJK"/>
              </a:rPr>
              <a:t>逐层剥 离</a:t>
            </a:r>
            <a:r>
              <a:rPr dirty="0" sz="2400">
                <a:latin typeface="UKIJ CJK"/>
                <a:cs typeface="UKIJ CJK"/>
              </a:rPr>
              <a:t>各层首部，消息</a:t>
            </a:r>
            <a:r>
              <a:rPr dirty="0" sz="2400" spc="114">
                <a:latin typeface="UKIJ CJK"/>
                <a:cs typeface="UKIJ CJK"/>
              </a:rPr>
              <a:t>M</a:t>
            </a:r>
            <a:r>
              <a:rPr dirty="0" sz="2400">
                <a:latin typeface="UKIJ CJK"/>
                <a:cs typeface="UKIJ CJK"/>
              </a:rPr>
              <a:t>最终交给目的机器第</a:t>
            </a:r>
            <a:r>
              <a:rPr dirty="0" sz="2400" spc="165">
                <a:latin typeface="UKIJ CJK"/>
                <a:cs typeface="UKIJ CJK"/>
              </a:rPr>
              <a:t>5</a:t>
            </a:r>
            <a:r>
              <a:rPr dirty="0" sz="2400">
                <a:latin typeface="UKIJ CJK"/>
                <a:cs typeface="UKIJ CJK"/>
              </a:rPr>
              <a:t>层对等实体。</a:t>
            </a:r>
            <a:endParaRPr sz="2400">
              <a:latin typeface="UKIJ CJK"/>
              <a:cs typeface="UKIJ CJK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17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400037" y="705103"/>
            <a:ext cx="8080375" cy="36880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135255">
              <a:lnSpc>
                <a:spcPct val="120000"/>
              </a:lnSpc>
              <a:spcBef>
                <a:spcPts val="100"/>
              </a:spcBef>
            </a:pPr>
            <a:r>
              <a:rPr dirty="0" sz="2400" spc="5" b="0">
                <a:latin typeface="Noto Sans CJK JP Medium"/>
                <a:cs typeface="Noto Sans CJK JP Medium"/>
              </a:rPr>
              <a:t>协议数据单元</a:t>
            </a:r>
            <a:r>
              <a:rPr dirty="0" sz="2400" spc="-45" b="0">
                <a:latin typeface="Noto Sans CJK JP Medium"/>
                <a:cs typeface="Noto Sans CJK JP Medium"/>
              </a:rPr>
              <a:t>（Protocol</a:t>
            </a:r>
            <a:r>
              <a:rPr dirty="0" sz="2400" spc="225" b="0">
                <a:latin typeface="Noto Sans CJK JP Medium"/>
                <a:cs typeface="Noto Sans CJK JP Medium"/>
              </a:rPr>
              <a:t> </a:t>
            </a:r>
            <a:r>
              <a:rPr dirty="0" sz="2400" spc="55" b="0">
                <a:latin typeface="Noto Sans CJK JP Medium"/>
                <a:cs typeface="Noto Sans CJK JP Medium"/>
              </a:rPr>
              <a:t>Data</a:t>
            </a:r>
            <a:r>
              <a:rPr dirty="0" sz="2400" spc="220" b="0">
                <a:latin typeface="Noto Sans CJK JP Medium"/>
                <a:cs typeface="Noto Sans CJK JP Medium"/>
              </a:rPr>
              <a:t> </a:t>
            </a:r>
            <a:r>
              <a:rPr dirty="0" sz="2400" spc="40" b="0">
                <a:latin typeface="Noto Sans CJK JP Medium"/>
                <a:cs typeface="Noto Sans CJK JP Medium"/>
              </a:rPr>
              <a:t>Unit，PDU)</a:t>
            </a:r>
            <a:r>
              <a:rPr dirty="0" sz="2400" spc="229" b="0">
                <a:latin typeface="Noto Sans CJK JP Medium"/>
                <a:cs typeface="Noto Sans CJK JP Medium"/>
              </a:rPr>
              <a:t> </a:t>
            </a:r>
            <a:r>
              <a:rPr dirty="0" sz="2400" spc="5" b="0">
                <a:latin typeface="Noto Sans CJK JP Medium"/>
                <a:cs typeface="Noto Sans CJK JP Medium"/>
              </a:rPr>
              <a:t>：</a:t>
            </a:r>
            <a:r>
              <a:rPr dirty="0" sz="2400">
                <a:latin typeface="UKIJ CJK"/>
                <a:cs typeface="UKIJ CJK"/>
              </a:rPr>
              <a:t>每个层次将 从上层接收的消息加上首部和尾部后就构成本层的协议数据 单元。</a:t>
            </a:r>
            <a:endParaRPr sz="2400">
              <a:latin typeface="UKIJ CJK"/>
              <a:cs typeface="UKIJ CJK"/>
            </a:endParaRPr>
          </a:p>
          <a:p>
            <a:pPr marL="12700" marR="5080">
              <a:lnSpc>
                <a:spcPct val="120000"/>
              </a:lnSpc>
              <a:spcBef>
                <a:spcPts val="595"/>
              </a:spcBef>
            </a:pPr>
            <a:r>
              <a:rPr dirty="0" sz="2400" spc="5" b="0">
                <a:latin typeface="Noto Sans CJK JP Medium"/>
                <a:cs typeface="Noto Sans CJK JP Medium"/>
              </a:rPr>
              <a:t>虚拟通信：</a:t>
            </a:r>
            <a:r>
              <a:rPr dirty="0" sz="2400">
                <a:latin typeface="UKIJ CJK"/>
                <a:cs typeface="UKIJ CJK"/>
              </a:rPr>
              <a:t>通信是水平的，每层对等实体之间，使用本层协 议。对等实体之间类似于发送到对方（</a:t>
            </a:r>
            <a:r>
              <a:rPr dirty="0" sz="2400">
                <a:latin typeface="Times New Roman"/>
                <a:cs typeface="Times New Roman"/>
              </a:rPr>
              <a:t>S</a:t>
            </a:r>
            <a:r>
              <a:rPr dirty="0" sz="2400" spc="-5">
                <a:latin typeface="Times New Roman"/>
                <a:cs typeface="Times New Roman"/>
              </a:rPr>
              <a:t>e</a:t>
            </a:r>
            <a:r>
              <a:rPr dirty="0" sz="2400">
                <a:latin typeface="Times New Roman"/>
                <a:cs typeface="Times New Roman"/>
              </a:rPr>
              <a:t>nd</a:t>
            </a:r>
            <a:r>
              <a:rPr dirty="0" sz="2400" spc="-175">
                <a:latin typeface="Times New Roman"/>
                <a:cs typeface="Times New Roman"/>
              </a:rPr>
              <a:t>T</a:t>
            </a:r>
            <a:r>
              <a:rPr dirty="0" sz="2400">
                <a:latin typeface="Times New Roman"/>
                <a:cs typeface="Times New Roman"/>
              </a:rPr>
              <a:t>oO</a:t>
            </a:r>
            <a:r>
              <a:rPr dirty="0" sz="2400" spc="-5">
                <a:latin typeface="Times New Roman"/>
                <a:cs typeface="Times New Roman"/>
              </a:rPr>
              <a:t>t</a:t>
            </a:r>
            <a:r>
              <a:rPr dirty="0" sz="2400">
                <a:latin typeface="Times New Roman"/>
                <a:cs typeface="Times New Roman"/>
              </a:rPr>
              <a:t>n</a:t>
            </a:r>
            <a:r>
              <a:rPr dirty="0" sz="2400" spc="-5">
                <a:latin typeface="Times New Roman"/>
                <a:cs typeface="Times New Roman"/>
              </a:rPr>
              <a:t>e</a:t>
            </a:r>
            <a:r>
              <a:rPr dirty="0" sz="2400">
                <a:latin typeface="Times New Roman"/>
                <a:cs typeface="Times New Roman"/>
              </a:rPr>
              <a:t>rS</a:t>
            </a:r>
            <a:r>
              <a:rPr dirty="0" sz="2400" spc="-5">
                <a:latin typeface="Times New Roman"/>
                <a:cs typeface="Times New Roman"/>
              </a:rPr>
              <a:t>i</a:t>
            </a:r>
            <a:r>
              <a:rPr dirty="0" sz="2400">
                <a:latin typeface="Times New Roman"/>
                <a:cs typeface="Times New Roman"/>
              </a:rPr>
              <a:t>d</a:t>
            </a:r>
            <a:r>
              <a:rPr dirty="0" sz="2400" spc="-5">
                <a:latin typeface="Times New Roman"/>
                <a:cs typeface="Times New Roman"/>
              </a:rPr>
              <a:t>e</a:t>
            </a:r>
            <a:r>
              <a:rPr dirty="0" sz="2400">
                <a:latin typeface="Times New Roman"/>
                <a:cs typeface="Times New Roman"/>
              </a:rPr>
              <a:t>)</a:t>
            </a:r>
            <a:r>
              <a:rPr dirty="0" sz="2400">
                <a:latin typeface="UKIJ CJK"/>
                <a:cs typeface="UKIJ CJK"/>
              </a:rPr>
              <a:t>和从 对方接收</a:t>
            </a:r>
            <a:r>
              <a:rPr dirty="0" sz="2400" spc="-5">
                <a:latin typeface="UKIJ CJK"/>
                <a:cs typeface="UKIJ CJK"/>
              </a:rPr>
              <a:t>（</a:t>
            </a:r>
            <a:r>
              <a:rPr dirty="0" sz="2400" spc="-5">
                <a:latin typeface="Times New Roman"/>
                <a:cs typeface="Times New Roman"/>
              </a:rPr>
              <a:t>GetFromOtherSide</a:t>
            </a:r>
            <a:r>
              <a:rPr dirty="0" sz="2400" spc="-5">
                <a:latin typeface="UKIJ CJK"/>
                <a:cs typeface="UKIJ CJK"/>
              </a:rPr>
              <a:t>）</a:t>
            </a:r>
            <a:r>
              <a:rPr dirty="0" sz="2400">
                <a:latin typeface="UKIJ CJK"/>
                <a:cs typeface="UKIJ CJK"/>
              </a:rPr>
              <a:t>这样的过程</a:t>
            </a:r>
            <a:endParaRPr sz="2400">
              <a:latin typeface="UKIJ CJK"/>
              <a:cs typeface="UKIJ CJK"/>
            </a:endParaRPr>
          </a:p>
          <a:p>
            <a:pPr marL="12700" marR="132080">
              <a:lnSpc>
                <a:spcPct val="120000"/>
              </a:lnSpc>
              <a:spcBef>
                <a:spcPts val="600"/>
              </a:spcBef>
            </a:pPr>
            <a:r>
              <a:rPr dirty="0" sz="2400" spc="5" b="0">
                <a:latin typeface="Noto Sans CJK JP Medium"/>
                <a:cs typeface="Noto Sans CJK JP Medium"/>
              </a:rPr>
              <a:t>物理通信：</a:t>
            </a:r>
            <a:r>
              <a:rPr dirty="0" sz="2400">
                <a:latin typeface="UKIJ CJK"/>
                <a:cs typeface="UKIJ CJK"/>
              </a:rPr>
              <a:t>通信是垂直的，通过相邻层之间的层间接口与底 下的层进行通信，并不是直接与另一端进行通信。</a:t>
            </a:r>
            <a:endParaRPr sz="2400">
              <a:latin typeface="UKIJ CJK"/>
              <a:cs typeface="UKIJ CJK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17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433425" y="1078408"/>
            <a:ext cx="7950200" cy="35356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20000"/>
              </a:lnSpc>
              <a:spcBef>
                <a:spcPts val="95"/>
              </a:spcBef>
            </a:pPr>
            <a:r>
              <a:rPr dirty="0" sz="2400">
                <a:latin typeface="UKIJ CJK"/>
                <a:cs typeface="UKIJ CJK"/>
              </a:rPr>
              <a:t>为确保所形成的通信系统是完整的和有效的，必须认真构筑 一整套协议。在这套协议的总体设计规划中，各协议的设计 在功能上不能重复，每个协议只处理通信功能的一部分，而 所有协议相互协作能高效统一的完成所有的通信功能，这套 协议称为协议族或协议栈。把协议族中的各种协议集中成为 一个统一的整体的抽象结构，被称为</a:t>
            </a:r>
            <a:r>
              <a:rPr dirty="0" sz="2400">
                <a:solidFill>
                  <a:srgbClr val="CC0000"/>
                </a:solidFill>
                <a:latin typeface="UKIJ CJK"/>
                <a:cs typeface="UKIJ CJK"/>
              </a:rPr>
              <a:t>层次模型</a:t>
            </a:r>
            <a:r>
              <a:rPr dirty="0" sz="2400" spc="-5">
                <a:latin typeface="Noto Sans CJK JP Black"/>
                <a:cs typeface="Noto Sans CJK JP Black"/>
              </a:rPr>
              <a:t>（</a:t>
            </a:r>
            <a:r>
              <a:rPr dirty="0" sz="2400" spc="-5">
                <a:latin typeface="Times New Roman"/>
                <a:cs typeface="Times New Roman"/>
              </a:rPr>
              <a:t>layer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model</a:t>
            </a:r>
            <a:endParaRPr sz="2400">
              <a:latin typeface="Times New Roman"/>
              <a:cs typeface="Times New Roman"/>
            </a:endParaRPr>
          </a:p>
          <a:p>
            <a:pPr algn="just" marL="12700" marR="233679">
              <a:lnSpc>
                <a:spcPct val="120000"/>
              </a:lnSpc>
            </a:pPr>
            <a:r>
              <a:rPr dirty="0" sz="2400">
                <a:latin typeface="Noto Sans CJK JP Black"/>
                <a:cs typeface="Noto Sans CJK JP Black"/>
              </a:rPr>
              <a:t>）</a:t>
            </a:r>
            <a:r>
              <a:rPr dirty="0" sz="2400" spc="-50">
                <a:latin typeface="Noto Sans CJK JP Black"/>
                <a:cs typeface="Noto Sans CJK JP Black"/>
              </a:rPr>
              <a:t> </a:t>
            </a:r>
            <a:r>
              <a:rPr dirty="0" sz="2400">
                <a:latin typeface="UKIJ CJK"/>
                <a:cs typeface="UKIJ CJK"/>
              </a:rPr>
              <a:t>。层次模型所描述的就是如何把通信问题的所有方面划 分成一个个协调工作的层次结构。</a:t>
            </a:r>
            <a:endParaRPr sz="2400">
              <a:latin typeface="UKIJ CJK"/>
              <a:cs typeface="UKIJ CJK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2140" y="235584"/>
            <a:ext cx="2961640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latin typeface="Times New Roman"/>
                <a:cs typeface="Times New Roman"/>
              </a:rPr>
              <a:t>1.1.2</a:t>
            </a:r>
            <a:r>
              <a:rPr dirty="0" sz="2800" spc="-75" b="1">
                <a:latin typeface="Times New Roman"/>
                <a:cs typeface="Times New Roman"/>
              </a:rPr>
              <a:t> </a:t>
            </a:r>
            <a:r>
              <a:rPr dirty="0" sz="2800" spc="5" b="0">
                <a:latin typeface="Noto Sans CJK JP Medium"/>
                <a:cs typeface="Noto Sans CJK JP Medium"/>
              </a:rPr>
              <a:t>协议层次模</a:t>
            </a:r>
            <a:r>
              <a:rPr dirty="0" sz="2800" spc="-5" b="0">
                <a:latin typeface="Noto Sans CJK JP Medium"/>
                <a:cs typeface="Noto Sans CJK JP Medium"/>
              </a:rPr>
              <a:t>型</a:t>
            </a:r>
            <a:endParaRPr sz="2800">
              <a:latin typeface="Noto Sans CJK JP Medium"/>
              <a:cs typeface="Noto Sans CJK JP Mediu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7354" y="908024"/>
            <a:ext cx="8021320" cy="4895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dirty="0" sz="2400">
                <a:latin typeface="UKIJ CJK"/>
                <a:cs typeface="UKIJ CJK"/>
              </a:rPr>
              <a:t>使用</a:t>
            </a:r>
            <a:r>
              <a:rPr dirty="0" sz="2400">
                <a:latin typeface="Times New Roman"/>
                <a:cs typeface="Times New Roman"/>
              </a:rPr>
              <a:t>OSI</a:t>
            </a:r>
            <a:r>
              <a:rPr dirty="0" sz="2400">
                <a:latin typeface="UKIJ CJK"/>
                <a:cs typeface="UKIJ CJK"/>
              </a:rPr>
              <a:t>体系结构中的概念来描述</a:t>
            </a:r>
            <a:r>
              <a:rPr dirty="0" sz="2400">
                <a:latin typeface="Times New Roman"/>
                <a:cs typeface="Times New Roman"/>
              </a:rPr>
              <a:t>n</a:t>
            </a:r>
            <a:r>
              <a:rPr dirty="0" sz="2400">
                <a:latin typeface="UKIJ CJK"/>
                <a:cs typeface="UKIJ CJK"/>
              </a:rPr>
              <a:t>层协议模型，在</a:t>
            </a:r>
            <a:r>
              <a:rPr dirty="0" sz="2400">
                <a:latin typeface="Times New Roman"/>
                <a:cs typeface="Times New Roman"/>
              </a:rPr>
              <a:t>OSI</a:t>
            </a:r>
            <a:r>
              <a:rPr dirty="0" sz="2400">
                <a:latin typeface="UKIJ CJK"/>
                <a:cs typeface="UKIJ CJK"/>
              </a:rPr>
              <a:t>中，  实体表示任何可以发送和接收信息的硬件或软件进程。在多 数情况下，实体就是一个特定的模块。两个（</a:t>
            </a:r>
            <a:r>
              <a:rPr dirty="0" sz="2400">
                <a:latin typeface="Times New Roman"/>
                <a:cs typeface="Times New Roman"/>
              </a:rPr>
              <a:t>N</a:t>
            </a:r>
            <a:r>
              <a:rPr dirty="0" sz="2400">
                <a:latin typeface="UKIJ CJK"/>
                <a:cs typeface="UKIJ CJK"/>
              </a:rPr>
              <a:t>）实体在（  </a:t>
            </a:r>
            <a:r>
              <a:rPr dirty="0" sz="2400">
                <a:latin typeface="Times New Roman"/>
                <a:cs typeface="Times New Roman"/>
              </a:rPr>
              <a:t>N</a:t>
            </a:r>
            <a:r>
              <a:rPr dirty="0" sz="2400">
                <a:latin typeface="UKIJ CJK"/>
                <a:cs typeface="UKIJ CJK"/>
              </a:rPr>
              <a:t>）层协议的控制下通信，使（</a:t>
            </a:r>
            <a:r>
              <a:rPr dirty="0" sz="2400">
                <a:latin typeface="Times New Roman"/>
                <a:cs typeface="Times New Roman"/>
              </a:rPr>
              <a:t>N</a:t>
            </a:r>
            <a:r>
              <a:rPr dirty="0" sz="2400">
                <a:latin typeface="UKIJ CJK"/>
                <a:cs typeface="UKIJ CJK"/>
              </a:rPr>
              <a:t>）层能够向上一层（</a:t>
            </a:r>
            <a:r>
              <a:rPr dirty="0" sz="2400">
                <a:latin typeface="Times New Roman"/>
                <a:cs typeface="Times New Roman"/>
              </a:rPr>
              <a:t>N+1</a:t>
            </a:r>
            <a:r>
              <a:rPr dirty="0" sz="2400">
                <a:latin typeface="UKIJ CJK"/>
                <a:cs typeface="UKIJ CJK"/>
              </a:rPr>
              <a:t>） 提供服务。这种服务就是（</a:t>
            </a:r>
            <a:r>
              <a:rPr dirty="0" sz="2400">
                <a:latin typeface="Times New Roman"/>
                <a:cs typeface="Times New Roman"/>
              </a:rPr>
              <a:t>N</a:t>
            </a:r>
            <a:r>
              <a:rPr dirty="0" sz="2400">
                <a:latin typeface="UKIJ CJK"/>
                <a:cs typeface="UKIJ CJK"/>
              </a:rPr>
              <a:t>）服务。接受（</a:t>
            </a:r>
            <a:r>
              <a:rPr dirty="0" sz="2400">
                <a:latin typeface="Times New Roman"/>
                <a:cs typeface="Times New Roman"/>
              </a:rPr>
              <a:t>N</a:t>
            </a:r>
            <a:r>
              <a:rPr dirty="0" sz="2400">
                <a:latin typeface="UKIJ CJK"/>
                <a:cs typeface="UKIJ CJK"/>
              </a:rPr>
              <a:t>）服务的是 上一层实体，即（</a:t>
            </a:r>
            <a:r>
              <a:rPr dirty="0" sz="2400">
                <a:latin typeface="Times New Roman"/>
                <a:cs typeface="Times New Roman"/>
              </a:rPr>
              <a:t>N+1</a:t>
            </a:r>
            <a:r>
              <a:rPr dirty="0" sz="2400">
                <a:latin typeface="UKIJ CJK"/>
                <a:cs typeface="UKIJ CJK"/>
              </a:rPr>
              <a:t>）实体。它们也称为（</a:t>
            </a:r>
            <a:r>
              <a:rPr dirty="0" sz="2400">
                <a:latin typeface="Times New Roman"/>
                <a:cs typeface="Times New Roman"/>
              </a:rPr>
              <a:t>N</a:t>
            </a:r>
            <a:r>
              <a:rPr dirty="0" sz="2400">
                <a:latin typeface="UKIJ CJK"/>
                <a:cs typeface="UKIJ CJK"/>
              </a:rPr>
              <a:t>）用户或更 严格地称为（</a:t>
            </a:r>
            <a:r>
              <a:rPr dirty="0" sz="2400">
                <a:latin typeface="Times New Roman"/>
                <a:cs typeface="Times New Roman"/>
              </a:rPr>
              <a:t>N</a:t>
            </a:r>
            <a:r>
              <a:rPr dirty="0" sz="2400">
                <a:latin typeface="UKIJ CJK"/>
                <a:cs typeface="UKIJ CJK"/>
              </a:rPr>
              <a:t>）服务用户。</a:t>
            </a:r>
            <a:endParaRPr sz="2400">
              <a:latin typeface="UKIJ CJK"/>
              <a:cs typeface="UKIJ CJK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dirty="0" sz="2400">
                <a:latin typeface="UKIJ CJK"/>
                <a:cs typeface="UKIJ CJK"/>
              </a:rPr>
              <a:t>一个（</a:t>
            </a:r>
            <a:r>
              <a:rPr dirty="0" sz="2400">
                <a:latin typeface="Times New Roman"/>
                <a:cs typeface="Times New Roman"/>
              </a:rPr>
              <a:t>N</a:t>
            </a:r>
            <a:r>
              <a:rPr dirty="0" sz="2400">
                <a:latin typeface="UKIJ CJK"/>
                <a:cs typeface="UKIJ CJK"/>
              </a:rPr>
              <a:t>）实体向上一层所提供的服务由以下三部分构成：</a:t>
            </a:r>
            <a:endParaRPr sz="2400">
              <a:latin typeface="UKIJ CJK"/>
              <a:cs typeface="UKIJ CJK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dirty="0" sz="2000" spc="-5">
                <a:latin typeface="UKIJ CJK"/>
                <a:cs typeface="UKIJ CJK"/>
              </a:rPr>
              <a:t>（</a:t>
            </a:r>
            <a:r>
              <a:rPr dirty="0" sz="2000" spc="-5">
                <a:latin typeface="Times New Roman"/>
                <a:cs typeface="Times New Roman"/>
              </a:rPr>
              <a:t>1</a:t>
            </a:r>
            <a:r>
              <a:rPr dirty="0" sz="2000" spc="-5">
                <a:latin typeface="UKIJ CJK"/>
                <a:cs typeface="UKIJ CJK"/>
              </a:rPr>
              <a:t>）（</a:t>
            </a:r>
            <a:r>
              <a:rPr dirty="0" sz="2000" spc="-5">
                <a:latin typeface="Times New Roman"/>
                <a:cs typeface="Times New Roman"/>
              </a:rPr>
              <a:t>N</a:t>
            </a:r>
            <a:r>
              <a:rPr dirty="0" sz="2000" spc="-5">
                <a:latin typeface="UKIJ CJK"/>
                <a:cs typeface="UKIJ CJK"/>
              </a:rPr>
              <a:t>）</a:t>
            </a:r>
            <a:r>
              <a:rPr dirty="0" sz="2000">
                <a:latin typeface="UKIJ CJK"/>
                <a:cs typeface="UKIJ CJK"/>
              </a:rPr>
              <a:t>实体自己提供的某种功能</a:t>
            </a:r>
            <a:r>
              <a:rPr dirty="0" sz="2000" spc="5">
                <a:latin typeface="UKIJ CJK"/>
                <a:cs typeface="UKIJ CJK"/>
              </a:rPr>
              <a:t>。</a:t>
            </a:r>
            <a:endParaRPr sz="2000">
              <a:latin typeface="UKIJ CJK"/>
              <a:cs typeface="UKIJ CJK"/>
            </a:endParaRPr>
          </a:p>
          <a:p>
            <a:pPr marL="648970" indent="-636270">
              <a:lnSpc>
                <a:spcPct val="100000"/>
              </a:lnSpc>
              <a:spcBef>
                <a:spcPts val="960"/>
              </a:spcBef>
              <a:buSzPct val="95000"/>
              <a:buAutoNum type="arabicPlain" startAt="2"/>
              <a:tabLst>
                <a:tab pos="648970" algn="l"/>
              </a:tabLst>
            </a:pPr>
            <a:r>
              <a:rPr dirty="0" sz="2000">
                <a:latin typeface="UKIJ CJK"/>
                <a:cs typeface="UKIJ CJK"/>
              </a:rPr>
              <a:t>从</a:t>
            </a:r>
            <a:r>
              <a:rPr dirty="0" sz="2000" spc="-5">
                <a:latin typeface="UKIJ CJK"/>
                <a:cs typeface="UKIJ CJK"/>
              </a:rPr>
              <a:t>（</a:t>
            </a:r>
            <a:r>
              <a:rPr dirty="0" sz="2000" spc="-5">
                <a:latin typeface="Times New Roman"/>
                <a:cs typeface="Times New Roman"/>
              </a:rPr>
              <a:t>N-1</a:t>
            </a:r>
            <a:r>
              <a:rPr dirty="0" sz="2000" spc="-5">
                <a:latin typeface="UKIJ CJK"/>
                <a:cs typeface="UKIJ CJK"/>
              </a:rPr>
              <a:t>）</a:t>
            </a:r>
            <a:r>
              <a:rPr dirty="0" sz="2000">
                <a:latin typeface="UKIJ CJK"/>
                <a:cs typeface="UKIJ CJK"/>
              </a:rPr>
              <a:t>层及其以下各层以及本地系统环境得到的服务</a:t>
            </a:r>
            <a:r>
              <a:rPr dirty="0" sz="2000" spc="5">
                <a:latin typeface="UKIJ CJK"/>
                <a:cs typeface="UKIJ CJK"/>
              </a:rPr>
              <a:t>。</a:t>
            </a:r>
            <a:endParaRPr sz="2000">
              <a:latin typeface="UKIJ CJK"/>
              <a:cs typeface="UKIJ CJK"/>
            </a:endParaRPr>
          </a:p>
          <a:p>
            <a:pPr marL="648970" indent="-636270">
              <a:lnSpc>
                <a:spcPct val="100000"/>
              </a:lnSpc>
              <a:spcBef>
                <a:spcPts val="960"/>
              </a:spcBef>
              <a:buSzPct val="95000"/>
              <a:buAutoNum type="arabicPlain" startAt="2"/>
              <a:tabLst>
                <a:tab pos="648970" algn="l"/>
              </a:tabLst>
            </a:pPr>
            <a:r>
              <a:rPr dirty="0" sz="2000">
                <a:latin typeface="UKIJ CJK"/>
                <a:cs typeface="UKIJ CJK"/>
              </a:rPr>
              <a:t>通过与处在另一系统中的对等</a:t>
            </a:r>
            <a:r>
              <a:rPr dirty="0" sz="2000" spc="-5">
                <a:latin typeface="UKIJ CJK"/>
                <a:cs typeface="UKIJ CJK"/>
              </a:rPr>
              <a:t>（</a:t>
            </a:r>
            <a:r>
              <a:rPr dirty="0" sz="2000" spc="-5">
                <a:latin typeface="Times New Roman"/>
                <a:cs typeface="Times New Roman"/>
              </a:rPr>
              <a:t>N</a:t>
            </a:r>
            <a:r>
              <a:rPr dirty="0" sz="2000" spc="-5">
                <a:latin typeface="UKIJ CJK"/>
                <a:cs typeface="UKIJ CJK"/>
              </a:rPr>
              <a:t>）</a:t>
            </a:r>
            <a:r>
              <a:rPr dirty="0" sz="2000">
                <a:latin typeface="UKIJ CJK"/>
                <a:cs typeface="UKIJ CJK"/>
              </a:rPr>
              <a:t>实体的通信而得到的服务</a:t>
            </a:r>
            <a:r>
              <a:rPr dirty="0" sz="2000" spc="5">
                <a:latin typeface="UKIJ CJK"/>
                <a:cs typeface="UKIJ CJK"/>
              </a:rPr>
              <a:t>。</a:t>
            </a:r>
            <a:endParaRPr sz="2000">
              <a:latin typeface="UKIJ CJK"/>
              <a:cs typeface="UKIJ CJK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4939" y="5505119"/>
            <a:ext cx="8373745" cy="1245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2000" spc="10" b="0">
                <a:latin typeface="WenQuanYi Zen Hei Mono"/>
                <a:cs typeface="WenQuanYi Zen Hei Mono"/>
              </a:rPr>
              <a:t>相邻层的上层都是通过下层完成本层的功能，其中下层称为</a:t>
            </a:r>
            <a:r>
              <a:rPr dirty="0" sz="2000" spc="10" b="0">
                <a:solidFill>
                  <a:srgbClr val="CC0000"/>
                </a:solidFill>
                <a:latin typeface="WenQuanYi Zen Hei Mono"/>
                <a:cs typeface="WenQuanYi Zen Hei Mono"/>
              </a:rPr>
              <a:t>服务提供</a:t>
            </a:r>
            <a:r>
              <a:rPr dirty="0" sz="2000" spc="5" b="0">
                <a:solidFill>
                  <a:srgbClr val="CC0000"/>
                </a:solidFill>
                <a:latin typeface="WenQuanYi Zen Hei Mono"/>
                <a:cs typeface="WenQuanYi Zen Hei Mono"/>
              </a:rPr>
              <a:t>者</a:t>
            </a:r>
            <a:endParaRPr sz="2000">
              <a:latin typeface="WenQuanYi Zen Hei Mono"/>
              <a:cs typeface="WenQuanYi Zen Hei Mono"/>
            </a:endParaRPr>
          </a:p>
          <a:p>
            <a:pPr marL="38100" marR="409575">
              <a:lnSpc>
                <a:spcPct val="100000"/>
              </a:lnSpc>
            </a:pPr>
            <a:r>
              <a:rPr dirty="0" sz="2000" spc="10" b="0">
                <a:latin typeface="WenQuanYi Zen Hei Mono"/>
                <a:cs typeface="WenQuanYi Zen Hei Mono"/>
              </a:rPr>
              <a:t>，上层称为</a:t>
            </a:r>
            <a:r>
              <a:rPr dirty="0" sz="2000" spc="10" b="0">
                <a:solidFill>
                  <a:srgbClr val="CC0000"/>
                </a:solidFill>
                <a:latin typeface="WenQuanYi Zen Hei Mono"/>
                <a:cs typeface="WenQuanYi Zen Hei Mono"/>
              </a:rPr>
              <a:t>服务使用者或服务用户</a:t>
            </a:r>
            <a:r>
              <a:rPr dirty="0" sz="2000" spc="10" b="0">
                <a:latin typeface="WenQuanYi Zen Hei Mono"/>
                <a:cs typeface="WenQuanYi Zen Hei Mono"/>
              </a:rPr>
              <a:t>，服务的提供和使用都是通过相邻</a:t>
            </a:r>
            <a:r>
              <a:rPr dirty="0" sz="2000" b="0">
                <a:latin typeface="WenQuanYi Zen Hei Mono"/>
                <a:cs typeface="WenQuanYi Zen Hei Mono"/>
              </a:rPr>
              <a:t>层 </a:t>
            </a:r>
            <a:r>
              <a:rPr dirty="0" sz="2000" spc="10" b="0">
                <a:latin typeface="WenQuanYi Zen Hei Mono"/>
                <a:cs typeface="WenQuanYi Zen Hei Mono"/>
              </a:rPr>
              <a:t>的</a:t>
            </a:r>
            <a:r>
              <a:rPr dirty="0" sz="2000" spc="5" b="0">
                <a:solidFill>
                  <a:srgbClr val="CC0000"/>
                </a:solidFill>
                <a:latin typeface="WenQuanYi Zen Hei Mono"/>
                <a:cs typeface="WenQuanYi Zen Hei Mono"/>
              </a:rPr>
              <a:t>接口,即服务访问点（SAP)</a:t>
            </a:r>
            <a:r>
              <a:rPr dirty="0" sz="2000" spc="5" b="0">
                <a:latin typeface="WenQuanYi Zen Hei Mono"/>
                <a:cs typeface="WenQuanYi Zen Hei Mono"/>
              </a:rPr>
              <a:t>进行。PDU通常有两部分构成：用户数据</a:t>
            </a:r>
            <a:r>
              <a:rPr dirty="0" sz="2000" spc="5" b="0">
                <a:latin typeface="WenQuanYi Zen Hei Mono"/>
                <a:cs typeface="WenQuanYi Zen Hei Mono"/>
              </a:rPr>
              <a:t>和</a:t>
            </a:r>
            <a:endParaRPr sz="2000">
              <a:latin typeface="WenQuanYi Zen Hei Mono"/>
              <a:cs typeface="WenQuanYi Zen Hei Mono"/>
            </a:endParaRPr>
          </a:p>
          <a:p>
            <a:pPr marL="38100">
              <a:lnSpc>
                <a:spcPct val="100000"/>
              </a:lnSpc>
            </a:pPr>
            <a:r>
              <a:rPr dirty="0" sz="2000" spc="10" b="0">
                <a:latin typeface="WenQuanYi Zen Hei Mono"/>
                <a:cs typeface="WenQuanYi Zen Hei Mono"/>
              </a:rPr>
              <a:t>协议</a:t>
            </a:r>
            <a:r>
              <a:rPr dirty="0" sz="2000" spc="10" b="0">
                <a:solidFill>
                  <a:srgbClr val="CC0000"/>
                </a:solidFill>
                <a:latin typeface="WenQuanYi Zen Hei Mono"/>
                <a:cs typeface="WenQuanYi Zen Hei Mono"/>
              </a:rPr>
              <a:t>控制消息</a:t>
            </a:r>
            <a:r>
              <a:rPr dirty="0" sz="2000" spc="5" b="0">
                <a:solidFill>
                  <a:srgbClr val="CC0000"/>
                </a:solidFill>
                <a:latin typeface="WenQuanYi Zen Hei Mono"/>
                <a:cs typeface="WenQuanYi Zen Hei Mono"/>
              </a:rPr>
              <a:t>PCI</a:t>
            </a:r>
            <a:r>
              <a:rPr dirty="0" sz="2000" spc="5" b="0">
                <a:latin typeface="WenQuanYi Zen Hei Mono"/>
                <a:cs typeface="WenQuanYi Zen Hei Mono"/>
              </a:rPr>
              <a:t>,PCI</a:t>
            </a:r>
            <a:r>
              <a:rPr dirty="0" sz="2000" spc="10" b="0">
                <a:latin typeface="WenQuanYi Zen Hei Mono"/>
                <a:cs typeface="WenQuanYi Zen Hei Mono"/>
              </a:rPr>
              <a:t>一般作为首部或尾部加在用户数据的前面或后面</a:t>
            </a:r>
            <a:r>
              <a:rPr dirty="0" sz="2000" spc="5" b="0">
                <a:latin typeface="WenQuanYi Zen Hei Mono"/>
                <a:cs typeface="WenQuanYi Zen Hei Mono"/>
              </a:rPr>
              <a:t>。</a:t>
            </a:r>
            <a:r>
              <a:rPr dirty="0" sz="2000" spc="-475" b="0">
                <a:latin typeface="WenQuanYi Zen Hei Mono"/>
                <a:cs typeface="WenQuanYi Zen Hei Mono"/>
              </a:rPr>
              <a:t> </a:t>
            </a:r>
            <a:r>
              <a:rPr dirty="0" baseline="21825" sz="2100">
                <a:latin typeface="Times New Roman"/>
                <a:cs typeface="Times New Roman"/>
              </a:rPr>
              <a:t>21</a:t>
            </a:r>
            <a:endParaRPr baseline="21825" sz="21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906727" y="793572"/>
            <a:ext cx="5536565" cy="2426970"/>
            <a:chOff x="1906727" y="793572"/>
            <a:chExt cx="5536565" cy="2426970"/>
          </a:xfrm>
        </p:grpSpPr>
        <p:sp>
          <p:nvSpPr>
            <p:cNvPr id="4" name="object 4"/>
            <p:cNvSpPr/>
            <p:nvPr/>
          </p:nvSpPr>
          <p:spPr>
            <a:xfrm>
              <a:off x="2118093" y="908418"/>
              <a:ext cx="266700" cy="174625"/>
            </a:xfrm>
            <a:custGeom>
              <a:avLst/>
              <a:gdLst/>
              <a:ahLst/>
              <a:cxnLst/>
              <a:rect l="l" t="t" r="r" b="b"/>
              <a:pathLst>
                <a:path w="266700" h="174625">
                  <a:moveTo>
                    <a:pt x="0" y="174282"/>
                  </a:moveTo>
                  <a:lnTo>
                    <a:pt x="18376" y="146773"/>
                  </a:lnTo>
                </a:path>
                <a:path w="266700" h="174625">
                  <a:moveTo>
                    <a:pt x="45948" y="119253"/>
                  </a:moveTo>
                  <a:lnTo>
                    <a:pt x="73507" y="91732"/>
                  </a:lnTo>
                </a:path>
                <a:path w="266700" h="174625">
                  <a:moveTo>
                    <a:pt x="101079" y="64211"/>
                  </a:moveTo>
                  <a:lnTo>
                    <a:pt x="128650" y="45859"/>
                  </a:lnTo>
                </a:path>
                <a:path w="266700" h="174625">
                  <a:moveTo>
                    <a:pt x="156210" y="27520"/>
                  </a:moveTo>
                  <a:lnTo>
                    <a:pt x="192963" y="18338"/>
                  </a:lnTo>
                </a:path>
                <a:path w="266700" h="174625">
                  <a:moveTo>
                    <a:pt x="229730" y="9169"/>
                  </a:moveTo>
                  <a:lnTo>
                    <a:pt x="248107" y="0"/>
                  </a:lnTo>
                </a:path>
                <a:path w="266700" h="174625">
                  <a:moveTo>
                    <a:pt x="248107" y="0"/>
                  </a:moveTo>
                  <a:lnTo>
                    <a:pt x="266484" y="0"/>
                  </a:lnTo>
                </a:path>
              </a:pathLst>
            </a:custGeom>
            <a:ln w="91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421331" y="899236"/>
              <a:ext cx="772160" cy="0"/>
            </a:xfrm>
            <a:custGeom>
              <a:avLst/>
              <a:gdLst/>
              <a:ahLst/>
              <a:cxnLst/>
              <a:rect l="l" t="t" r="r" b="b"/>
              <a:pathLst>
                <a:path w="772160" h="0">
                  <a:moveTo>
                    <a:pt x="0" y="0"/>
                  </a:moveTo>
                  <a:lnTo>
                    <a:pt x="771880" y="0"/>
                  </a:lnTo>
                </a:path>
              </a:pathLst>
            </a:custGeom>
            <a:ln w="9182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229965" y="798334"/>
              <a:ext cx="3933190" cy="220345"/>
            </a:xfrm>
            <a:custGeom>
              <a:avLst/>
              <a:gdLst/>
              <a:ahLst/>
              <a:cxnLst/>
              <a:rect l="l" t="t" r="r" b="b"/>
              <a:pathLst>
                <a:path w="3933190" h="220344">
                  <a:moveTo>
                    <a:pt x="0" y="100901"/>
                  </a:moveTo>
                  <a:lnTo>
                    <a:pt x="36753" y="91732"/>
                  </a:lnTo>
                </a:path>
                <a:path w="3933190" h="220344">
                  <a:moveTo>
                    <a:pt x="73507" y="91732"/>
                  </a:moveTo>
                  <a:lnTo>
                    <a:pt x="110261" y="91732"/>
                  </a:lnTo>
                </a:path>
                <a:path w="3933190" h="220344">
                  <a:moveTo>
                    <a:pt x="147027" y="91732"/>
                  </a:moveTo>
                  <a:lnTo>
                    <a:pt x="183781" y="82562"/>
                  </a:lnTo>
                </a:path>
                <a:path w="3933190" h="220344">
                  <a:moveTo>
                    <a:pt x="220535" y="82562"/>
                  </a:moveTo>
                  <a:lnTo>
                    <a:pt x="257289" y="82562"/>
                  </a:lnTo>
                </a:path>
                <a:path w="3933190" h="220344">
                  <a:moveTo>
                    <a:pt x="294043" y="82562"/>
                  </a:moveTo>
                  <a:lnTo>
                    <a:pt x="330796" y="73380"/>
                  </a:lnTo>
                </a:path>
                <a:path w="3933190" h="220344">
                  <a:moveTo>
                    <a:pt x="367563" y="73380"/>
                  </a:moveTo>
                  <a:lnTo>
                    <a:pt x="404317" y="73380"/>
                  </a:lnTo>
                </a:path>
                <a:path w="3933190" h="220344">
                  <a:moveTo>
                    <a:pt x="441070" y="73380"/>
                  </a:moveTo>
                  <a:lnTo>
                    <a:pt x="477824" y="64211"/>
                  </a:lnTo>
                </a:path>
                <a:path w="3933190" h="220344">
                  <a:moveTo>
                    <a:pt x="514578" y="64211"/>
                  </a:moveTo>
                  <a:lnTo>
                    <a:pt x="551345" y="64211"/>
                  </a:lnTo>
                </a:path>
                <a:path w="3933190" h="220344">
                  <a:moveTo>
                    <a:pt x="588098" y="64211"/>
                  </a:moveTo>
                  <a:lnTo>
                    <a:pt x="624852" y="55041"/>
                  </a:lnTo>
                </a:path>
                <a:path w="3933190" h="220344">
                  <a:moveTo>
                    <a:pt x="661606" y="55041"/>
                  </a:moveTo>
                  <a:lnTo>
                    <a:pt x="698360" y="55041"/>
                  </a:lnTo>
                </a:path>
                <a:path w="3933190" h="220344">
                  <a:moveTo>
                    <a:pt x="735114" y="55041"/>
                  </a:moveTo>
                  <a:lnTo>
                    <a:pt x="771880" y="45872"/>
                  </a:lnTo>
                </a:path>
                <a:path w="3933190" h="220344">
                  <a:moveTo>
                    <a:pt x="808634" y="45872"/>
                  </a:moveTo>
                  <a:lnTo>
                    <a:pt x="845388" y="45872"/>
                  </a:lnTo>
                </a:path>
                <a:path w="3933190" h="220344">
                  <a:moveTo>
                    <a:pt x="882142" y="36690"/>
                  </a:moveTo>
                  <a:lnTo>
                    <a:pt x="918895" y="36690"/>
                  </a:lnTo>
                </a:path>
                <a:path w="3933190" h="220344">
                  <a:moveTo>
                    <a:pt x="955662" y="36690"/>
                  </a:moveTo>
                  <a:lnTo>
                    <a:pt x="992416" y="36690"/>
                  </a:lnTo>
                </a:path>
                <a:path w="3933190" h="220344">
                  <a:moveTo>
                    <a:pt x="1029169" y="27520"/>
                  </a:moveTo>
                  <a:lnTo>
                    <a:pt x="1065923" y="27520"/>
                  </a:lnTo>
                </a:path>
                <a:path w="3933190" h="220344">
                  <a:moveTo>
                    <a:pt x="1102677" y="27520"/>
                  </a:moveTo>
                  <a:lnTo>
                    <a:pt x="1139431" y="27520"/>
                  </a:lnTo>
                </a:path>
                <a:path w="3933190" h="220344">
                  <a:moveTo>
                    <a:pt x="1176197" y="18351"/>
                  </a:moveTo>
                  <a:lnTo>
                    <a:pt x="1212951" y="18351"/>
                  </a:lnTo>
                </a:path>
                <a:path w="3933190" h="220344">
                  <a:moveTo>
                    <a:pt x="1249705" y="18351"/>
                  </a:moveTo>
                  <a:lnTo>
                    <a:pt x="1286459" y="18351"/>
                  </a:lnTo>
                </a:path>
                <a:path w="3933190" h="220344">
                  <a:moveTo>
                    <a:pt x="1323212" y="9169"/>
                  </a:moveTo>
                  <a:lnTo>
                    <a:pt x="1359966" y="9169"/>
                  </a:lnTo>
                </a:path>
                <a:path w="3933190" h="220344">
                  <a:moveTo>
                    <a:pt x="1396733" y="9169"/>
                  </a:moveTo>
                  <a:lnTo>
                    <a:pt x="1433487" y="9169"/>
                  </a:lnTo>
                </a:path>
                <a:path w="3933190" h="220344">
                  <a:moveTo>
                    <a:pt x="1470240" y="0"/>
                  </a:moveTo>
                  <a:lnTo>
                    <a:pt x="1506994" y="0"/>
                  </a:lnTo>
                </a:path>
                <a:path w="3933190" h="220344">
                  <a:moveTo>
                    <a:pt x="1543748" y="0"/>
                  </a:moveTo>
                  <a:lnTo>
                    <a:pt x="1580515" y="9169"/>
                  </a:lnTo>
                </a:path>
                <a:path w="3933190" h="220344">
                  <a:moveTo>
                    <a:pt x="1617268" y="9169"/>
                  </a:moveTo>
                  <a:lnTo>
                    <a:pt x="1654022" y="18351"/>
                  </a:lnTo>
                </a:path>
                <a:path w="3933190" h="220344">
                  <a:moveTo>
                    <a:pt x="1690776" y="18351"/>
                  </a:moveTo>
                  <a:lnTo>
                    <a:pt x="1727530" y="18351"/>
                  </a:lnTo>
                </a:path>
                <a:path w="3933190" h="220344">
                  <a:moveTo>
                    <a:pt x="1764283" y="27520"/>
                  </a:moveTo>
                  <a:lnTo>
                    <a:pt x="1801050" y="27520"/>
                  </a:lnTo>
                </a:path>
                <a:path w="3933190" h="220344">
                  <a:moveTo>
                    <a:pt x="1837804" y="36690"/>
                  </a:moveTo>
                  <a:lnTo>
                    <a:pt x="1874558" y="36690"/>
                  </a:lnTo>
                </a:path>
                <a:path w="3933190" h="220344">
                  <a:moveTo>
                    <a:pt x="1911311" y="36690"/>
                  </a:moveTo>
                  <a:lnTo>
                    <a:pt x="1948065" y="45872"/>
                  </a:lnTo>
                </a:path>
                <a:path w="3933190" h="220344">
                  <a:moveTo>
                    <a:pt x="1984832" y="45872"/>
                  </a:moveTo>
                  <a:lnTo>
                    <a:pt x="2021585" y="55041"/>
                  </a:lnTo>
                </a:path>
                <a:path w="3933190" h="220344">
                  <a:moveTo>
                    <a:pt x="2058339" y="55041"/>
                  </a:moveTo>
                  <a:lnTo>
                    <a:pt x="2095093" y="55041"/>
                  </a:lnTo>
                </a:path>
                <a:path w="3933190" h="220344">
                  <a:moveTo>
                    <a:pt x="2131847" y="64211"/>
                  </a:moveTo>
                  <a:lnTo>
                    <a:pt x="2168601" y="64211"/>
                  </a:lnTo>
                </a:path>
                <a:path w="3933190" h="220344">
                  <a:moveTo>
                    <a:pt x="2205367" y="73380"/>
                  </a:moveTo>
                  <a:lnTo>
                    <a:pt x="2242121" y="73380"/>
                  </a:lnTo>
                </a:path>
                <a:path w="3933190" h="220344">
                  <a:moveTo>
                    <a:pt x="2278875" y="73380"/>
                  </a:moveTo>
                  <a:lnTo>
                    <a:pt x="2315629" y="82562"/>
                  </a:lnTo>
                </a:path>
                <a:path w="3933190" h="220344">
                  <a:moveTo>
                    <a:pt x="2352382" y="82562"/>
                  </a:moveTo>
                  <a:lnTo>
                    <a:pt x="2389136" y="91732"/>
                  </a:lnTo>
                </a:path>
                <a:path w="3933190" h="220344">
                  <a:moveTo>
                    <a:pt x="2425903" y="91732"/>
                  </a:moveTo>
                  <a:lnTo>
                    <a:pt x="2453462" y="100901"/>
                  </a:lnTo>
                </a:path>
                <a:path w="3933190" h="220344">
                  <a:moveTo>
                    <a:pt x="2453462" y="100901"/>
                  </a:moveTo>
                  <a:lnTo>
                    <a:pt x="2462657" y="100901"/>
                  </a:lnTo>
                </a:path>
                <a:path w="3933190" h="220344">
                  <a:moveTo>
                    <a:pt x="2499410" y="100901"/>
                  </a:moveTo>
                  <a:lnTo>
                    <a:pt x="2536164" y="110083"/>
                  </a:lnTo>
                </a:path>
                <a:path w="3933190" h="220344">
                  <a:moveTo>
                    <a:pt x="2572918" y="110083"/>
                  </a:moveTo>
                  <a:lnTo>
                    <a:pt x="2609684" y="110083"/>
                  </a:lnTo>
                </a:path>
                <a:path w="3933190" h="220344">
                  <a:moveTo>
                    <a:pt x="2646438" y="110083"/>
                  </a:moveTo>
                  <a:lnTo>
                    <a:pt x="2683192" y="119253"/>
                  </a:lnTo>
                </a:path>
                <a:path w="3933190" h="220344">
                  <a:moveTo>
                    <a:pt x="2719946" y="119253"/>
                  </a:moveTo>
                  <a:lnTo>
                    <a:pt x="2756700" y="119253"/>
                  </a:lnTo>
                </a:path>
                <a:path w="3933190" h="220344">
                  <a:moveTo>
                    <a:pt x="2793453" y="119253"/>
                  </a:moveTo>
                  <a:lnTo>
                    <a:pt x="2830220" y="128422"/>
                  </a:lnTo>
                </a:path>
                <a:path w="3933190" h="220344">
                  <a:moveTo>
                    <a:pt x="2866974" y="128422"/>
                  </a:moveTo>
                  <a:lnTo>
                    <a:pt x="2903728" y="128422"/>
                  </a:lnTo>
                </a:path>
                <a:path w="3933190" h="220344">
                  <a:moveTo>
                    <a:pt x="2940481" y="128422"/>
                  </a:moveTo>
                  <a:lnTo>
                    <a:pt x="2977235" y="137604"/>
                  </a:lnTo>
                </a:path>
                <a:path w="3933190" h="220344">
                  <a:moveTo>
                    <a:pt x="3014002" y="137604"/>
                  </a:moveTo>
                  <a:lnTo>
                    <a:pt x="3050755" y="137604"/>
                  </a:lnTo>
                </a:path>
                <a:path w="3933190" h="220344">
                  <a:moveTo>
                    <a:pt x="3087509" y="137604"/>
                  </a:moveTo>
                  <a:lnTo>
                    <a:pt x="3124263" y="146773"/>
                  </a:lnTo>
                </a:path>
                <a:path w="3933190" h="220344">
                  <a:moveTo>
                    <a:pt x="3161017" y="146773"/>
                  </a:moveTo>
                  <a:lnTo>
                    <a:pt x="3197771" y="146773"/>
                  </a:lnTo>
                </a:path>
                <a:path w="3933190" h="220344">
                  <a:moveTo>
                    <a:pt x="3234537" y="146773"/>
                  </a:moveTo>
                  <a:lnTo>
                    <a:pt x="3271291" y="155943"/>
                  </a:lnTo>
                </a:path>
                <a:path w="3933190" h="220344">
                  <a:moveTo>
                    <a:pt x="3308045" y="155943"/>
                  </a:moveTo>
                  <a:lnTo>
                    <a:pt x="3344799" y="155943"/>
                  </a:lnTo>
                </a:path>
                <a:path w="3933190" h="220344">
                  <a:moveTo>
                    <a:pt x="3381552" y="155943"/>
                  </a:moveTo>
                  <a:lnTo>
                    <a:pt x="3418306" y="165125"/>
                  </a:lnTo>
                </a:path>
                <a:path w="3933190" h="220344">
                  <a:moveTo>
                    <a:pt x="3455073" y="165125"/>
                  </a:moveTo>
                  <a:lnTo>
                    <a:pt x="3491826" y="165125"/>
                  </a:lnTo>
                </a:path>
                <a:path w="3933190" h="220344">
                  <a:moveTo>
                    <a:pt x="3528580" y="165125"/>
                  </a:moveTo>
                  <a:lnTo>
                    <a:pt x="3565334" y="174294"/>
                  </a:lnTo>
                </a:path>
                <a:path w="3933190" h="220344">
                  <a:moveTo>
                    <a:pt x="3602088" y="174294"/>
                  </a:moveTo>
                  <a:lnTo>
                    <a:pt x="3638854" y="174294"/>
                  </a:lnTo>
                </a:path>
                <a:path w="3933190" h="220344">
                  <a:moveTo>
                    <a:pt x="3675608" y="174294"/>
                  </a:moveTo>
                  <a:lnTo>
                    <a:pt x="3712362" y="183464"/>
                  </a:lnTo>
                </a:path>
                <a:path w="3933190" h="220344">
                  <a:moveTo>
                    <a:pt x="3749116" y="183464"/>
                  </a:moveTo>
                  <a:lnTo>
                    <a:pt x="3767493" y="183464"/>
                  </a:lnTo>
                </a:path>
                <a:path w="3933190" h="220344">
                  <a:moveTo>
                    <a:pt x="3767493" y="183464"/>
                  </a:moveTo>
                  <a:lnTo>
                    <a:pt x="3785870" y="183464"/>
                  </a:lnTo>
                </a:path>
                <a:path w="3933190" h="220344">
                  <a:moveTo>
                    <a:pt x="3822623" y="192633"/>
                  </a:moveTo>
                  <a:lnTo>
                    <a:pt x="3859390" y="201815"/>
                  </a:lnTo>
                </a:path>
                <a:path w="3933190" h="220344">
                  <a:moveTo>
                    <a:pt x="3896144" y="210985"/>
                  </a:moveTo>
                  <a:lnTo>
                    <a:pt x="3932897" y="220154"/>
                  </a:lnTo>
                </a:path>
              </a:pathLst>
            </a:custGeom>
            <a:ln w="91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199617" y="1032249"/>
              <a:ext cx="179177" cy="18347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392593" y="1247825"/>
              <a:ext cx="46355" cy="183515"/>
            </a:xfrm>
            <a:custGeom>
              <a:avLst/>
              <a:gdLst/>
              <a:ahLst/>
              <a:cxnLst/>
              <a:rect l="l" t="t" r="r" b="b"/>
              <a:pathLst>
                <a:path w="46354" h="183515">
                  <a:moveTo>
                    <a:pt x="0" y="0"/>
                  </a:moveTo>
                  <a:lnTo>
                    <a:pt x="18376" y="36690"/>
                  </a:lnTo>
                </a:path>
                <a:path w="46354" h="183515">
                  <a:moveTo>
                    <a:pt x="0" y="0"/>
                  </a:moveTo>
                  <a:lnTo>
                    <a:pt x="18376" y="36690"/>
                  </a:lnTo>
                </a:path>
                <a:path w="46354" h="183515">
                  <a:moveTo>
                    <a:pt x="27558" y="73380"/>
                  </a:moveTo>
                  <a:lnTo>
                    <a:pt x="36753" y="110083"/>
                  </a:lnTo>
                </a:path>
                <a:path w="46354" h="183515">
                  <a:moveTo>
                    <a:pt x="45935" y="146773"/>
                  </a:moveTo>
                  <a:lnTo>
                    <a:pt x="45935" y="183464"/>
                  </a:lnTo>
                </a:path>
              </a:pathLst>
            </a:custGeom>
            <a:ln w="91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429347" y="1467980"/>
              <a:ext cx="0" cy="36830"/>
            </a:xfrm>
            <a:custGeom>
              <a:avLst/>
              <a:gdLst/>
              <a:ahLst/>
              <a:cxnLst/>
              <a:rect l="l" t="t" r="r" b="b"/>
              <a:pathLst>
                <a:path w="0" h="36830">
                  <a:moveTo>
                    <a:pt x="0" y="36690"/>
                  </a:moveTo>
                  <a:lnTo>
                    <a:pt x="0" y="0"/>
                  </a:lnTo>
                </a:path>
              </a:pathLst>
            </a:custGeom>
            <a:ln w="91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263942" y="1541373"/>
              <a:ext cx="147320" cy="321310"/>
            </a:xfrm>
            <a:custGeom>
              <a:avLst/>
              <a:gdLst/>
              <a:ahLst/>
              <a:cxnLst/>
              <a:rect l="l" t="t" r="r" b="b"/>
              <a:pathLst>
                <a:path w="147320" h="321310">
                  <a:moveTo>
                    <a:pt x="147027" y="0"/>
                  </a:moveTo>
                  <a:lnTo>
                    <a:pt x="137833" y="36690"/>
                  </a:lnTo>
                </a:path>
                <a:path w="147320" h="321310">
                  <a:moveTo>
                    <a:pt x="119456" y="73380"/>
                  </a:moveTo>
                  <a:lnTo>
                    <a:pt x="101079" y="110070"/>
                  </a:lnTo>
                </a:path>
                <a:path w="147320" h="321310">
                  <a:moveTo>
                    <a:pt x="91884" y="146761"/>
                  </a:moveTo>
                  <a:lnTo>
                    <a:pt x="73507" y="183464"/>
                  </a:lnTo>
                </a:path>
                <a:path w="147320" h="321310">
                  <a:moveTo>
                    <a:pt x="55130" y="220154"/>
                  </a:moveTo>
                  <a:lnTo>
                    <a:pt x="36753" y="256844"/>
                  </a:lnTo>
                </a:path>
                <a:path w="147320" h="321310">
                  <a:moveTo>
                    <a:pt x="27571" y="293535"/>
                  </a:moveTo>
                  <a:lnTo>
                    <a:pt x="0" y="321056"/>
                  </a:lnTo>
                </a:path>
              </a:pathLst>
            </a:custGeom>
            <a:ln w="91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946919" y="1894528"/>
              <a:ext cx="303237" cy="25687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730974" y="2155977"/>
              <a:ext cx="184150" cy="36830"/>
            </a:xfrm>
            <a:custGeom>
              <a:avLst/>
              <a:gdLst/>
              <a:ahLst/>
              <a:cxnLst/>
              <a:rect l="l" t="t" r="r" b="b"/>
              <a:pathLst>
                <a:path w="184150" h="36830">
                  <a:moveTo>
                    <a:pt x="183781" y="0"/>
                  </a:moveTo>
                  <a:lnTo>
                    <a:pt x="147027" y="18351"/>
                  </a:lnTo>
                </a:path>
                <a:path w="184150" h="36830">
                  <a:moveTo>
                    <a:pt x="110274" y="27520"/>
                  </a:moveTo>
                  <a:lnTo>
                    <a:pt x="73520" y="27520"/>
                  </a:lnTo>
                </a:path>
                <a:path w="184150" h="36830">
                  <a:moveTo>
                    <a:pt x="36766" y="36690"/>
                  </a:moveTo>
                  <a:lnTo>
                    <a:pt x="0" y="36690"/>
                  </a:lnTo>
                </a:path>
              </a:pathLst>
            </a:custGeom>
            <a:ln w="91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701804" y="2192667"/>
              <a:ext cx="992505" cy="0"/>
            </a:xfrm>
            <a:custGeom>
              <a:avLst/>
              <a:gdLst/>
              <a:ahLst/>
              <a:cxnLst/>
              <a:rect l="l" t="t" r="r" b="b"/>
              <a:pathLst>
                <a:path w="992504" h="0">
                  <a:moveTo>
                    <a:pt x="0" y="0"/>
                  </a:moveTo>
                  <a:lnTo>
                    <a:pt x="992416" y="0"/>
                  </a:lnTo>
                </a:path>
              </a:pathLst>
            </a:custGeom>
            <a:ln w="9182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402954" y="2128456"/>
              <a:ext cx="3262629" cy="119380"/>
            </a:xfrm>
            <a:custGeom>
              <a:avLst/>
              <a:gdLst/>
              <a:ahLst/>
              <a:cxnLst/>
              <a:rect l="l" t="t" r="r" b="b"/>
              <a:pathLst>
                <a:path w="3262629" h="119380">
                  <a:moveTo>
                    <a:pt x="3262096" y="64211"/>
                  </a:moveTo>
                  <a:lnTo>
                    <a:pt x="3225342" y="55041"/>
                  </a:lnTo>
                </a:path>
                <a:path w="3262629" h="119380">
                  <a:moveTo>
                    <a:pt x="3188589" y="55041"/>
                  </a:moveTo>
                  <a:lnTo>
                    <a:pt x="3151835" y="55041"/>
                  </a:lnTo>
                </a:path>
                <a:path w="3262629" h="119380">
                  <a:moveTo>
                    <a:pt x="3115068" y="55041"/>
                  </a:moveTo>
                  <a:lnTo>
                    <a:pt x="3078314" y="55041"/>
                  </a:lnTo>
                </a:path>
                <a:path w="3262629" h="119380">
                  <a:moveTo>
                    <a:pt x="2821025" y="36690"/>
                  </a:moveTo>
                  <a:lnTo>
                    <a:pt x="2784271" y="36690"/>
                  </a:lnTo>
                </a:path>
                <a:path w="3262629" h="119380">
                  <a:moveTo>
                    <a:pt x="2747517" y="36690"/>
                  </a:moveTo>
                  <a:lnTo>
                    <a:pt x="2710764" y="36690"/>
                  </a:lnTo>
                </a:path>
                <a:path w="3262629" h="119380">
                  <a:moveTo>
                    <a:pt x="2673997" y="36690"/>
                  </a:moveTo>
                  <a:lnTo>
                    <a:pt x="2637243" y="27520"/>
                  </a:lnTo>
                </a:path>
                <a:path w="3262629" h="119380">
                  <a:moveTo>
                    <a:pt x="2600490" y="27520"/>
                  </a:moveTo>
                  <a:lnTo>
                    <a:pt x="2563736" y="27520"/>
                  </a:lnTo>
                </a:path>
                <a:path w="3262629" h="119380">
                  <a:moveTo>
                    <a:pt x="2526982" y="27520"/>
                  </a:moveTo>
                  <a:lnTo>
                    <a:pt x="2490216" y="27520"/>
                  </a:lnTo>
                </a:path>
                <a:path w="3262629" h="119380">
                  <a:moveTo>
                    <a:pt x="2453462" y="27520"/>
                  </a:moveTo>
                  <a:lnTo>
                    <a:pt x="2416708" y="18351"/>
                  </a:lnTo>
                </a:path>
                <a:path w="3262629" h="119380">
                  <a:moveTo>
                    <a:pt x="2379954" y="18351"/>
                  </a:moveTo>
                  <a:lnTo>
                    <a:pt x="2343200" y="18351"/>
                  </a:lnTo>
                </a:path>
                <a:path w="3262629" h="119380">
                  <a:moveTo>
                    <a:pt x="2306447" y="18351"/>
                  </a:moveTo>
                  <a:lnTo>
                    <a:pt x="2269680" y="18351"/>
                  </a:lnTo>
                </a:path>
                <a:path w="3262629" h="119380">
                  <a:moveTo>
                    <a:pt x="2232926" y="9169"/>
                  </a:moveTo>
                  <a:lnTo>
                    <a:pt x="2196172" y="9169"/>
                  </a:lnTo>
                </a:path>
                <a:path w="3262629" h="119380">
                  <a:moveTo>
                    <a:pt x="2159419" y="9169"/>
                  </a:moveTo>
                  <a:lnTo>
                    <a:pt x="2122665" y="9169"/>
                  </a:lnTo>
                </a:path>
                <a:path w="3262629" h="119380">
                  <a:moveTo>
                    <a:pt x="2085898" y="9169"/>
                  </a:moveTo>
                  <a:lnTo>
                    <a:pt x="2049145" y="9169"/>
                  </a:lnTo>
                </a:path>
                <a:path w="3262629" h="119380">
                  <a:moveTo>
                    <a:pt x="2012391" y="0"/>
                  </a:moveTo>
                  <a:lnTo>
                    <a:pt x="1975637" y="0"/>
                  </a:lnTo>
                </a:path>
                <a:path w="3262629" h="119380">
                  <a:moveTo>
                    <a:pt x="1938883" y="0"/>
                  </a:moveTo>
                  <a:lnTo>
                    <a:pt x="1929688" y="0"/>
                  </a:lnTo>
                </a:path>
                <a:path w="3262629" h="119380">
                  <a:moveTo>
                    <a:pt x="1929688" y="0"/>
                  </a:moveTo>
                  <a:lnTo>
                    <a:pt x="1902129" y="0"/>
                  </a:lnTo>
                </a:path>
                <a:path w="3262629" h="119380">
                  <a:moveTo>
                    <a:pt x="1865363" y="9169"/>
                  </a:moveTo>
                  <a:lnTo>
                    <a:pt x="1828609" y="9169"/>
                  </a:lnTo>
                </a:path>
                <a:path w="3262629" h="119380">
                  <a:moveTo>
                    <a:pt x="1791855" y="18351"/>
                  </a:moveTo>
                  <a:lnTo>
                    <a:pt x="1755101" y="18351"/>
                  </a:lnTo>
                </a:path>
                <a:path w="3262629" h="119380">
                  <a:moveTo>
                    <a:pt x="1718348" y="18351"/>
                  </a:moveTo>
                  <a:lnTo>
                    <a:pt x="1681594" y="18351"/>
                  </a:lnTo>
                </a:path>
                <a:path w="3262629" h="119380">
                  <a:moveTo>
                    <a:pt x="1644827" y="27520"/>
                  </a:moveTo>
                  <a:lnTo>
                    <a:pt x="1608074" y="27520"/>
                  </a:lnTo>
                </a:path>
                <a:path w="3262629" h="119380">
                  <a:moveTo>
                    <a:pt x="1571320" y="27520"/>
                  </a:moveTo>
                  <a:lnTo>
                    <a:pt x="1534566" y="36690"/>
                  </a:lnTo>
                </a:path>
                <a:path w="3262629" h="119380">
                  <a:moveTo>
                    <a:pt x="1497812" y="36690"/>
                  </a:moveTo>
                  <a:lnTo>
                    <a:pt x="1461046" y="36690"/>
                  </a:lnTo>
                </a:path>
                <a:path w="3262629" h="119380">
                  <a:moveTo>
                    <a:pt x="1424292" y="36690"/>
                  </a:moveTo>
                  <a:lnTo>
                    <a:pt x="1387538" y="45872"/>
                  </a:lnTo>
                </a:path>
                <a:path w="3262629" h="119380">
                  <a:moveTo>
                    <a:pt x="1350784" y="45872"/>
                  </a:moveTo>
                  <a:lnTo>
                    <a:pt x="1314030" y="45872"/>
                  </a:lnTo>
                </a:path>
                <a:path w="3262629" h="119380">
                  <a:moveTo>
                    <a:pt x="1277277" y="45872"/>
                  </a:moveTo>
                  <a:lnTo>
                    <a:pt x="1240510" y="55041"/>
                  </a:lnTo>
                </a:path>
                <a:path w="3262629" h="119380">
                  <a:moveTo>
                    <a:pt x="1203756" y="55041"/>
                  </a:moveTo>
                  <a:lnTo>
                    <a:pt x="1167002" y="55041"/>
                  </a:lnTo>
                </a:path>
                <a:path w="3262629" h="119380">
                  <a:moveTo>
                    <a:pt x="1130249" y="64211"/>
                  </a:moveTo>
                  <a:lnTo>
                    <a:pt x="1093495" y="64211"/>
                  </a:lnTo>
                </a:path>
                <a:path w="3262629" h="119380">
                  <a:moveTo>
                    <a:pt x="1056741" y="64211"/>
                  </a:moveTo>
                  <a:lnTo>
                    <a:pt x="1019975" y="64211"/>
                  </a:lnTo>
                </a:path>
                <a:path w="3262629" h="119380">
                  <a:moveTo>
                    <a:pt x="983221" y="73380"/>
                  </a:moveTo>
                  <a:lnTo>
                    <a:pt x="946467" y="73380"/>
                  </a:lnTo>
                </a:path>
                <a:path w="3262629" h="119380">
                  <a:moveTo>
                    <a:pt x="909713" y="73380"/>
                  </a:moveTo>
                  <a:lnTo>
                    <a:pt x="872959" y="82562"/>
                  </a:lnTo>
                </a:path>
                <a:path w="3262629" h="119380">
                  <a:moveTo>
                    <a:pt x="836193" y="82562"/>
                  </a:moveTo>
                  <a:lnTo>
                    <a:pt x="799439" y="82562"/>
                  </a:lnTo>
                </a:path>
                <a:path w="3262629" h="119380">
                  <a:moveTo>
                    <a:pt x="762685" y="82562"/>
                  </a:moveTo>
                  <a:lnTo>
                    <a:pt x="725932" y="91732"/>
                  </a:lnTo>
                </a:path>
                <a:path w="3262629" h="119380">
                  <a:moveTo>
                    <a:pt x="689178" y="91732"/>
                  </a:moveTo>
                  <a:lnTo>
                    <a:pt x="652424" y="91732"/>
                  </a:lnTo>
                </a:path>
                <a:path w="3262629" h="119380">
                  <a:moveTo>
                    <a:pt x="615657" y="91732"/>
                  </a:moveTo>
                  <a:lnTo>
                    <a:pt x="578904" y="100901"/>
                  </a:lnTo>
                </a:path>
                <a:path w="3262629" h="119380">
                  <a:moveTo>
                    <a:pt x="174586" y="119252"/>
                  </a:moveTo>
                  <a:lnTo>
                    <a:pt x="165404" y="119252"/>
                  </a:lnTo>
                </a:path>
                <a:path w="3262629" h="119380">
                  <a:moveTo>
                    <a:pt x="165404" y="119252"/>
                  </a:moveTo>
                  <a:lnTo>
                    <a:pt x="137833" y="110083"/>
                  </a:lnTo>
                </a:path>
                <a:path w="3262629" h="119380">
                  <a:moveTo>
                    <a:pt x="101079" y="100901"/>
                  </a:moveTo>
                  <a:lnTo>
                    <a:pt x="64325" y="91732"/>
                  </a:lnTo>
                </a:path>
                <a:path w="3262629" h="119380">
                  <a:moveTo>
                    <a:pt x="101079" y="100901"/>
                  </a:moveTo>
                  <a:lnTo>
                    <a:pt x="64325" y="91732"/>
                  </a:lnTo>
                </a:path>
                <a:path w="3262629" h="119380">
                  <a:moveTo>
                    <a:pt x="27571" y="82562"/>
                  </a:moveTo>
                  <a:lnTo>
                    <a:pt x="0" y="64211"/>
                  </a:lnTo>
                </a:path>
              </a:pathLst>
            </a:custGeom>
            <a:ln w="91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104307" y="1889950"/>
              <a:ext cx="266484" cy="29813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026208" y="1449641"/>
              <a:ext cx="64769" cy="403860"/>
            </a:xfrm>
            <a:custGeom>
              <a:avLst/>
              <a:gdLst/>
              <a:ahLst/>
              <a:cxnLst/>
              <a:rect l="l" t="t" r="r" b="b"/>
              <a:pathLst>
                <a:path w="64769" h="403860">
                  <a:moveTo>
                    <a:pt x="64312" y="403618"/>
                  </a:moveTo>
                  <a:lnTo>
                    <a:pt x="55130" y="366928"/>
                  </a:lnTo>
                </a:path>
                <a:path w="64769" h="403860">
                  <a:moveTo>
                    <a:pt x="45935" y="330238"/>
                  </a:moveTo>
                  <a:lnTo>
                    <a:pt x="36753" y="293535"/>
                  </a:lnTo>
                </a:path>
                <a:path w="64769" h="403860">
                  <a:moveTo>
                    <a:pt x="36753" y="256844"/>
                  </a:moveTo>
                  <a:lnTo>
                    <a:pt x="27558" y="220154"/>
                  </a:lnTo>
                </a:path>
                <a:path w="64769" h="403860">
                  <a:moveTo>
                    <a:pt x="18376" y="183464"/>
                  </a:moveTo>
                  <a:lnTo>
                    <a:pt x="9182" y="146761"/>
                  </a:lnTo>
                </a:path>
                <a:path w="64769" h="403860">
                  <a:moveTo>
                    <a:pt x="18376" y="183464"/>
                  </a:moveTo>
                  <a:lnTo>
                    <a:pt x="9182" y="146761"/>
                  </a:lnTo>
                </a:path>
                <a:path w="64769" h="403860">
                  <a:moveTo>
                    <a:pt x="9182" y="110070"/>
                  </a:moveTo>
                  <a:lnTo>
                    <a:pt x="0" y="73380"/>
                  </a:lnTo>
                </a:path>
                <a:path w="64769" h="403860">
                  <a:moveTo>
                    <a:pt x="0" y="36690"/>
                  </a:moveTo>
                  <a:lnTo>
                    <a:pt x="0" y="0"/>
                  </a:lnTo>
                </a:path>
              </a:pathLst>
            </a:custGeom>
            <a:ln w="91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026208" y="1376248"/>
              <a:ext cx="0" cy="36830"/>
            </a:xfrm>
            <a:custGeom>
              <a:avLst/>
              <a:gdLst/>
              <a:ahLst/>
              <a:cxnLst/>
              <a:rect l="l" t="t" r="r" b="b"/>
              <a:pathLst>
                <a:path w="0" h="36830">
                  <a:moveTo>
                    <a:pt x="0" y="36690"/>
                  </a:moveTo>
                  <a:lnTo>
                    <a:pt x="0" y="0"/>
                  </a:lnTo>
                </a:path>
              </a:pathLst>
            </a:custGeom>
            <a:ln w="91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026208" y="1082700"/>
              <a:ext cx="2656205" cy="1440815"/>
            </a:xfrm>
            <a:custGeom>
              <a:avLst/>
              <a:gdLst/>
              <a:ahLst/>
              <a:cxnLst/>
              <a:rect l="l" t="t" r="r" b="b"/>
              <a:pathLst>
                <a:path w="2656204" h="1440814">
                  <a:moveTo>
                    <a:pt x="0" y="256857"/>
                  </a:moveTo>
                  <a:lnTo>
                    <a:pt x="9182" y="220167"/>
                  </a:lnTo>
                </a:path>
                <a:path w="2656204" h="1440814">
                  <a:moveTo>
                    <a:pt x="9182" y="183476"/>
                  </a:moveTo>
                  <a:lnTo>
                    <a:pt x="27558" y="146773"/>
                  </a:lnTo>
                </a:path>
                <a:path w="2656204" h="1440814">
                  <a:moveTo>
                    <a:pt x="36753" y="110083"/>
                  </a:moveTo>
                  <a:lnTo>
                    <a:pt x="45935" y="91732"/>
                  </a:lnTo>
                </a:path>
                <a:path w="2656204" h="1440814">
                  <a:moveTo>
                    <a:pt x="45935" y="91732"/>
                  </a:moveTo>
                  <a:lnTo>
                    <a:pt x="55130" y="73393"/>
                  </a:lnTo>
                </a:path>
                <a:path w="2656204" h="1440814">
                  <a:moveTo>
                    <a:pt x="73507" y="36702"/>
                  </a:moveTo>
                  <a:lnTo>
                    <a:pt x="91884" y="0"/>
                  </a:lnTo>
                </a:path>
                <a:path w="2656204" h="1440814">
                  <a:moveTo>
                    <a:pt x="73507" y="36702"/>
                  </a:moveTo>
                  <a:lnTo>
                    <a:pt x="91884" y="0"/>
                  </a:lnTo>
                </a:path>
                <a:path w="2656204" h="1440814">
                  <a:moveTo>
                    <a:pt x="2260485" y="1440205"/>
                  </a:moveTo>
                  <a:lnTo>
                    <a:pt x="2260485" y="1192529"/>
                  </a:lnTo>
                  <a:lnTo>
                    <a:pt x="2131847" y="1192529"/>
                  </a:lnTo>
                  <a:lnTo>
                    <a:pt x="2389136" y="1109967"/>
                  </a:lnTo>
                  <a:lnTo>
                    <a:pt x="2655620" y="1192529"/>
                  </a:lnTo>
                  <a:lnTo>
                    <a:pt x="2526969" y="1192529"/>
                  </a:lnTo>
                  <a:lnTo>
                    <a:pt x="2526969" y="1440205"/>
                  </a:lnTo>
                </a:path>
              </a:pathLst>
            </a:custGeom>
            <a:ln w="91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915934" y="2522905"/>
              <a:ext cx="5109210" cy="0"/>
            </a:xfrm>
            <a:custGeom>
              <a:avLst/>
              <a:gdLst/>
              <a:ahLst/>
              <a:cxnLst/>
              <a:rect l="l" t="t" r="r" b="b"/>
              <a:pathLst>
                <a:path w="5109209" h="0">
                  <a:moveTo>
                    <a:pt x="0" y="0"/>
                  </a:moveTo>
                  <a:lnTo>
                    <a:pt x="5109095" y="0"/>
                  </a:lnTo>
                </a:path>
              </a:pathLst>
            </a:custGeom>
            <a:ln w="183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614295" y="1871611"/>
              <a:ext cx="257810" cy="1348740"/>
            </a:xfrm>
            <a:custGeom>
              <a:avLst/>
              <a:gdLst/>
              <a:ahLst/>
              <a:cxnLst/>
              <a:rect l="l" t="t" r="r" b="b"/>
              <a:pathLst>
                <a:path w="257810" h="1348739">
                  <a:moveTo>
                    <a:pt x="192976" y="1348460"/>
                  </a:moveTo>
                  <a:lnTo>
                    <a:pt x="64325" y="1348460"/>
                  </a:lnTo>
                  <a:lnTo>
                    <a:pt x="64325" y="64211"/>
                  </a:lnTo>
                  <a:lnTo>
                    <a:pt x="0" y="64211"/>
                  </a:lnTo>
                  <a:lnTo>
                    <a:pt x="128650" y="0"/>
                  </a:lnTo>
                  <a:lnTo>
                    <a:pt x="257302" y="64211"/>
                  </a:lnTo>
                  <a:lnTo>
                    <a:pt x="192976" y="64211"/>
                  </a:lnTo>
                  <a:lnTo>
                    <a:pt x="192976" y="13484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614295" y="1871611"/>
              <a:ext cx="257810" cy="1303020"/>
            </a:xfrm>
            <a:custGeom>
              <a:avLst/>
              <a:gdLst/>
              <a:ahLst/>
              <a:cxnLst/>
              <a:rect l="l" t="t" r="r" b="b"/>
              <a:pathLst>
                <a:path w="257810" h="1303020">
                  <a:moveTo>
                    <a:pt x="64325" y="1302600"/>
                  </a:moveTo>
                  <a:lnTo>
                    <a:pt x="64325" y="64211"/>
                  </a:lnTo>
                  <a:lnTo>
                    <a:pt x="0" y="64211"/>
                  </a:lnTo>
                  <a:lnTo>
                    <a:pt x="128650" y="0"/>
                  </a:lnTo>
                  <a:lnTo>
                    <a:pt x="257302" y="64211"/>
                  </a:lnTo>
                  <a:lnTo>
                    <a:pt x="192976" y="64211"/>
                  </a:lnTo>
                  <a:lnTo>
                    <a:pt x="192976" y="1302600"/>
                  </a:lnTo>
                </a:path>
              </a:pathLst>
            </a:custGeom>
            <a:ln w="91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2638361" y="1024216"/>
            <a:ext cx="853440" cy="2457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5">
                <a:latin typeface="Noto Sans CJK JP Black"/>
                <a:cs typeface="Noto Sans CJK JP Black"/>
              </a:rPr>
              <a:t>开放系统</a:t>
            </a:r>
            <a:r>
              <a:rPr dirty="0" sz="1450" spc="-235">
                <a:latin typeface="Noto Sans CJK JP Black"/>
                <a:cs typeface="Noto Sans CJK JP Black"/>
              </a:rPr>
              <a:t>A</a:t>
            </a:r>
            <a:endParaRPr sz="1450">
              <a:latin typeface="Noto Sans CJK JP Black"/>
              <a:cs typeface="Noto Sans CJK JP Black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860495" y="923315"/>
            <a:ext cx="1404620" cy="2457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5">
                <a:latin typeface="Noto Sans CJK JP Black"/>
                <a:cs typeface="Noto Sans CJK JP Black"/>
              </a:rPr>
              <a:t>（</a:t>
            </a:r>
            <a:r>
              <a:rPr dirty="0" sz="1450" spc="-385">
                <a:latin typeface="Noto Sans CJK JP Black"/>
                <a:cs typeface="Noto Sans CJK JP Black"/>
              </a:rPr>
              <a:t>N</a:t>
            </a:r>
            <a:r>
              <a:rPr dirty="0" sz="1450" spc="-5">
                <a:latin typeface="Noto Sans CJK JP Black"/>
                <a:cs typeface="Noto Sans CJK JP Black"/>
              </a:rPr>
              <a:t>）层服务用户</a:t>
            </a:r>
            <a:endParaRPr sz="1450">
              <a:latin typeface="Noto Sans CJK JP Black"/>
              <a:cs typeface="Noto Sans CJK JP Black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384577" y="1550542"/>
            <a:ext cx="1304925" cy="321310"/>
          </a:xfrm>
          <a:prstGeom prst="rect">
            <a:avLst/>
          </a:prstGeom>
          <a:ln w="18364">
            <a:solidFill>
              <a:srgbClr val="000000"/>
            </a:solidFill>
          </a:ln>
        </p:spPr>
        <p:txBody>
          <a:bodyPr wrap="square" lIns="0" tIns="35560" rIns="0" bIns="0" rtlCol="0" vert="horz">
            <a:spAutoFit/>
          </a:bodyPr>
          <a:lstStyle/>
          <a:p>
            <a:pPr marL="100965">
              <a:lnSpc>
                <a:spcPct val="100000"/>
              </a:lnSpc>
              <a:spcBef>
                <a:spcPts val="280"/>
              </a:spcBef>
            </a:pPr>
            <a:r>
              <a:rPr dirty="0" sz="1450" spc="-110">
                <a:latin typeface="Noto Sans CJK JP Black"/>
                <a:cs typeface="Noto Sans CJK JP Black"/>
              </a:rPr>
              <a:t>（N＋1）</a:t>
            </a:r>
            <a:r>
              <a:rPr dirty="0" sz="1450" spc="-5">
                <a:latin typeface="Noto Sans CJK JP Black"/>
                <a:cs typeface="Noto Sans CJK JP Black"/>
              </a:rPr>
              <a:t>实体</a:t>
            </a:r>
            <a:endParaRPr sz="1450">
              <a:latin typeface="Noto Sans CJK JP Black"/>
              <a:cs typeface="Noto Sans CJK JP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574035" y="3198279"/>
            <a:ext cx="853440" cy="2457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5">
                <a:latin typeface="Noto Sans CJK JP Black"/>
                <a:cs typeface="Noto Sans CJK JP Black"/>
              </a:rPr>
              <a:t>（</a:t>
            </a:r>
            <a:r>
              <a:rPr dirty="0" sz="1450" spc="-385">
                <a:latin typeface="Noto Sans CJK JP Black"/>
                <a:cs typeface="Noto Sans CJK JP Black"/>
              </a:rPr>
              <a:t>N</a:t>
            </a:r>
            <a:r>
              <a:rPr dirty="0" sz="1450" spc="-5">
                <a:latin typeface="Noto Sans CJK JP Black"/>
                <a:cs typeface="Noto Sans CJK JP Black"/>
              </a:rPr>
              <a:t>）实体</a:t>
            </a:r>
            <a:endParaRPr sz="1450">
              <a:latin typeface="Noto Sans CJK JP Black"/>
              <a:cs typeface="Noto Sans CJK JP Black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390254" y="2280958"/>
            <a:ext cx="209550" cy="2457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5">
                <a:latin typeface="Noto Sans CJK JP Black"/>
                <a:cs typeface="Noto Sans CJK JP Black"/>
              </a:rPr>
              <a:t>供</a:t>
            </a:r>
            <a:endParaRPr sz="1450">
              <a:latin typeface="Noto Sans CJK JP Black"/>
              <a:cs typeface="Noto Sans CJK JP Black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61084" y="2280958"/>
            <a:ext cx="400050" cy="2457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86715" algn="l"/>
              </a:tabLst>
            </a:pPr>
            <a:r>
              <a:rPr dirty="0" u="sng" sz="145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45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390254" y="2501112"/>
            <a:ext cx="209550" cy="2457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5">
                <a:latin typeface="Noto Sans CJK JP Black"/>
                <a:cs typeface="Noto Sans CJK JP Black"/>
              </a:rPr>
              <a:t>服</a:t>
            </a:r>
            <a:endParaRPr sz="1450">
              <a:latin typeface="Noto Sans CJK JP Black"/>
              <a:cs typeface="Noto Sans CJK JP Black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390254" y="1840636"/>
            <a:ext cx="1128395" cy="6858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r" marR="5080">
              <a:lnSpc>
                <a:spcPts val="1735"/>
              </a:lnSpc>
              <a:spcBef>
                <a:spcPts val="90"/>
              </a:spcBef>
            </a:pPr>
            <a:r>
              <a:rPr dirty="0" sz="1450" spc="-5">
                <a:latin typeface="Noto Sans CJK JP Black"/>
                <a:cs typeface="Noto Sans CJK JP Black"/>
              </a:rPr>
              <a:t>交</a:t>
            </a:r>
            <a:endParaRPr sz="1450">
              <a:latin typeface="Noto Sans CJK JP Black"/>
              <a:cs typeface="Noto Sans CJK JP Black"/>
            </a:endParaRPr>
          </a:p>
          <a:p>
            <a:pPr algn="r" marL="931544" marR="5080" indent="-919480">
              <a:lnSpc>
                <a:spcPts val="1730"/>
              </a:lnSpc>
              <a:spcBef>
                <a:spcPts val="65"/>
              </a:spcBef>
              <a:tabLst>
                <a:tab pos="598170" algn="l"/>
                <a:tab pos="930910" algn="l"/>
              </a:tabLst>
            </a:pPr>
            <a:r>
              <a:rPr dirty="0" sz="1450" spc="210">
                <a:latin typeface="Noto Sans CJK JP Black"/>
                <a:cs typeface="Noto Sans CJK JP Black"/>
              </a:rPr>
              <a:t>提</a:t>
            </a:r>
            <a:r>
              <a:rPr dirty="0" u="sng" sz="145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4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1450">
                <a:latin typeface="Times New Roman"/>
                <a:cs typeface="Times New Roman"/>
              </a:rPr>
              <a:t>	</a:t>
            </a:r>
            <a:r>
              <a:rPr dirty="0" sz="1450" spc="-5">
                <a:latin typeface="Noto Sans CJK JP Black"/>
                <a:cs typeface="Noto Sans CJK JP Black"/>
              </a:rPr>
              <a:t>换 服</a:t>
            </a:r>
            <a:endParaRPr sz="1450">
              <a:latin typeface="Noto Sans CJK JP Black"/>
              <a:cs typeface="Noto Sans CJK JP Black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261603" y="2721267"/>
            <a:ext cx="1257300" cy="2457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57885" algn="l"/>
                <a:tab pos="1059815" algn="l"/>
              </a:tabLst>
            </a:pPr>
            <a:r>
              <a:rPr dirty="0" u="heavy" sz="145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45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450" spc="-7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450" spc="-5">
                <a:uFill>
                  <a:solidFill>
                    <a:srgbClr val="000000"/>
                  </a:solidFill>
                </a:uFill>
                <a:latin typeface="Noto Sans CJK JP Black"/>
                <a:cs typeface="Noto Sans CJK JP Black"/>
              </a:rPr>
              <a:t>务</a:t>
            </a:r>
            <a:r>
              <a:rPr dirty="0" u="heavy" sz="1450">
                <a:uFill>
                  <a:solidFill>
                    <a:srgbClr val="000000"/>
                  </a:solidFill>
                </a:uFill>
                <a:latin typeface="Noto Sans CJK JP Black"/>
                <a:cs typeface="Noto Sans CJK JP Black"/>
              </a:rPr>
              <a:t>	</a:t>
            </a:r>
            <a:r>
              <a:rPr dirty="0" sz="1450">
                <a:latin typeface="Noto Sans CJK JP Black"/>
                <a:cs typeface="Noto Sans CJK JP Black"/>
              </a:rPr>
              <a:t>	</a:t>
            </a:r>
            <a:r>
              <a:rPr dirty="0" sz="1450" spc="-5">
                <a:latin typeface="Noto Sans CJK JP Black"/>
                <a:cs typeface="Noto Sans CJK JP Black"/>
              </a:rPr>
              <a:t>原</a:t>
            </a:r>
            <a:endParaRPr sz="1450">
              <a:latin typeface="Noto Sans CJK JP Black"/>
              <a:cs typeface="Noto Sans CJK JP Black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335123" y="2941421"/>
            <a:ext cx="1330325" cy="2457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86155" algn="l"/>
                <a:tab pos="1316990" algn="l"/>
              </a:tabLst>
            </a:pPr>
            <a:r>
              <a:rPr dirty="0" u="heavy" sz="145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45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heavy" sz="1450" spc="-5">
                <a:uFill>
                  <a:solidFill>
                    <a:srgbClr val="000000"/>
                  </a:solidFill>
                </a:uFill>
                <a:latin typeface="Noto Sans CJK JP Black"/>
                <a:cs typeface="Noto Sans CJK JP Black"/>
              </a:rPr>
              <a:t>语	</a:t>
            </a:r>
            <a:endParaRPr sz="1450">
              <a:latin typeface="Noto Sans CJK JP Black"/>
              <a:cs typeface="Noto Sans CJK JP Black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274290" y="1311998"/>
            <a:ext cx="3597910" cy="2357755"/>
            <a:chOff x="2274290" y="1311998"/>
            <a:chExt cx="3597910" cy="2357755"/>
          </a:xfrm>
        </p:grpSpPr>
        <p:sp>
          <p:nvSpPr>
            <p:cNvPr id="33" name="object 33"/>
            <p:cNvSpPr/>
            <p:nvPr/>
          </p:nvSpPr>
          <p:spPr>
            <a:xfrm>
              <a:off x="3229965" y="1954161"/>
              <a:ext cx="0" cy="1128395"/>
            </a:xfrm>
            <a:custGeom>
              <a:avLst/>
              <a:gdLst/>
              <a:ahLst/>
              <a:cxnLst/>
              <a:rect l="l" t="t" r="r" b="b"/>
              <a:pathLst>
                <a:path w="0" h="1128395">
                  <a:moveTo>
                    <a:pt x="0" y="601586"/>
                  </a:moveTo>
                  <a:lnTo>
                    <a:pt x="0" y="1128318"/>
                  </a:lnTo>
                </a:path>
                <a:path w="0" h="1128395">
                  <a:moveTo>
                    <a:pt x="0" y="0"/>
                  </a:moveTo>
                  <a:lnTo>
                    <a:pt x="0" y="487286"/>
                  </a:lnTo>
                </a:path>
              </a:pathLst>
            </a:custGeom>
            <a:ln w="183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3184017" y="1871611"/>
              <a:ext cx="92075" cy="1303020"/>
            </a:xfrm>
            <a:custGeom>
              <a:avLst/>
              <a:gdLst/>
              <a:ahLst/>
              <a:cxnLst/>
              <a:rect l="l" t="t" r="r" b="b"/>
              <a:pathLst>
                <a:path w="92075" h="1303020">
                  <a:moveTo>
                    <a:pt x="91897" y="1201686"/>
                  </a:moveTo>
                  <a:lnTo>
                    <a:pt x="0" y="1201686"/>
                  </a:lnTo>
                  <a:lnTo>
                    <a:pt x="45948" y="1302600"/>
                  </a:lnTo>
                  <a:lnTo>
                    <a:pt x="91897" y="1201686"/>
                  </a:lnTo>
                  <a:close/>
                </a:path>
                <a:path w="92075" h="1303020">
                  <a:moveTo>
                    <a:pt x="91897" y="100901"/>
                  </a:moveTo>
                  <a:lnTo>
                    <a:pt x="45948" y="0"/>
                  </a:lnTo>
                  <a:lnTo>
                    <a:pt x="0" y="100901"/>
                  </a:lnTo>
                  <a:lnTo>
                    <a:pt x="91897" y="1009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2283498" y="1321206"/>
              <a:ext cx="1497965" cy="2339340"/>
            </a:xfrm>
            <a:custGeom>
              <a:avLst/>
              <a:gdLst/>
              <a:ahLst/>
              <a:cxnLst/>
              <a:rect l="l" t="t" r="r" b="b"/>
              <a:pathLst>
                <a:path w="1497964" h="2339340">
                  <a:moveTo>
                    <a:pt x="0" y="2339187"/>
                  </a:moveTo>
                  <a:lnTo>
                    <a:pt x="1497812" y="2339187"/>
                  </a:lnTo>
                  <a:lnTo>
                    <a:pt x="1497812" y="0"/>
                  </a:lnTo>
                  <a:lnTo>
                    <a:pt x="0" y="0"/>
                  </a:lnTo>
                  <a:lnTo>
                    <a:pt x="0" y="2339187"/>
                  </a:lnTo>
                </a:path>
              </a:pathLst>
            </a:custGeom>
            <a:ln w="183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5609920" y="1871611"/>
              <a:ext cx="257810" cy="1348740"/>
            </a:xfrm>
            <a:custGeom>
              <a:avLst/>
              <a:gdLst/>
              <a:ahLst/>
              <a:cxnLst/>
              <a:rect l="l" t="t" r="r" b="b"/>
              <a:pathLst>
                <a:path w="257810" h="1348739">
                  <a:moveTo>
                    <a:pt x="192963" y="1348460"/>
                  </a:moveTo>
                  <a:lnTo>
                    <a:pt x="64325" y="1348460"/>
                  </a:lnTo>
                  <a:lnTo>
                    <a:pt x="64325" y="64211"/>
                  </a:lnTo>
                  <a:lnTo>
                    <a:pt x="0" y="64211"/>
                  </a:lnTo>
                  <a:lnTo>
                    <a:pt x="128650" y="0"/>
                  </a:lnTo>
                  <a:lnTo>
                    <a:pt x="257289" y="64211"/>
                  </a:lnTo>
                  <a:lnTo>
                    <a:pt x="192963" y="64211"/>
                  </a:lnTo>
                  <a:lnTo>
                    <a:pt x="192963" y="13484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5609920" y="1871611"/>
              <a:ext cx="257810" cy="1303020"/>
            </a:xfrm>
            <a:custGeom>
              <a:avLst/>
              <a:gdLst/>
              <a:ahLst/>
              <a:cxnLst/>
              <a:rect l="l" t="t" r="r" b="b"/>
              <a:pathLst>
                <a:path w="257810" h="1303020">
                  <a:moveTo>
                    <a:pt x="64325" y="1302600"/>
                  </a:moveTo>
                  <a:lnTo>
                    <a:pt x="64325" y="64211"/>
                  </a:lnTo>
                  <a:lnTo>
                    <a:pt x="0" y="64211"/>
                  </a:lnTo>
                  <a:lnTo>
                    <a:pt x="128650" y="0"/>
                  </a:lnTo>
                  <a:lnTo>
                    <a:pt x="257289" y="64211"/>
                  </a:lnTo>
                  <a:lnTo>
                    <a:pt x="192963" y="64211"/>
                  </a:lnTo>
                  <a:lnTo>
                    <a:pt x="192963" y="1302600"/>
                  </a:lnTo>
                </a:path>
              </a:pathLst>
            </a:custGeom>
            <a:ln w="91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5380189" y="1550542"/>
            <a:ext cx="1304925" cy="321310"/>
          </a:xfrm>
          <a:prstGeom prst="rect">
            <a:avLst/>
          </a:prstGeom>
          <a:ln w="18364">
            <a:solidFill>
              <a:srgbClr val="000000"/>
            </a:solidFill>
          </a:ln>
        </p:spPr>
        <p:txBody>
          <a:bodyPr wrap="square" lIns="0" tIns="35560" rIns="0" bIns="0" rtlCol="0" vert="horz">
            <a:spAutoFit/>
          </a:bodyPr>
          <a:lstStyle/>
          <a:p>
            <a:pPr marL="100965">
              <a:lnSpc>
                <a:spcPct val="100000"/>
              </a:lnSpc>
              <a:spcBef>
                <a:spcPts val="280"/>
              </a:spcBef>
            </a:pPr>
            <a:r>
              <a:rPr dirty="0" sz="1450" spc="-110">
                <a:latin typeface="Noto Sans CJK JP Black"/>
                <a:cs typeface="Noto Sans CJK JP Black"/>
              </a:rPr>
              <a:t>（N＋1）</a:t>
            </a:r>
            <a:r>
              <a:rPr dirty="0" sz="1450" spc="-5">
                <a:latin typeface="Noto Sans CJK JP Black"/>
                <a:cs typeface="Noto Sans CJK JP Black"/>
              </a:rPr>
              <a:t>实体</a:t>
            </a:r>
            <a:endParaRPr sz="1450">
              <a:latin typeface="Noto Sans CJK JP Black"/>
              <a:cs typeface="Noto Sans CJK JP Black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569648" y="3198279"/>
            <a:ext cx="853440" cy="2457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5">
                <a:latin typeface="Noto Sans CJK JP Black"/>
                <a:cs typeface="Noto Sans CJK JP Black"/>
              </a:rPr>
              <a:t>（</a:t>
            </a:r>
            <a:r>
              <a:rPr dirty="0" sz="1450" spc="-385">
                <a:latin typeface="Noto Sans CJK JP Black"/>
                <a:cs typeface="Noto Sans CJK JP Black"/>
              </a:rPr>
              <a:t>N</a:t>
            </a:r>
            <a:r>
              <a:rPr dirty="0" sz="1450" spc="-5">
                <a:latin typeface="Noto Sans CJK JP Black"/>
                <a:cs typeface="Noto Sans CJK JP Black"/>
              </a:rPr>
              <a:t>）实体</a:t>
            </a:r>
            <a:endParaRPr sz="1450">
              <a:latin typeface="Noto Sans CJK JP Black"/>
              <a:cs typeface="Noto Sans CJK JP Black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248033" y="2060790"/>
            <a:ext cx="347345" cy="2457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5" strike="sngStrike">
                <a:latin typeface="Times New Roman"/>
                <a:cs typeface="Times New Roman"/>
              </a:rPr>
              <a:t> </a:t>
            </a:r>
            <a:r>
              <a:rPr dirty="0" sz="1450" spc="-5" strike="sngStrike">
                <a:latin typeface="Times New Roman"/>
                <a:cs typeface="Times New Roman"/>
              </a:rPr>
              <a:t> </a:t>
            </a:r>
            <a:r>
              <a:rPr dirty="0" sz="1450" spc="-5" strike="sngStrike">
                <a:latin typeface="Times New Roman"/>
                <a:cs typeface="Times New Roman"/>
              </a:rPr>
              <a:t> </a:t>
            </a:r>
            <a:r>
              <a:rPr dirty="0" sz="1450" spc="-5" strike="sngStrike">
                <a:latin typeface="Noto Sans CJK JP Black"/>
                <a:cs typeface="Noto Sans CJK JP Black"/>
              </a:rPr>
              <a:t>提</a:t>
            </a:r>
            <a:endParaRPr sz="1450">
              <a:latin typeface="Noto Sans CJK JP Black"/>
              <a:cs typeface="Noto Sans CJK JP Black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385866" y="2280958"/>
            <a:ext cx="209550" cy="2457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5">
                <a:latin typeface="Noto Sans CJK JP Black"/>
                <a:cs typeface="Noto Sans CJK JP Black"/>
              </a:rPr>
              <a:t>供</a:t>
            </a:r>
            <a:endParaRPr sz="1450">
              <a:latin typeface="Noto Sans CJK JP Black"/>
              <a:cs typeface="Noto Sans CJK JP Black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304775" y="1840636"/>
            <a:ext cx="209550" cy="4660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dirty="0" sz="1450" spc="-5">
                <a:latin typeface="Noto Sans CJK JP Black"/>
                <a:cs typeface="Noto Sans CJK JP Black"/>
              </a:rPr>
              <a:t>交 换</a:t>
            </a:r>
            <a:endParaRPr sz="1450">
              <a:latin typeface="Noto Sans CJK JP Black"/>
              <a:cs typeface="Noto Sans CJK JP Black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304775" y="2280958"/>
            <a:ext cx="209550" cy="2457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5">
                <a:latin typeface="Noto Sans CJK JP Black"/>
                <a:cs typeface="Noto Sans CJK JP Black"/>
              </a:rPr>
              <a:t>服</a:t>
            </a:r>
            <a:endParaRPr sz="1450">
              <a:latin typeface="Noto Sans CJK JP Black"/>
              <a:cs typeface="Noto Sans CJK JP Black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1952675" y="1311998"/>
            <a:ext cx="5127625" cy="2679065"/>
            <a:chOff x="1952675" y="1311998"/>
            <a:chExt cx="5127625" cy="2679065"/>
          </a:xfrm>
        </p:grpSpPr>
        <p:sp>
          <p:nvSpPr>
            <p:cNvPr id="45" name="object 45"/>
            <p:cNvSpPr/>
            <p:nvPr/>
          </p:nvSpPr>
          <p:spPr>
            <a:xfrm>
              <a:off x="6225578" y="1954161"/>
              <a:ext cx="0" cy="1128395"/>
            </a:xfrm>
            <a:custGeom>
              <a:avLst/>
              <a:gdLst/>
              <a:ahLst/>
              <a:cxnLst/>
              <a:rect l="l" t="t" r="r" b="b"/>
              <a:pathLst>
                <a:path w="0" h="1128395">
                  <a:moveTo>
                    <a:pt x="0" y="607682"/>
                  </a:moveTo>
                  <a:lnTo>
                    <a:pt x="0" y="1128318"/>
                  </a:lnTo>
                </a:path>
                <a:path w="0" h="1128395">
                  <a:moveTo>
                    <a:pt x="0" y="0"/>
                  </a:moveTo>
                  <a:lnTo>
                    <a:pt x="0" y="493382"/>
                  </a:lnTo>
                </a:path>
              </a:pathLst>
            </a:custGeom>
            <a:ln w="183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6179642" y="1871611"/>
              <a:ext cx="92075" cy="1303020"/>
            </a:xfrm>
            <a:custGeom>
              <a:avLst/>
              <a:gdLst/>
              <a:ahLst/>
              <a:cxnLst/>
              <a:rect l="l" t="t" r="r" b="b"/>
              <a:pathLst>
                <a:path w="92075" h="1303020">
                  <a:moveTo>
                    <a:pt x="91884" y="1201686"/>
                  </a:moveTo>
                  <a:lnTo>
                    <a:pt x="0" y="1201686"/>
                  </a:lnTo>
                  <a:lnTo>
                    <a:pt x="45935" y="1302600"/>
                  </a:lnTo>
                  <a:lnTo>
                    <a:pt x="91884" y="1201686"/>
                  </a:lnTo>
                  <a:close/>
                </a:path>
                <a:path w="92075" h="1303020">
                  <a:moveTo>
                    <a:pt x="91884" y="100901"/>
                  </a:moveTo>
                  <a:lnTo>
                    <a:pt x="45935" y="0"/>
                  </a:lnTo>
                  <a:lnTo>
                    <a:pt x="0" y="100901"/>
                  </a:lnTo>
                  <a:lnTo>
                    <a:pt x="91884" y="1009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3744544" y="1321206"/>
              <a:ext cx="3032760" cy="2339340"/>
            </a:xfrm>
            <a:custGeom>
              <a:avLst/>
              <a:gdLst/>
              <a:ahLst/>
              <a:cxnLst/>
              <a:rect l="l" t="t" r="r" b="b"/>
              <a:pathLst>
                <a:path w="3032759" h="2339340">
                  <a:moveTo>
                    <a:pt x="1534566" y="2339187"/>
                  </a:moveTo>
                  <a:lnTo>
                    <a:pt x="3032379" y="2339187"/>
                  </a:lnTo>
                  <a:lnTo>
                    <a:pt x="3032379" y="0"/>
                  </a:lnTo>
                  <a:lnTo>
                    <a:pt x="1534566" y="0"/>
                  </a:lnTo>
                  <a:lnTo>
                    <a:pt x="1534566" y="2339187"/>
                  </a:lnTo>
                </a:path>
                <a:path w="3032759" h="2339340">
                  <a:moveTo>
                    <a:pt x="0" y="2008949"/>
                  </a:moveTo>
                  <a:lnTo>
                    <a:pt x="64325" y="2008949"/>
                  </a:lnTo>
                </a:path>
                <a:path w="3032759" h="2339340">
                  <a:moveTo>
                    <a:pt x="128650" y="2008949"/>
                  </a:moveTo>
                  <a:lnTo>
                    <a:pt x="192976" y="2008949"/>
                  </a:lnTo>
                </a:path>
                <a:path w="3032759" h="2339340">
                  <a:moveTo>
                    <a:pt x="257301" y="2008949"/>
                  </a:moveTo>
                  <a:lnTo>
                    <a:pt x="321614" y="2008949"/>
                  </a:lnTo>
                </a:path>
                <a:path w="3032759" h="2339340">
                  <a:moveTo>
                    <a:pt x="385940" y="2008949"/>
                  </a:moveTo>
                  <a:lnTo>
                    <a:pt x="450265" y="2008949"/>
                  </a:lnTo>
                </a:path>
                <a:path w="3032759" h="2339340">
                  <a:moveTo>
                    <a:pt x="514591" y="2008949"/>
                  </a:moveTo>
                  <a:lnTo>
                    <a:pt x="578916" y="2008949"/>
                  </a:lnTo>
                </a:path>
                <a:path w="3032759" h="2339340">
                  <a:moveTo>
                    <a:pt x="643242" y="2008949"/>
                  </a:moveTo>
                  <a:lnTo>
                    <a:pt x="707555" y="2008949"/>
                  </a:lnTo>
                </a:path>
                <a:path w="3032759" h="2339340">
                  <a:moveTo>
                    <a:pt x="771880" y="2008949"/>
                  </a:moveTo>
                  <a:lnTo>
                    <a:pt x="836206" y="2008949"/>
                  </a:lnTo>
                </a:path>
                <a:path w="3032759" h="2339340">
                  <a:moveTo>
                    <a:pt x="900531" y="2008949"/>
                  </a:moveTo>
                  <a:lnTo>
                    <a:pt x="964857" y="2008949"/>
                  </a:lnTo>
                </a:path>
                <a:path w="3032759" h="2339340">
                  <a:moveTo>
                    <a:pt x="1029169" y="2008949"/>
                  </a:moveTo>
                  <a:lnTo>
                    <a:pt x="1093495" y="2008949"/>
                  </a:lnTo>
                </a:path>
                <a:path w="3032759" h="2339340">
                  <a:moveTo>
                    <a:pt x="1157820" y="2008949"/>
                  </a:moveTo>
                  <a:lnTo>
                    <a:pt x="1222146" y="2008949"/>
                  </a:lnTo>
                </a:path>
                <a:path w="3032759" h="2339340">
                  <a:moveTo>
                    <a:pt x="1286471" y="2008949"/>
                  </a:moveTo>
                  <a:lnTo>
                    <a:pt x="1350784" y="2008949"/>
                  </a:lnTo>
                </a:path>
                <a:path w="3032759" h="2339340">
                  <a:moveTo>
                    <a:pt x="1415110" y="2008949"/>
                  </a:moveTo>
                  <a:lnTo>
                    <a:pt x="1479435" y="2008949"/>
                  </a:lnTo>
                </a:path>
              </a:pathLst>
            </a:custGeom>
            <a:ln w="183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3652659" y="3284283"/>
              <a:ext cx="1691005" cy="100965"/>
            </a:xfrm>
            <a:custGeom>
              <a:avLst/>
              <a:gdLst/>
              <a:ahLst/>
              <a:cxnLst/>
              <a:rect l="l" t="t" r="r" b="b"/>
              <a:pathLst>
                <a:path w="1691004" h="100964">
                  <a:moveTo>
                    <a:pt x="101079" y="0"/>
                  </a:moveTo>
                  <a:lnTo>
                    <a:pt x="0" y="45872"/>
                  </a:lnTo>
                  <a:lnTo>
                    <a:pt x="101079" y="100914"/>
                  </a:lnTo>
                  <a:lnTo>
                    <a:pt x="101079" y="0"/>
                  </a:lnTo>
                  <a:close/>
                </a:path>
                <a:path w="1691004" h="100964">
                  <a:moveTo>
                    <a:pt x="1690776" y="45872"/>
                  </a:moveTo>
                  <a:lnTo>
                    <a:pt x="1598891" y="0"/>
                  </a:lnTo>
                  <a:lnTo>
                    <a:pt x="1598891" y="100914"/>
                  </a:lnTo>
                  <a:lnTo>
                    <a:pt x="1690776" y="458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1961883" y="3981449"/>
              <a:ext cx="5109210" cy="0"/>
            </a:xfrm>
            <a:custGeom>
              <a:avLst/>
              <a:gdLst/>
              <a:ahLst/>
              <a:cxnLst/>
              <a:rect l="l" t="t" r="r" b="b"/>
              <a:pathLst>
                <a:path w="5109209" h="0">
                  <a:moveTo>
                    <a:pt x="0" y="0"/>
                  </a:moveTo>
                  <a:lnTo>
                    <a:pt x="5109095" y="0"/>
                  </a:lnTo>
                </a:path>
              </a:pathLst>
            </a:custGeom>
            <a:ln w="183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/>
          <p:cNvSpPr txBox="1"/>
          <p:nvPr/>
        </p:nvSpPr>
        <p:spPr>
          <a:xfrm>
            <a:off x="5505322" y="987526"/>
            <a:ext cx="853440" cy="2457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5">
                <a:latin typeface="Noto Sans CJK JP Black"/>
                <a:cs typeface="Noto Sans CJK JP Black"/>
              </a:rPr>
              <a:t>开放系统</a:t>
            </a:r>
            <a:r>
              <a:rPr dirty="0" sz="1450" spc="-285">
                <a:latin typeface="Noto Sans CJK JP Black"/>
                <a:cs typeface="Noto Sans CJK JP Black"/>
              </a:rPr>
              <a:t>B</a:t>
            </a:r>
            <a:endParaRPr sz="1450">
              <a:latin typeface="Noto Sans CJK JP Black"/>
              <a:cs typeface="Noto Sans CJK JP Black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704285" y="3693629"/>
            <a:ext cx="1588770" cy="2457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5">
                <a:latin typeface="Noto Sans CJK JP Black"/>
                <a:cs typeface="Noto Sans CJK JP Black"/>
              </a:rPr>
              <a:t>提供</a:t>
            </a:r>
            <a:r>
              <a:rPr dirty="0" sz="1450" spc="-80">
                <a:latin typeface="Noto Sans CJK JP Black"/>
                <a:cs typeface="Noto Sans CJK JP Black"/>
              </a:rPr>
              <a:t>（N-1）</a:t>
            </a:r>
            <a:r>
              <a:rPr dirty="0" sz="1450" spc="-5">
                <a:latin typeface="Noto Sans CJK JP Black"/>
                <a:cs typeface="Noto Sans CJK JP Black"/>
              </a:rPr>
              <a:t>层服务</a:t>
            </a:r>
            <a:endParaRPr sz="1450">
              <a:latin typeface="Noto Sans CJK JP Black"/>
              <a:cs typeface="Noto Sans CJK JP Black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309149" y="4500879"/>
            <a:ext cx="2324100" cy="2457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5">
                <a:latin typeface="Noto Sans CJK JP Black"/>
                <a:cs typeface="Noto Sans CJK JP Black"/>
              </a:rPr>
              <a:t>通过</a:t>
            </a:r>
            <a:r>
              <a:rPr dirty="0" sz="1450" spc="-80">
                <a:latin typeface="Noto Sans CJK JP Black"/>
                <a:cs typeface="Noto Sans CJK JP Black"/>
              </a:rPr>
              <a:t>（N-1）</a:t>
            </a:r>
            <a:r>
              <a:rPr dirty="0" sz="1450" spc="-5">
                <a:latin typeface="Noto Sans CJK JP Black"/>
                <a:cs typeface="Noto Sans CJK JP Black"/>
              </a:rPr>
              <a:t>层连接进行通信</a:t>
            </a:r>
            <a:endParaRPr sz="1450">
              <a:latin typeface="Noto Sans CJK JP Black"/>
              <a:cs typeface="Noto Sans CJK JP Black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676713" y="4922850"/>
            <a:ext cx="1998980" cy="2457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831975" algn="l"/>
              </a:tabLst>
            </a:pPr>
            <a:r>
              <a:rPr dirty="0" sz="1450" spc="-5">
                <a:latin typeface="Noto Sans CJK JP Black"/>
                <a:cs typeface="Noto Sans CJK JP Black"/>
              </a:rPr>
              <a:t>（</a:t>
            </a:r>
            <a:r>
              <a:rPr dirty="0" sz="1450" spc="-385">
                <a:latin typeface="Noto Sans CJK JP Black"/>
                <a:cs typeface="Noto Sans CJK JP Black"/>
              </a:rPr>
              <a:t>N</a:t>
            </a:r>
            <a:r>
              <a:rPr dirty="0" sz="1450" spc="-5">
                <a:latin typeface="Noto Sans CJK JP Black"/>
                <a:cs typeface="Noto Sans CJK JP Black"/>
              </a:rPr>
              <a:t>）层服务提供者</a:t>
            </a:r>
            <a:r>
              <a:rPr dirty="0" sz="1450" spc="-5">
                <a:latin typeface="Noto Sans CJK JP Black"/>
                <a:cs typeface="Noto Sans CJK JP Black"/>
              </a:rPr>
              <a:t>	</a:t>
            </a:r>
            <a:r>
              <a:rPr dirty="0" u="heavy" sz="145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450" spc="1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085838" y="2391028"/>
            <a:ext cx="761365" cy="2457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5">
                <a:latin typeface="Noto Sans CJK JP Black"/>
                <a:cs typeface="Noto Sans CJK JP Black"/>
              </a:rPr>
              <a:t>层间接口</a:t>
            </a:r>
            <a:endParaRPr sz="1450">
              <a:latin typeface="Noto Sans CJK JP Black"/>
              <a:cs typeface="Noto Sans CJK JP Black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1373784" y="3981450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796" y="0"/>
                </a:lnTo>
              </a:path>
            </a:pathLst>
          </a:custGeom>
          <a:ln w="918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/>
          <p:nvPr/>
        </p:nvSpPr>
        <p:spPr>
          <a:xfrm>
            <a:off x="1131354" y="1574609"/>
            <a:ext cx="944880" cy="2457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5">
                <a:latin typeface="Noto Sans CJK JP Black"/>
                <a:cs typeface="Noto Sans CJK JP Black"/>
              </a:rPr>
              <a:t>（</a:t>
            </a:r>
            <a:r>
              <a:rPr dirty="0" sz="1450" spc="-385">
                <a:latin typeface="Noto Sans CJK JP Black"/>
                <a:cs typeface="Noto Sans CJK JP Black"/>
              </a:rPr>
              <a:t>N</a:t>
            </a:r>
            <a:r>
              <a:rPr dirty="0" sz="1450" spc="-5">
                <a:latin typeface="Noto Sans CJK JP Black"/>
                <a:cs typeface="Noto Sans CJK JP Black"/>
              </a:rPr>
              <a:t>＋</a:t>
            </a:r>
            <a:r>
              <a:rPr dirty="0" sz="1450" spc="-160">
                <a:latin typeface="Noto Sans CJK JP Black"/>
                <a:cs typeface="Noto Sans CJK JP Black"/>
              </a:rPr>
              <a:t>1</a:t>
            </a:r>
            <a:r>
              <a:rPr dirty="0" sz="1450" spc="-5">
                <a:latin typeface="Noto Sans CJK JP Black"/>
                <a:cs typeface="Noto Sans CJK JP Black"/>
              </a:rPr>
              <a:t>）层</a:t>
            </a:r>
            <a:endParaRPr sz="1450">
              <a:latin typeface="Noto Sans CJK JP Black"/>
              <a:cs typeface="Noto Sans CJK JP Black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131354" y="4665992"/>
            <a:ext cx="853440" cy="2457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5">
                <a:latin typeface="Noto Sans CJK JP Black"/>
                <a:cs typeface="Noto Sans CJK JP Black"/>
              </a:rPr>
              <a:t>（</a:t>
            </a:r>
            <a:r>
              <a:rPr dirty="0" sz="1450" spc="-385">
                <a:latin typeface="Noto Sans CJK JP Black"/>
                <a:cs typeface="Noto Sans CJK JP Black"/>
              </a:rPr>
              <a:t>N</a:t>
            </a:r>
            <a:r>
              <a:rPr dirty="0" sz="1450" spc="165">
                <a:latin typeface="Noto Sans CJK JP Black"/>
                <a:cs typeface="Noto Sans CJK JP Black"/>
              </a:rPr>
              <a:t>-</a:t>
            </a:r>
            <a:r>
              <a:rPr dirty="0" sz="1450" spc="-160">
                <a:latin typeface="Noto Sans CJK JP Black"/>
                <a:cs typeface="Noto Sans CJK JP Black"/>
              </a:rPr>
              <a:t>1</a:t>
            </a:r>
            <a:r>
              <a:rPr dirty="0" sz="1450" spc="-5">
                <a:latin typeface="Noto Sans CJK JP Black"/>
                <a:cs typeface="Noto Sans CJK JP Black"/>
              </a:rPr>
              <a:t>）层</a:t>
            </a:r>
            <a:endParaRPr sz="1450">
              <a:latin typeface="Noto Sans CJK JP Black"/>
              <a:cs typeface="Noto Sans CJK JP Black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1493240" y="899236"/>
            <a:ext cx="92075" cy="651510"/>
            <a:chOff x="1493240" y="899236"/>
            <a:chExt cx="92075" cy="651510"/>
          </a:xfrm>
        </p:grpSpPr>
        <p:sp>
          <p:nvSpPr>
            <p:cNvPr id="59" name="object 59"/>
            <p:cNvSpPr/>
            <p:nvPr/>
          </p:nvSpPr>
          <p:spPr>
            <a:xfrm>
              <a:off x="1539189" y="981798"/>
              <a:ext cx="0" cy="568960"/>
            </a:xfrm>
            <a:custGeom>
              <a:avLst/>
              <a:gdLst/>
              <a:ahLst/>
              <a:cxnLst/>
              <a:rect l="l" t="t" r="r" b="b"/>
              <a:pathLst>
                <a:path w="0" h="568960">
                  <a:moveTo>
                    <a:pt x="0" y="568744"/>
                  </a:moveTo>
                  <a:lnTo>
                    <a:pt x="0" y="0"/>
                  </a:lnTo>
                </a:path>
              </a:pathLst>
            </a:custGeom>
            <a:ln w="91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1493240" y="899236"/>
              <a:ext cx="92075" cy="92075"/>
            </a:xfrm>
            <a:custGeom>
              <a:avLst/>
              <a:gdLst/>
              <a:ahLst/>
              <a:cxnLst/>
              <a:rect l="l" t="t" r="r" b="b"/>
              <a:pathLst>
                <a:path w="92075" h="92075">
                  <a:moveTo>
                    <a:pt x="91884" y="91732"/>
                  </a:moveTo>
                  <a:lnTo>
                    <a:pt x="0" y="91732"/>
                  </a:lnTo>
                  <a:lnTo>
                    <a:pt x="45948" y="0"/>
                  </a:lnTo>
                  <a:lnTo>
                    <a:pt x="91884" y="917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1" name="object 61"/>
          <p:cNvGrpSpPr/>
          <p:nvPr/>
        </p:nvGrpSpPr>
        <p:grpSpPr>
          <a:xfrm>
            <a:off x="1493240" y="4889601"/>
            <a:ext cx="92075" cy="560070"/>
            <a:chOff x="1493240" y="4889601"/>
            <a:chExt cx="92075" cy="560070"/>
          </a:xfrm>
        </p:grpSpPr>
        <p:sp>
          <p:nvSpPr>
            <p:cNvPr id="62" name="object 62"/>
            <p:cNvSpPr/>
            <p:nvPr/>
          </p:nvSpPr>
          <p:spPr>
            <a:xfrm>
              <a:off x="1539189" y="4889601"/>
              <a:ext cx="0" cy="477520"/>
            </a:xfrm>
            <a:custGeom>
              <a:avLst/>
              <a:gdLst/>
              <a:ahLst/>
              <a:cxnLst/>
              <a:rect l="l" t="t" r="r" b="b"/>
              <a:pathLst>
                <a:path w="0" h="477520">
                  <a:moveTo>
                    <a:pt x="0" y="0"/>
                  </a:moveTo>
                  <a:lnTo>
                    <a:pt x="0" y="477012"/>
                  </a:lnTo>
                </a:path>
              </a:pathLst>
            </a:custGeom>
            <a:ln w="91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1493240" y="5357444"/>
              <a:ext cx="92075" cy="92075"/>
            </a:xfrm>
            <a:custGeom>
              <a:avLst/>
              <a:gdLst/>
              <a:ahLst/>
              <a:cxnLst/>
              <a:rect l="l" t="t" r="r" b="b"/>
              <a:pathLst>
                <a:path w="92075" h="92075">
                  <a:moveTo>
                    <a:pt x="45948" y="91732"/>
                  </a:moveTo>
                  <a:lnTo>
                    <a:pt x="0" y="0"/>
                  </a:lnTo>
                  <a:lnTo>
                    <a:pt x="91884" y="0"/>
                  </a:lnTo>
                  <a:lnTo>
                    <a:pt x="45948" y="917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4" name="object 64"/>
          <p:cNvGrpSpPr/>
          <p:nvPr/>
        </p:nvGrpSpPr>
        <p:grpSpPr>
          <a:xfrm>
            <a:off x="1493240" y="1866849"/>
            <a:ext cx="5619750" cy="3440429"/>
            <a:chOff x="1493240" y="1866849"/>
            <a:chExt cx="5619750" cy="3440429"/>
          </a:xfrm>
        </p:grpSpPr>
        <p:sp>
          <p:nvSpPr>
            <p:cNvPr id="65" name="object 65"/>
            <p:cNvSpPr/>
            <p:nvPr/>
          </p:nvSpPr>
          <p:spPr>
            <a:xfrm>
              <a:off x="2044585" y="2853143"/>
              <a:ext cx="5063490" cy="2449830"/>
            </a:xfrm>
            <a:custGeom>
              <a:avLst/>
              <a:gdLst/>
              <a:ahLst/>
              <a:cxnLst/>
              <a:rect l="l" t="t" r="r" b="b"/>
              <a:pathLst>
                <a:path w="5063490" h="2449829">
                  <a:moveTo>
                    <a:pt x="0" y="256857"/>
                  </a:moveTo>
                  <a:lnTo>
                    <a:pt x="27558" y="229336"/>
                  </a:lnTo>
                </a:path>
                <a:path w="5063490" h="2449829">
                  <a:moveTo>
                    <a:pt x="45935" y="201815"/>
                  </a:moveTo>
                  <a:lnTo>
                    <a:pt x="55130" y="192633"/>
                  </a:lnTo>
                </a:path>
                <a:path w="5063490" h="2449829">
                  <a:moveTo>
                    <a:pt x="55130" y="192633"/>
                  </a:moveTo>
                  <a:lnTo>
                    <a:pt x="73507" y="183464"/>
                  </a:lnTo>
                </a:path>
                <a:path w="5063490" h="2449829">
                  <a:moveTo>
                    <a:pt x="101079" y="165112"/>
                  </a:moveTo>
                  <a:lnTo>
                    <a:pt x="128638" y="146773"/>
                  </a:lnTo>
                </a:path>
                <a:path w="5063490" h="2449829">
                  <a:moveTo>
                    <a:pt x="156209" y="128422"/>
                  </a:moveTo>
                  <a:lnTo>
                    <a:pt x="192963" y="110083"/>
                  </a:lnTo>
                </a:path>
                <a:path w="5063490" h="2449829">
                  <a:moveTo>
                    <a:pt x="1111872" y="91732"/>
                  </a:moveTo>
                  <a:lnTo>
                    <a:pt x="1148626" y="82562"/>
                  </a:lnTo>
                </a:path>
                <a:path w="5063490" h="2449829">
                  <a:moveTo>
                    <a:pt x="1185379" y="82562"/>
                  </a:moveTo>
                  <a:lnTo>
                    <a:pt x="1222133" y="82562"/>
                  </a:lnTo>
                </a:path>
                <a:path w="5063490" h="2449829">
                  <a:moveTo>
                    <a:pt x="1258887" y="82562"/>
                  </a:moveTo>
                  <a:lnTo>
                    <a:pt x="1295641" y="73380"/>
                  </a:lnTo>
                </a:path>
                <a:path w="5063490" h="2449829">
                  <a:moveTo>
                    <a:pt x="1332407" y="73380"/>
                  </a:moveTo>
                  <a:lnTo>
                    <a:pt x="1369161" y="73380"/>
                  </a:lnTo>
                </a:path>
                <a:path w="5063490" h="2449829">
                  <a:moveTo>
                    <a:pt x="1405915" y="73380"/>
                  </a:moveTo>
                  <a:lnTo>
                    <a:pt x="1442669" y="64211"/>
                  </a:lnTo>
                </a:path>
                <a:path w="5063490" h="2449829">
                  <a:moveTo>
                    <a:pt x="1479422" y="64211"/>
                  </a:moveTo>
                  <a:lnTo>
                    <a:pt x="1516176" y="64211"/>
                  </a:lnTo>
                </a:path>
                <a:path w="5063490" h="2449829">
                  <a:moveTo>
                    <a:pt x="1552943" y="64211"/>
                  </a:moveTo>
                  <a:lnTo>
                    <a:pt x="1589697" y="55041"/>
                  </a:lnTo>
                </a:path>
                <a:path w="5063490" h="2449829">
                  <a:moveTo>
                    <a:pt x="1626450" y="55041"/>
                  </a:moveTo>
                  <a:lnTo>
                    <a:pt x="1663204" y="55041"/>
                  </a:lnTo>
                </a:path>
                <a:path w="5063490" h="2449829">
                  <a:moveTo>
                    <a:pt x="1699958" y="55041"/>
                  </a:moveTo>
                  <a:lnTo>
                    <a:pt x="1736724" y="55041"/>
                  </a:lnTo>
                </a:path>
                <a:path w="5063490" h="2449829">
                  <a:moveTo>
                    <a:pt x="1773478" y="45872"/>
                  </a:moveTo>
                  <a:lnTo>
                    <a:pt x="1810232" y="45872"/>
                  </a:lnTo>
                </a:path>
                <a:path w="5063490" h="2449829">
                  <a:moveTo>
                    <a:pt x="1846986" y="45872"/>
                  </a:moveTo>
                  <a:lnTo>
                    <a:pt x="1883740" y="45872"/>
                  </a:lnTo>
                </a:path>
                <a:path w="5063490" h="2449829">
                  <a:moveTo>
                    <a:pt x="1920494" y="36690"/>
                  </a:moveTo>
                  <a:lnTo>
                    <a:pt x="1957260" y="36690"/>
                  </a:lnTo>
                </a:path>
                <a:path w="5063490" h="2449829">
                  <a:moveTo>
                    <a:pt x="1994014" y="36690"/>
                  </a:moveTo>
                  <a:lnTo>
                    <a:pt x="2030768" y="36690"/>
                  </a:lnTo>
                </a:path>
                <a:path w="5063490" h="2449829">
                  <a:moveTo>
                    <a:pt x="2067521" y="27520"/>
                  </a:moveTo>
                  <a:lnTo>
                    <a:pt x="2104275" y="27520"/>
                  </a:lnTo>
                </a:path>
                <a:path w="5063490" h="2449829">
                  <a:moveTo>
                    <a:pt x="2141042" y="27520"/>
                  </a:moveTo>
                  <a:lnTo>
                    <a:pt x="2177796" y="27520"/>
                  </a:lnTo>
                </a:path>
                <a:path w="5063490" h="2449829">
                  <a:moveTo>
                    <a:pt x="2214549" y="18351"/>
                  </a:moveTo>
                  <a:lnTo>
                    <a:pt x="2251303" y="18351"/>
                  </a:lnTo>
                </a:path>
                <a:path w="5063490" h="2449829">
                  <a:moveTo>
                    <a:pt x="2288057" y="18351"/>
                  </a:moveTo>
                  <a:lnTo>
                    <a:pt x="2324811" y="18351"/>
                  </a:lnTo>
                </a:path>
                <a:path w="5063490" h="2449829">
                  <a:moveTo>
                    <a:pt x="2361577" y="9169"/>
                  </a:moveTo>
                  <a:lnTo>
                    <a:pt x="2398331" y="9169"/>
                  </a:lnTo>
                </a:path>
                <a:path w="5063490" h="2449829">
                  <a:moveTo>
                    <a:pt x="2435085" y="9169"/>
                  </a:moveTo>
                  <a:lnTo>
                    <a:pt x="2471839" y="9169"/>
                  </a:lnTo>
                </a:path>
                <a:path w="5063490" h="2449829">
                  <a:moveTo>
                    <a:pt x="2508592" y="9169"/>
                  </a:moveTo>
                  <a:lnTo>
                    <a:pt x="2545346" y="0"/>
                  </a:lnTo>
                </a:path>
                <a:path w="5063490" h="2449829">
                  <a:moveTo>
                    <a:pt x="2582113" y="0"/>
                  </a:moveTo>
                  <a:lnTo>
                    <a:pt x="2591295" y="0"/>
                  </a:lnTo>
                </a:path>
                <a:path w="5063490" h="2449829">
                  <a:moveTo>
                    <a:pt x="2591295" y="0"/>
                  </a:moveTo>
                  <a:lnTo>
                    <a:pt x="2618867" y="0"/>
                  </a:lnTo>
                </a:path>
                <a:path w="5063490" h="2449829">
                  <a:moveTo>
                    <a:pt x="2655620" y="0"/>
                  </a:moveTo>
                  <a:lnTo>
                    <a:pt x="2692374" y="0"/>
                  </a:lnTo>
                </a:path>
                <a:path w="5063490" h="2449829">
                  <a:moveTo>
                    <a:pt x="2729128" y="0"/>
                  </a:moveTo>
                  <a:lnTo>
                    <a:pt x="2765894" y="9169"/>
                  </a:lnTo>
                </a:path>
                <a:path w="5063490" h="2449829">
                  <a:moveTo>
                    <a:pt x="2802648" y="9169"/>
                  </a:moveTo>
                  <a:lnTo>
                    <a:pt x="2839402" y="18351"/>
                  </a:lnTo>
                </a:path>
                <a:path w="5063490" h="2449829">
                  <a:moveTo>
                    <a:pt x="2876156" y="18351"/>
                  </a:moveTo>
                  <a:lnTo>
                    <a:pt x="2912910" y="27520"/>
                  </a:lnTo>
                </a:path>
                <a:path w="5063490" h="2449829">
                  <a:moveTo>
                    <a:pt x="2949663" y="27520"/>
                  </a:moveTo>
                  <a:lnTo>
                    <a:pt x="2986430" y="27520"/>
                  </a:lnTo>
                </a:path>
                <a:path w="5063490" h="2449829">
                  <a:moveTo>
                    <a:pt x="3023184" y="36690"/>
                  </a:moveTo>
                  <a:lnTo>
                    <a:pt x="3059937" y="36690"/>
                  </a:lnTo>
                </a:path>
                <a:path w="5063490" h="2449829">
                  <a:moveTo>
                    <a:pt x="3096691" y="45872"/>
                  </a:moveTo>
                  <a:lnTo>
                    <a:pt x="3133445" y="45872"/>
                  </a:lnTo>
                </a:path>
                <a:path w="5063490" h="2449829">
                  <a:moveTo>
                    <a:pt x="3170212" y="55041"/>
                  </a:moveTo>
                  <a:lnTo>
                    <a:pt x="3206965" y="55041"/>
                  </a:lnTo>
                </a:path>
                <a:path w="5063490" h="2449829">
                  <a:moveTo>
                    <a:pt x="3243719" y="64211"/>
                  </a:moveTo>
                  <a:lnTo>
                    <a:pt x="3280473" y="64211"/>
                  </a:lnTo>
                </a:path>
                <a:path w="5063490" h="2449829">
                  <a:moveTo>
                    <a:pt x="3464255" y="82562"/>
                  </a:moveTo>
                  <a:lnTo>
                    <a:pt x="3501008" y="91732"/>
                  </a:lnTo>
                </a:path>
                <a:path w="5063490" h="2449829">
                  <a:moveTo>
                    <a:pt x="3537762" y="91732"/>
                  </a:moveTo>
                  <a:lnTo>
                    <a:pt x="3546957" y="91732"/>
                  </a:lnTo>
                </a:path>
                <a:path w="5063490" h="2449829">
                  <a:moveTo>
                    <a:pt x="3546957" y="91732"/>
                  </a:moveTo>
                  <a:lnTo>
                    <a:pt x="3574516" y="91732"/>
                  </a:lnTo>
                </a:path>
                <a:path w="5063490" h="2449829">
                  <a:moveTo>
                    <a:pt x="3611283" y="91732"/>
                  </a:moveTo>
                  <a:lnTo>
                    <a:pt x="3648036" y="100901"/>
                  </a:lnTo>
                </a:path>
                <a:path w="5063490" h="2449829">
                  <a:moveTo>
                    <a:pt x="3684790" y="100901"/>
                  </a:moveTo>
                  <a:lnTo>
                    <a:pt x="3721544" y="100901"/>
                  </a:lnTo>
                </a:path>
                <a:path w="5063490" h="2449829">
                  <a:moveTo>
                    <a:pt x="3758298" y="100901"/>
                  </a:moveTo>
                  <a:lnTo>
                    <a:pt x="3795064" y="110083"/>
                  </a:lnTo>
                </a:path>
                <a:path w="5063490" h="2449829">
                  <a:moveTo>
                    <a:pt x="3831818" y="110083"/>
                  </a:moveTo>
                  <a:lnTo>
                    <a:pt x="3868572" y="110083"/>
                  </a:lnTo>
                </a:path>
                <a:path w="5063490" h="2449829">
                  <a:moveTo>
                    <a:pt x="3905326" y="110083"/>
                  </a:moveTo>
                  <a:lnTo>
                    <a:pt x="3942079" y="119252"/>
                  </a:lnTo>
                </a:path>
                <a:path w="5063490" h="2449829">
                  <a:moveTo>
                    <a:pt x="3978833" y="119252"/>
                  </a:moveTo>
                  <a:lnTo>
                    <a:pt x="4015600" y="119252"/>
                  </a:lnTo>
                </a:path>
                <a:path w="5063490" h="2449829">
                  <a:moveTo>
                    <a:pt x="4052354" y="119252"/>
                  </a:moveTo>
                  <a:lnTo>
                    <a:pt x="4089107" y="128422"/>
                  </a:lnTo>
                </a:path>
                <a:path w="5063490" h="2449829">
                  <a:moveTo>
                    <a:pt x="4125861" y="128422"/>
                  </a:moveTo>
                  <a:lnTo>
                    <a:pt x="4162615" y="128422"/>
                  </a:lnTo>
                </a:path>
                <a:path w="5063490" h="2449829">
                  <a:moveTo>
                    <a:pt x="4199382" y="128422"/>
                  </a:moveTo>
                  <a:lnTo>
                    <a:pt x="4236135" y="137604"/>
                  </a:lnTo>
                </a:path>
                <a:path w="5063490" h="2449829">
                  <a:moveTo>
                    <a:pt x="4272889" y="137604"/>
                  </a:moveTo>
                  <a:lnTo>
                    <a:pt x="4309643" y="137604"/>
                  </a:lnTo>
                </a:path>
                <a:path w="5063490" h="2449829">
                  <a:moveTo>
                    <a:pt x="4346397" y="137604"/>
                  </a:moveTo>
                  <a:lnTo>
                    <a:pt x="4383151" y="146773"/>
                  </a:lnTo>
                </a:path>
                <a:path w="5063490" h="2449829">
                  <a:moveTo>
                    <a:pt x="4419917" y="146773"/>
                  </a:moveTo>
                  <a:lnTo>
                    <a:pt x="4456671" y="146773"/>
                  </a:lnTo>
                </a:path>
                <a:path w="5063490" h="2449829">
                  <a:moveTo>
                    <a:pt x="4493425" y="146773"/>
                  </a:moveTo>
                  <a:lnTo>
                    <a:pt x="4530178" y="155943"/>
                  </a:lnTo>
                </a:path>
                <a:path w="5063490" h="2449829">
                  <a:moveTo>
                    <a:pt x="4566932" y="155943"/>
                  </a:moveTo>
                  <a:lnTo>
                    <a:pt x="4603686" y="155943"/>
                  </a:lnTo>
                </a:path>
                <a:path w="5063490" h="2449829">
                  <a:moveTo>
                    <a:pt x="4640453" y="155943"/>
                  </a:moveTo>
                  <a:lnTo>
                    <a:pt x="4677206" y="165112"/>
                  </a:lnTo>
                </a:path>
                <a:path w="5063490" h="2449829">
                  <a:moveTo>
                    <a:pt x="4713960" y="165112"/>
                  </a:moveTo>
                  <a:lnTo>
                    <a:pt x="4750714" y="165112"/>
                  </a:lnTo>
                </a:path>
                <a:path w="5063490" h="2449829">
                  <a:moveTo>
                    <a:pt x="4787468" y="165112"/>
                  </a:moveTo>
                  <a:lnTo>
                    <a:pt x="4824234" y="174294"/>
                  </a:lnTo>
                </a:path>
                <a:path w="5063490" h="2449829">
                  <a:moveTo>
                    <a:pt x="4860988" y="174294"/>
                  </a:moveTo>
                  <a:lnTo>
                    <a:pt x="4870170" y="174294"/>
                  </a:lnTo>
                </a:path>
                <a:path w="5063490" h="2449829">
                  <a:moveTo>
                    <a:pt x="4870170" y="174294"/>
                  </a:moveTo>
                  <a:lnTo>
                    <a:pt x="4897742" y="183464"/>
                  </a:lnTo>
                </a:path>
                <a:path w="5063490" h="2449829">
                  <a:moveTo>
                    <a:pt x="4934496" y="192633"/>
                  </a:moveTo>
                  <a:lnTo>
                    <a:pt x="4952873" y="201815"/>
                  </a:lnTo>
                </a:path>
                <a:path w="5063490" h="2449829">
                  <a:moveTo>
                    <a:pt x="4952873" y="201815"/>
                  </a:moveTo>
                  <a:lnTo>
                    <a:pt x="4962067" y="210985"/>
                  </a:lnTo>
                </a:path>
                <a:path w="5063490" h="2449829">
                  <a:moveTo>
                    <a:pt x="4989626" y="238505"/>
                  </a:moveTo>
                  <a:lnTo>
                    <a:pt x="5017198" y="256857"/>
                  </a:lnTo>
                </a:path>
                <a:path w="5063490" h="2449829">
                  <a:moveTo>
                    <a:pt x="5035575" y="293547"/>
                  </a:moveTo>
                  <a:lnTo>
                    <a:pt x="5053952" y="330238"/>
                  </a:lnTo>
                </a:path>
                <a:path w="5063490" h="2449829">
                  <a:moveTo>
                    <a:pt x="5035575" y="293547"/>
                  </a:moveTo>
                  <a:lnTo>
                    <a:pt x="5053952" y="330238"/>
                  </a:lnTo>
                </a:path>
                <a:path w="5063490" h="2449829">
                  <a:moveTo>
                    <a:pt x="5053952" y="366928"/>
                  </a:moveTo>
                  <a:lnTo>
                    <a:pt x="5063147" y="403618"/>
                  </a:lnTo>
                </a:path>
                <a:path w="5063490" h="2449829">
                  <a:moveTo>
                    <a:pt x="5063147" y="440321"/>
                  </a:moveTo>
                  <a:lnTo>
                    <a:pt x="5053952" y="477011"/>
                  </a:lnTo>
                </a:path>
                <a:path w="5063490" h="2449829">
                  <a:moveTo>
                    <a:pt x="5044770" y="513702"/>
                  </a:moveTo>
                  <a:lnTo>
                    <a:pt x="5044770" y="550392"/>
                  </a:lnTo>
                </a:path>
                <a:path w="5063490" h="2449829">
                  <a:moveTo>
                    <a:pt x="5035575" y="587082"/>
                  </a:moveTo>
                  <a:lnTo>
                    <a:pt x="5026393" y="623785"/>
                  </a:lnTo>
                </a:path>
                <a:path w="5063490" h="2449829">
                  <a:moveTo>
                    <a:pt x="5017198" y="660476"/>
                  </a:moveTo>
                  <a:lnTo>
                    <a:pt x="5008003" y="697166"/>
                  </a:lnTo>
                </a:path>
                <a:path w="5063490" h="2449829">
                  <a:moveTo>
                    <a:pt x="4998821" y="733856"/>
                  </a:moveTo>
                  <a:lnTo>
                    <a:pt x="4980444" y="770559"/>
                  </a:lnTo>
                </a:path>
                <a:path w="5063490" h="2449829">
                  <a:moveTo>
                    <a:pt x="4971249" y="807250"/>
                  </a:moveTo>
                  <a:lnTo>
                    <a:pt x="4952873" y="843940"/>
                  </a:lnTo>
                </a:path>
                <a:path w="5063490" h="2449829">
                  <a:moveTo>
                    <a:pt x="4943690" y="880630"/>
                  </a:moveTo>
                  <a:lnTo>
                    <a:pt x="4925314" y="917320"/>
                  </a:lnTo>
                </a:path>
                <a:path w="5063490" h="2449829">
                  <a:moveTo>
                    <a:pt x="4916119" y="954023"/>
                  </a:moveTo>
                  <a:lnTo>
                    <a:pt x="4897742" y="990714"/>
                  </a:lnTo>
                </a:path>
                <a:path w="5063490" h="2449829">
                  <a:moveTo>
                    <a:pt x="4879365" y="1027404"/>
                  </a:moveTo>
                  <a:lnTo>
                    <a:pt x="4870170" y="1064094"/>
                  </a:lnTo>
                </a:path>
                <a:path w="5063490" h="2449829">
                  <a:moveTo>
                    <a:pt x="2297252" y="1458544"/>
                  </a:moveTo>
                  <a:lnTo>
                    <a:pt x="2297252" y="1210868"/>
                  </a:lnTo>
                  <a:lnTo>
                    <a:pt x="2159419" y="1210868"/>
                  </a:lnTo>
                  <a:lnTo>
                    <a:pt x="2425890" y="1128306"/>
                  </a:lnTo>
                  <a:lnTo>
                    <a:pt x="2683192" y="1210868"/>
                  </a:lnTo>
                  <a:lnTo>
                    <a:pt x="2554541" y="1210868"/>
                  </a:lnTo>
                  <a:lnTo>
                    <a:pt x="2554541" y="1458544"/>
                  </a:lnTo>
                </a:path>
                <a:path w="5063490" h="2449829">
                  <a:moveTo>
                    <a:pt x="2297252" y="1458544"/>
                  </a:moveTo>
                  <a:lnTo>
                    <a:pt x="2554541" y="1458544"/>
                  </a:lnTo>
                </a:path>
                <a:path w="5063490" h="2449829">
                  <a:moveTo>
                    <a:pt x="4851793" y="1100785"/>
                  </a:moveTo>
                  <a:lnTo>
                    <a:pt x="4833416" y="1137488"/>
                  </a:lnTo>
                </a:path>
                <a:path w="5063490" h="2449829">
                  <a:moveTo>
                    <a:pt x="4824234" y="1174178"/>
                  </a:moveTo>
                  <a:lnTo>
                    <a:pt x="4805845" y="1201699"/>
                  </a:lnTo>
                </a:path>
                <a:path w="5063490" h="2449829">
                  <a:moveTo>
                    <a:pt x="4787468" y="1229220"/>
                  </a:moveTo>
                  <a:lnTo>
                    <a:pt x="4769091" y="1256741"/>
                  </a:lnTo>
                </a:path>
                <a:path w="5063490" h="2449829">
                  <a:moveTo>
                    <a:pt x="4750714" y="1284262"/>
                  </a:moveTo>
                  <a:lnTo>
                    <a:pt x="4723155" y="1311770"/>
                  </a:lnTo>
                </a:path>
                <a:path w="5063490" h="2449829">
                  <a:moveTo>
                    <a:pt x="4704765" y="1348473"/>
                  </a:moveTo>
                  <a:lnTo>
                    <a:pt x="4677206" y="1375994"/>
                  </a:lnTo>
                </a:path>
                <a:path w="5063490" h="2449829">
                  <a:moveTo>
                    <a:pt x="4658829" y="1412684"/>
                  </a:moveTo>
                  <a:lnTo>
                    <a:pt x="4631258" y="1440205"/>
                  </a:lnTo>
                </a:path>
                <a:path w="5063490" h="2449829">
                  <a:moveTo>
                    <a:pt x="4612881" y="1476895"/>
                  </a:moveTo>
                  <a:lnTo>
                    <a:pt x="4585309" y="1504416"/>
                  </a:lnTo>
                </a:path>
                <a:path w="5063490" h="2449829">
                  <a:moveTo>
                    <a:pt x="4566932" y="1541106"/>
                  </a:moveTo>
                  <a:lnTo>
                    <a:pt x="4539373" y="1568627"/>
                  </a:lnTo>
                </a:path>
                <a:path w="5063490" h="2449829">
                  <a:moveTo>
                    <a:pt x="4520996" y="1605318"/>
                  </a:moveTo>
                  <a:lnTo>
                    <a:pt x="4511802" y="1614487"/>
                  </a:lnTo>
                </a:path>
                <a:path w="5063490" h="2449829">
                  <a:moveTo>
                    <a:pt x="4511802" y="1614487"/>
                  </a:moveTo>
                  <a:lnTo>
                    <a:pt x="4502607" y="1623669"/>
                  </a:lnTo>
                </a:path>
                <a:path w="5063490" h="2449829">
                  <a:moveTo>
                    <a:pt x="4502607" y="1623669"/>
                  </a:moveTo>
                  <a:lnTo>
                    <a:pt x="4493425" y="1632838"/>
                  </a:lnTo>
                </a:path>
                <a:path w="5063490" h="2449829">
                  <a:moveTo>
                    <a:pt x="4475048" y="1660359"/>
                  </a:moveTo>
                  <a:lnTo>
                    <a:pt x="4456671" y="1687880"/>
                  </a:lnTo>
                </a:path>
                <a:path w="5063490" h="2449829">
                  <a:moveTo>
                    <a:pt x="4438294" y="1715401"/>
                  </a:moveTo>
                  <a:lnTo>
                    <a:pt x="4419917" y="1742922"/>
                  </a:lnTo>
                </a:path>
                <a:path w="5063490" h="2449829">
                  <a:moveTo>
                    <a:pt x="4401527" y="1770443"/>
                  </a:moveTo>
                  <a:lnTo>
                    <a:pt x="4383151" y="1797951"/>
                  </a:lnTo>
                </a:path>
                <a:path w="5063490" h="2449829">
                  <a:moveTo>
                    <a:pt x="4364774" y="1825472"/>
                  </a:moveTo>
                  <a:lnTo>
                    <a:pt x="4346397" y="1852993"/>
                  </a:lnTo>
                </a:path>
                <a:path w="5063490" h="2449829">
                  <a:moveTo>
                    <a:pt x="4328020" y="1880514"/>
                  </a:moveTo>
                  <a:lnTo>
                    <a:pt x="4309643" y="1908035"/>
                  </a:lnTo>
                </a:path>
                <a:path w="5063490" h="2449829">
                  <a:moveTo>
                    <a:pt x="4291266" y="1935556"/>
                  </a:moveTo>
                  <a:lnTo>
                    <a:pt x="4272889" y="1963077"/>
                  </a:lnTo>
                </a:path>
                <a:path w="5063490" h="2449829">
                  <a:moveTo>
                    <a:pt x="4254512" y="1990597"/>
                  </a:moveTo>
                  <a:lnTo>
                    <a:pt x="4236135" y="2018118"/>
                  </a:lnTo>
                </a:path>
                <a:path w="5063490" h="2449829">
                  <a:moveTo>
                    <a:pt x="4208564" y="2045639"/>
                  </a:moveTo>
                  <a:lnTo>
                    <a:pt x="4180992" y="2073160"/>
                  </a:lnTo>
                </a:path>
                <a:path w="5063490" h="2449829">
                  <a:moveTo>
                    <a:pt x="4162615" y="2100681"/>
                  </a:moveTo>
                  <a:lnTo>
                    <a:pt x="4135056" y="2128189"/>
                  </a:lnTo>
                </a:path>
                <a:path w="5063490" h="2449829">
                  <a:moveTo>
                    <a:pt x="4162615" y="2100681"/>
                  </a:moveTo>
                  <a:lnTo>
                    <a:pt x="4135056" y="2128189"/>
                  </a:lnTo>
                </a:path>
                <a:path w="5063490" h="2449829">
                  <a:moveTo>
                    <a:pt x="4107484" y="2146541"/>
                  </a:moveTo>
                  <a:lnTo>
                    <a:pt x="4079913" y="2164892"/>
                  </a:lnTo>
                </a:path>
                <a:path w="5063490" h="2449829">
                  <a:moveTo>
                    <a:pt x="4052354" y="2183231"/>
                  </a:moveTo>
                  <a:lnTo>
                    <a:pt x="4024782" y="2201583"/>
                  </a:lnTo>
                </a:path>
                <a:path w="5063490" h="2449829">
                  <a:moveTo>
                    <a:pt x="3997223" y="2219921"/>
                  </a:moveTo>
                  <a:lnTo>
                    <a:pt x="3960456" y="2229104"/>
                  </a:lnTo>
                </a:path>
                <a:path w="5063490" h="2449829">
                  <a:moveTo>
                    <a:pt x="3932897" y="2247442"/>
                  </a:moveTo>
                  <a:lnTo>
                    <a:pt x="3896144" y="2256624"/>
                  </a:lnTo>
                </a:path>
                <a:path w="5063490" h="2449829">
                  <a:moveTo>
                    <a:pt x="3868572" y="2274963"/>
                  </a:moveTo>
                  <a:lnTo>
                    <a:pt x="3831818" y="2284145"/>
                  </a:lnTo>
                </a:path>
                <a:path w="5063490" h="2449829">
                  <a:moveTo>
                    <a:pt x="3795064" y="2293315"/>
                  </a:moveTo>
                  <a:lnTo>
                    <a:pt x="3758298" y="2302484"/>
                  </a:lnTo>
                </a:path>
                <a:path w="5063490" h="2449829">
                  <a:moveTo>
                    <a:pt x="3795064" y="2293315"/>
                  </a:moveTo>
                  <a:lnTo>
                    <a:pt x="3758298" y="2302484"/>
                  </a:lnTo>
                </a:path>
                <a:path w="5063490" h="2449829">
                  <a:moveTo>
                    <a:pt x="3721544" y="2302484"/>
                  </a:moveTo>
                  <a:lnTo>
                    <a:pt x="3684790" y="2311654"/>
                  </a:lnTo>
                </a:path>
                <a:path w="5063490" h="2449829">
                  <a:moveTo>
                    <a:pt x="3648036" y="2311654"/>
                  </a:moveTo>
                  <a:lnTo>
                    <a:pt x="3611283" y="2320836"/>
                  </a:lnTo>
                </a:path>
                <a:path w="5063490" h="2449829">
                  <a:moveTo>
                    <a:pt x="3427501" y="2330005"/>
                  </a:moveTo>
                  <a:lnTo>
                    <a:pt x="3390747" y="2339174"/>
                  </a:lnTo>
                </a:path>
                <a:path w="5063490" h="2449829">
                  <a:moveTo>
                    <a:pt x="3353981" y="2339174"/>
                  </a:moveTo>
                  <a:lnTo>
                    <a:pt x="3317227" y="2348356"/>
                  </a:lnTo>
                </a:path>
                <a:path w="5063490" h="2449829">
                  <a:moveTo>
                    <a:pt x="3280473" y="2348356"/>
                  </a:moveTo>
                  <a:lnTo>
                    <a:pt x="3243719" y="2348356"/>
                  </a:lnTo>
                </a:path>
                <a:path w="5063490" h="2449829">
                  <a:moveTo>
                    <a:pt x="3206965" y="2357526"/>
                  </a:moveTo>
                  <a:lnTo>
                    <a:pt x="3170212" y="2357526"/>
                  </a:lnTo>
                </a:path>
                <a:path w="5063490" h="2449829">
                  <a:moveTo>
                    <a:pt x="3133445" y="2357526"/>
                  </a:moveTo>
                  <a:lnTo>
                    <a:pt x="3096691" y="2366695"/>
                  </a:lnTo>
                </a:path>
                <a:path w="5063490" h="2449829">
                  <a:moveTo>
                    <a:pt x="3059937" y="2366695"/>
                  </a:moveTo>
                  <a:lnTo>
                    <a:pt x="3023184" y="2375877"/>
                  </a:lnTo>
                </a:path>
                <a:path w="5063490" h="2449829">
                  <a:moveTo>
                    <a:pt x="2986430" y="2375877"/>
                  </a:moveTo>
                  <a:lnTo>
                    <a:pt x="2949663" y="2375877"/>
                  </a:lnTo>
                </a:path>
                <a:path w="5063490" h="2449829">
                  <a:moveTo>
                    <a:pt x="2912910" y="2385047"/>
                  </a:moveTo>
                  <a:lnTo>
                    <a:pt x="2876156" y="2385047"/>
                  </a:lnTo>
                </a:path>
                <a:path w="5063490" h="2449829">
                  <a:moveTo>
                    <a:pt x="2839402" y="2394216"/>
                  </a:moveTo>
                  <a:lnTo>
                    <a:pt x="2802648" y="2394216"/>
                  </a:lnTo>
                </a:path>
                <a:path w="5063490" h="2449829">
                  <a:moveTo>
                    <a:pt x="2765894" y="2394216"/>
                  </a:moveTo>
                  <a:lnTo>
                    <a:pt x="2729128" y="2403398"/>
                  </a:lnTo>
                </a:path>
                <a:path w="5063490" h="2449829">
                  <a:moveTo>
                    <a:pt x="2692374" y="2403398"/>
                  </a:moveTo>
                  <a:lnTo>
                    <a:pt x="2655620" y="2403398"/>
                  </a:lnTo>
                </a:path>
                <a:path w="5063490" h="2449829">
                  <a:moveTo>
                    <a:pt x="2618867" y="2412568"/>
                  </a:moveTo>
                  <a:lnTo>
                    <a:pt x="2582113" y="2412568"/>
                  </a:lnTo>
                </a:path>
                <a:path w="5063490" h="2449829">
                  <a:moveTo>
                    <a:pt x="2545346" y="2421737"/>
                  </a:moveTo>
                  <a:lnTo>
                    <a:pt x="2508592" y="2421737"/>
                  </a:lnTo>
                </a:path>
                <a:path w="5063490" h="2449829">
                  <a:moveTo>
                    <a:pt x="2471839" y="2421737"/>
                  </a:moveTo>
                  <a:lnTo>
                    <a:pt x="2435085" y="2430906"/>
                  </a:lnTo>
                </a:path>
                <a:path w="5063490" h="2449829">
                  <a:moveTo>
                    <a:pt x="2398331" y="2430906"/>
                  </a:moveTo>
                  <a:lnTo>
                    <a:pt x="2361577" y="2430906"/>
                  </a:lnTo>
                </a:path>
                <a:path w="5063490" h="2449829">
                  <a:moveTo>
                    <a:pt x="2324811" y="2440089"/>
                  </a:moveTo>
                  <a:lnTo>
                    <a:pt x="2288057" y="2440089"/>
                  </a:lnTo>
                </a:path>
                <a:path w="5063490" h="2449829">
                  <a:moveTo>
                    <a:pt x="2251303" y="2449258"/>
                  </a:moveTo>
                  <a:lnTo>
                    <a:pt x="2214549" y="2449258"/>
                  </a:lnTo>
                </a:path>
                <a:path w="5063490" h="2449829">
                  <a:moveTo>
                    <a:pt x="2177796" y="2449258"/>
                  </a:moveTo>
                  <a:lnTo>
                    <a:pt x="2141042" y="2449258"/>
                  </a:lnTo>
                </a:path>
                <a:path w="5063490" h="2449829">
                  <a:moveTo>
                    <a:pt x="2104275" y="2449258"/>
                  </a:moveTo>
                  <a:lnTo>
                    <a:pt x="2095093" y="2449258"/>
                  </a:lnTo>
                </a:path>
                <a:path w="5063490" h="2449829">
                  <a:moveTo>
                    <a:pt x="2095093" y="2449258"/>
                  </a:moveTo>
                  <a:lnTo>
                    <a:pt x="2067521" y="2449258"/>
                  </a:lnTo>
                </a:path>
                <a:path w="5063490" h="2449829">
                  <a:moveTo>
                    <a:pt x="2030768" y="2440089"/>
                  </a:moveTo>
                  <a:lnTo>
                    <a:pt x="1994014" y="2440089"/>
                  </a:lnTo>
                </a:path>
                <a:path w="5063490" h="2449829">
                  <a:moveTo>
                    <a:pt x="1957260" y="2430906"/>
                  </a:moveTo>
                  <a:lnTo>
                    <a:pt x="1920494" y="2421737"/>
                  </a:lnTo>
                </a:path>
                <a:path w="5063490" h="2449829">
                  <a:moveTo>
                    <a:pt x="1883740" y="2412568"/>
                  </a:moveTo>
                  <a:lnTo>
                    <a:pt x="1846986" y="2403398"/>
                  </a:lnTo>
                </a:path>
                <a:path w="5063490" h="2449829">
                  <a:moveTo>
                    <a:pt x="1810232" y="2394216"/>
                  </a:moveTo>
                  <a:lnTo>
                    <a:pt x="1773478" y="2385047"/>
                  </a:lnTo>
                </a:path>
                <a:path w="5063490" h="2449829">
                  <a:moveTo>
                    <a:pt x="1736724" y="2375877"/>
                  </a:moveTo>
                  <a:lnTo>
                    <a:pt x="1699958" y="2366695"/>
                  </a:lnTo>
                </a:path>
                <a:path w="5063490" h="2449829">
                  <a:moveTo>
                    <a:pt x="1663204" y="2357526"/>
                  </a:moveTo>
                  <a:lnTo>
                    <a:pt x="1626450" y="2348356"/>
                  </a:lnTo>
                </a:path>
                <a:path w="5063490" h="2449829">
                  <a:moveTo>
                    <a:pt x="1589697" y="2339174"/>
                  </a:moveTo>
                  <a:lnTo>
                    <a:pt x="1552943" y="2330005"/>
                  </a:lnTo>
                </a:path>
                <a:path w="5063490" h="2449829">
                  <a:moveTo>
                    <a:pt x="1516176" y="2320836"/>
                  </a:moveTo>
                  <a:lnTo>
                    <a:pt x="1479422" y="2311654"/>
                  </a:lnTo>
                </a:path>
                <a:path w="5063490" h="2449829">
                  <a:moveTo>
                    <a:pt x="1442669" y="2302484"/>
                  </a:moveTo>
                  <a:lnTo>
                    <a:pt x="1405915" y="2293315"/>
                  </a:lnTo>
                </a:path>
                <a:path w="5063490" h="2449829">
                  <a:moveTo>
                    <a:pt x="1369161" y="2284145"/>
                  </a:moveTo>
                  <a:lnTo>
                    <a:pt x="1332407" y="2274963"/>
                  </a:lnTo>
                </a:path>
                <a:path w="5063490" h="2449829">
                  <a:moveTo>
                    <a:pt x="1295641" y="2265794"/>
                  </a:moveTo>
                  <a:lnTo>
                    <a:pt x="1258887" y="2256624"/>
                  </a:lnTo>
                </a:path>
                <a:path w="5063490" h="2449829">
                  <a:moveTo>
                    <a:pt x="1222133" y="2247442"/>
                  </a:moveTo>
                  <a:lnTo>
                    <a:pt x="1185379" y="2238273"/>
                  </a:lnTo>
                </a:path>
                <a:path w="5063490" h="2449829">
                  <a:moveTo>
                    <a:pt x="1148626" y="2229104"/>
                  </a:moveTo>
                  <a:lnTo>
                    <a:pt x="1111872" y="2219921"/>
                  </a:lnTo>
                </a:path>
                <a:path w="5063490" h="2449829">
                  <a:moveTo>
                    <a:pt x="1075105" y="2210752"/>
                  </a:moveTo>
                  <a:lnTo>
                    <a:pt x="1038351" y="2201583"/>
                  </a:lnTo>
                </a:path>
                <a:path w="5063490" h="2449829">
                  <a:moveTo>
                    <a:pt x="1001598" y="2183231"/>
                  </a:moveTo>
                  <a:lnTo>
                    <a:pt x="964844" y="2174062"/>
                  </a:lnTo>
                </a:path>
                <a:path w="5063490" h="2449829">
                  <a:moveTo>
                    <a:pt x="928090" y="2164892"/>
                  </a:moveTo>
                  <a:lnTo>
                    <a:pt x="891324" y="2146541"/>
                  </a:lnTo>
                </a:path>
                <a:path w="5063490" h="2449829">
                  <a:moveTo>
                    <a:pt x="854570" y="2128189"/>
                  </a:moveTo>
                  <a:lnTo>
                    <a:pt x="827011" y="2109850"/>
                  </a:lnTo>
                </a:path>
                <a:path w="5063490" h="2449829">
                  <a:moveTo>
                    <a:pt x="799439" y="2091499"/>
                  </a:moveTo>
                  <a:lnTo>
                    <a:pt x="771867" y="2073160"/>
                  </a:lnTo>
                </a:path>
                <a:path w="5063490" h="2449829">
                  <a:moveTo>
                    <a:pt x="744308" y="2054809"/>
                  </a:moveTo>
                  <a:lnTo>
                    <a:pt x="716737" y="2027288"/>
                  </a:lnTo>
                </a:path>
                <a:path w="5063490" h="2449829">
                  <a:moveTo>
                    <a:pt x="698360" y="1999767"/>
                  </a:moveTo>
                  <a:lnTo>
                    <a:pt x="670788" y="1972246"/>
                  </a:lnTo>
                </a:path>
                <a:path w="5063490" h="2449829">
                  <a:moveTo>
                    <a:pt x="643229" y="1944725"/>
                  </a:moveTo>
                  <a:lnTo>
                    <a:pt x="624852" y="1917204"/>
                  </a:lnTo>
                </a:path>
                <a:path w="5063490" h="2449829">
                  <a:moveTo>
                    <a:pt x="606475" y="1889696"/>
                  </a:moveTo>
                  <a:lnTo>
                    <a:pt x="578904" y="1862175"/>
                  </a:lnTo>
                </a:path>
                <a:path w="5063490" h="2449829">
                  <a:moveTo>
                    <a:pt x="560527" y="1834654"/>
                  </a:moveTo>
                  <a:lnTo>
                    <a:pt x="542150" y="1807133"/>
                  </a:lnTo>
                </a:path>
                <a:path w="5063490" h="2449829">
                  <a:moveTo>
                    <a:pt x="514578" y="1779612"/>
                  </a:moveTo>
                  <a:lnTo>
                    <a:pt x="496201" y="1752091"/>
                  </a:lnTo>
                </a:path>
                <a:path w="5063490" h="2449829">
                  <a:moveTo>
                    <a:pt x="477824" y="1724571"/>
                  </a:moveTo>
                  <a:lnTo>
                    <a:pt x="459447" y="1697050"/>
                  </a:lnTo>
                </a:path>
                <a:path w="5063490" h="2449829">
                  <a:moveTo>
                    <a:pt x="431876" y="1669529"/>
                  </a:moveTo>
                  <a:lnTo>
                    <a:pt x="413499" y="1642008"/>
                  </a:lnTo>
                </a:path>
                <a:path w="5063490" h="2449829">
                  <a:moveTo>
                    <a:pt x="395122" y="1614487"/>
                  </a:moveTo>
                  <a:lnTo>
                    <a:pt x="367550" y="1586979"/>
                  </a:lnTo>
                </a:path>
                <a:path w="5063490" h="2449829">
                  <a:moveTo>
                    <a:pt x="349173" y="1559458"/>
                  </a:moveTo>
                  <a:lnTo>
                    <a:pt x="330796" y="1531937"/>
                  </a:lnTo>
                </a:path>
                <a:path w="5063490" h="2449829">
                  <a:moveTo>
                    <a:pt x="303237" y="1504416"/>
                  </a:moveTo>
                  <a:lnTo>
                    <a:pt x="284860" y="1476895"/>
                  </a:lnTo>
                </a:path>
                <a:path w="5063490" h="2449829">
                  <a:moveTo>
                    <a:pt x="266471" y="1449374"/>
                  </a:moveTo>
                  <a:lnTo>
                    <a:pt x="238912" y="1421853"/>
                  </a:lnTo>
                </a:path>
                <a:path w="5063490" h="2449829">
                  <a:moveTo>
                    <a:pt x="220535" y="1385163"/>
                  </a:moveTo>
                  <a:lnTo>
                    <a:pt x="202158" y="1357642"/>
                  </a:lnTo>
                </a:path>
                <a:path w="5063490" h="2449829">
                  <a:moveTo>
                    <a:pt x="183781" y="1330121"/>
                  </a:moveTo>
                  <a:lnTo>
                    <a:pt x="165392" y="1302600"/>
                  </a:lnTo>
                </a:path>
                <a:path w="5063490" h="2449829">
                  <a:moveTo>
                    <a:pt x="147015" y="1265910"/>
                  </a:moveTo>
                  <a:lnTo>
                    <a:pt x="137833" y="1229220"/>
                  </a:lnTo>
                </a:path>
                <a:path w="5063490" h="2449829">
                  <a:moveTo>
                    <a:pt x="119456" y="1192517"/>
                  </a:moveTo>
                  <a:lnTo>
                    <a:pt x="110261" y="1165009"/>
                  </a:lnTo>
                </a:path>
              </a:pathLst>
            </a:custGeom>
            <a:ln w="91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2154847" y="4008970"/>
              <a:ext cx="0" cy="9525"/>
            </a:xfrm>
            <a:custGeom>
              <a:avLst/>
              <a:gdLst/>
              <a:ahLst/>
              <a:cxnLst/>
              <a:rect l="l" t="t" r="r" b="b"/>
              <a:pathLst>
                <a:path w="0" h="9525">
                  <a:moveTo>
                    <a:pt x="-4591" y="4591"/>
                  </a:moveTo>
                  <a:lnTo>
                    <a:pt x="4591" y="4591"/>
                  </a:lnTo>
                </a:path>
              </a:pathLst>
            </a:custGeom>
            <a:ln w="91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2062962" y="3660394"/>
              <a:ext cx="83185" cy="312420"/>
            </a:xfrm>
            <a:custGeom>
              <a:avLst/>
              <a:gdLst/>
              <a:ahLst/>
              <a:cxnLst/>
              <a:rect l="l" t="t" r="r" b="b"/>
              <a:pathLst>
                <a:path w="83185" h="312420">
                  <a:moveTo>
                    <a:pt x="82702" y="311886"/>
                  </a:moveTo>
                  <a:lnTo>
                    <a:pt x="73507" y="275196"/>
                  </a:lnTo>
                </a:path>
                <a:path w="83185" h="312420">
                  <a:moveTo>
                    <a:pt x="64325" y="238505"/>
                  </a:moveTo>
                  <a:lnTo>
                    <a:pt x="55130" y="201802"/>
                  </a:lnTo>
                </a:path>
                <a:path w="83185" h="312420">
                  <a:moveTo>
                    <a:pt x="45935" y="165112"/>
                  </a:moveTo>
                  <a:lnTo>
                    <a:pt x="36753" y="128422"/>
                  </a:lnTo>
                </a:path>
                <a:path w="83185" h="312420">
                  <a:moveTo>
                    <a:pt x="27559" y="91732"/>
                  </a:moveTo>
                  <a:lnTo>
                    <a:pt x="18376" y="55041"/>
                  </a:lnTo>
                </a:path>
                <a:path w="83185" h="312420">
                  <a:moveTo>
                    <a:pt x="9182" y="18338"/>
                  </a:moveTo>
                  <a:lnTo>
                    <a:pt x="0" y="0"/>
                  </a:lnTo>
                </a:path>
              </a:pathLst>
            </a:custGeom>
            <a:ln w="91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2062962" y="3642042"/>
              <a:ext cx="0" cy="18415"/>
            </a:xfrm>
            <a:custGeom>
              <a:avLst/>
              <a:gdLst/>
              <a:ahLst/>
              <a:cxnLst/>
              <a:rect l="l" t="t" r="r" b="b"/>
              <a:pathLst>
                <a:path w="0" h="18414">
                  <a:moveTo>
                    <a:pt x="-4591" y="9175"/>
                  </a:moveTo>
                  <a:lnTo>
                    <a:pt x="4591" y="9175"/>
                  </a:lnTo>
                </a:path>
              </a:pathLst>
            </a:custGeom>
            <a:ln w="183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2044585" y="3596182"/>
              <a:ext cx="0" cy="9525"/>
            </a:xfrm>
            <a:custGeom>
              <a:avLst/>
              <a:gdLst/>
              <a:ahLst/>
              <a:cxnLst/>
              <a:rect l="l" t="t" r="r" b="b"/>
              <a:pathLst>
                <a:path w="0" h="9525">
                  <a:moveTo>
                    <a:pt x="-4591" y="4584"/>
                  </a:moveTo>
                  <a:lnTo>
                    <a:pt x="4591" y="4584"/>
                  </a:lnTo>
                </a:path>
              </a:pathLst>
            </a:custGeom>
            <a:ln w="91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1989442" y="3421888"/>
              <a:ext cx="55244" cy="174625"/>
            </a:xfrm>
            <a:custGeom>
              <a:avLst/>
              <a:gdLst/>
              <a:ahLst/>
              <a:cxnLst/>
              <a:rect l="l" t="t" r="r" b="b"/>
              <a:pathLst>
                <a:path w="55244" h="174625">
                  <a:moveTo>
                    <a:pt x="55143" y="174294"/>
                  </a:moveTo>
                  <a:lnTo>
                    <a:pt x="45948" y="146773"/>
                  </a:lnTo>
                </a:path>
                <a:path w="55244" h="174625">
                  <a:moveTo>
                    <a:pt x="36766" y="110070"/>
                  </a:moveTo>
                  <a:lnTo>
                    <a:pt x="18376" y="73380"/>
                  </a:lnTo>
                </a:path>
                <a:path w="55244" h="174625">
                  <a:moveTo>
                    <a:pt x="9194" y="36690"/>
                  </a:moveTo>
                  <a:lnTo>
                    <a:pt x="0" y="0"/>
                  </a:lnTo>
                </a:path>
              </a:pathLst>
            </a:custGeom>
            <a:ln w="91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1980260" y="3275114"/>
              <a:ext cx="0" cy="110489"/>
            </a:xfrm>
            <a:custGeom>
              <a:avLst/>
              <a:gdLst/>
              <a:ahLst/>
              <a:cxnLst/>
              <a:rect l="l" t="t" r="r" b="b"/>
              <a:pathLst>
                <a:path w="0" h="110489">
                  <a:moveTo>
                    <a:pt x="0" y="110083"/>
                  </a:moveTo>
                  <a:lnTo>
                    <a:pt x="0" y="73380"/>
                  </a:lnTo>
                </a:path>
                <a:path w="0" h="110489">
                  <a:moveTo>
                    <a:pt x="0" y="36690"/>
                  </a:moveTo>
                  <a:lnTo>
                    <a:pt x="0" y="0"/>
                  </a:lnTo>
                </a:path>
              </a:pathLst>
            </a:custGeom>
            <a:ln w="91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1989442" y="3137509"/>
              <a:ext cx="983615" cy="1284605"/>
            </a:xfrm>
            <a:custGeom>
              <a:avLst/>
              <a:gdLst/>
              <a:ahLst/>
              <a:cxnLst/>
              <a:rect l="l" t="t" r="r" b="b"/>
              <a:pathLst>
                <a:path w="983614" h="1284604">
                  <a:moveTo>
                    <a:pt x="0" y="100914"/>
                  </a:moveTo>
                  <a:lnTo>
                    <a:pt x="9194" y="64223"/>
                  </a:lnTo>
                </a:path>
                <a:path w="983614" h="1284604">
                  <a:moveTo>
                    <a:pt x="18376" y="27520"/>
                  </a:moveTo>
                  <a:lnTo>
                    <a:pt x="36766" y="0"/>
                  </a:lnTo>
                </a:path>
                <a:path w="983614" h="1284604">
                  <a:moveTo>
                    <a:pt x="983233" y="440321"/>
                  </a:moveTo>
                  <a:lnTo>
                    <a:pt x="983233" y="477012"/>
                  </a:lnTo>
                </a:path>
                <a:path w="983614" h="1284604">
                  <a:moveTo>
                    <a:pt x="983233" y="513702"/>
                  </a:moveTo>
                  <a:lnTo>
                    <a:pt x="983233" y="550405"/>
                  </a:lnTo>
                </a:path>
                <a:path w="983614" h="1284604">
                  <a:moveTo>
                    <a:pt x="983233" y="587095"/>
                  </a:moveTo>
                  <a:lnTo>
                    <a:pt x="983233" y="623785"/>
                  </a:lnTo>
                </a:path>
                <a:path w="983614" h="1284604">
                  <a:moveTo>
                    <a:pt x="983233" y="660476"/>
                  </a:moveTo>
                  <a:lnTo>
                    <a:pt x="983233" y="697166"/>
                  </a:lnTo>
                </a:path>
                <a:path w="983614" h="1284604">
                  <a:moveTo>
                    <a:pt x="983233" y="733869"/>
                  </a:moveTo>
                  <a:lnTo>
                    <a:pt x="983233" y="770559"/>
                  </a:lnTo>
                </a:path>
                <a:path w="983614" h="1284604">
                  <a:moveTo>
                    <a:pt x="983233" y="807250"/>
                  </a:moveTo>
                  <a:lnTo>
                    <a:pt x="983233" y="843940"/>
                  </a:lnTo>
                </a:path>
                <a:path w="983614" h="1284604">
                  <a:moveTo>
                    <a:pt x="983233" y="880643"/>
                  </a:moveTo>
                  <a:lnTo>
                    <a:pt x="983233" y="917333"/>
                  </a:lnTo>
                </a:path>
                <a:path w="983614" h="1284604">
                  <a:moveTo>
                    <a:pt x="983233" y="954024"/>
                  </a:moveTo>
                  <a:lnTo>
                    <a:pt x="983233" y="990714"/>
                  </a:lnTo>
                </a:path>
                <a:path w="983614" h="1284604">
                  <a:moveTo>
                    <a:pt x="983233" y="1027404"/>
                  </a:moveTo>
                  <a:lnTo>
                    <a:pt x="983233" y="1064107"/>
                  </a:lnTo>
                </a:path>
                <a:path w="983614" h="1284604">
                  <a:moveTo>
                    <a:pt x="983233" y="1100797"/>
                  </a:moveTo>
                  <a:lnTo>
                    <a:pt x="983233" y="1137488"/>
                  </a:lnTo>
                </a:path>
                <a:path w="983614" h="1284604">
                  <a:moveTo>
                    <a:pt x="983233" y="1174178"/>
                  </a:moveTo>
                  <a:lnTo>
                    <a:pt x="983233" y="1210868"/>
                  </a:lnTo>
                </a:path>
                <a:path w="983614" h="1284604">
                  <a:moveTo>
                    <a:pt x="983233" y="1247571"/>
                  </a:moveTo>
                  <a:lnTo>
                    <a:pt x="983233" y="1284262"/>
                  </a:lnTo>
                </a:path>
              </a:pathLst>
            </a:custGeom>
            <a:ln w="91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2972676" y="4458461"/>
              <a:ext cx="0" cy="9525"/>
            </a:xfrm>
            <a:custGeom>
              <a:avLst/>
              <a:gdLst/>
              <a:ahLst/>
              <a:cxnLst/>
              <a:rect l="l" t="t" r="r" b="b"/>
              <a:pathLst>
                <a:path w="0" h="9525">
                  <a:moveTo>
                    <a:pt x="-4591" y="4584"/>
                  </a:moveTo>
                  <a:lnTo>
                    <a:pt x="4591" y="4584"/>
                  </a:lnTo>
                </a:path>
              </a:pathLst>
            </a:custGeom>
            <a:ln w="91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2972676" y="4467631"/>
              <a:ext cx="211454" cy="330835"/>
            </a:xfrm>
            <a:custGeom>
              <a:avLst/>
              <a:gdLst/>
              <a:ahLst/>
              <a:cxnLst/>
              <a:rect l="l" t="t" r="r" b="b"/>
              <a:pathLst>
                <a:path w="211455" h="330835">
                  <a:moveTo>
                    <a:pt x="0" y="0"/>
                  </a:moveTo>
                  <a:lnTo>
                    <a:pt x="18376" y="27520"/>
                  </a:lnTo>
                </a:path>
                <a:path w="211455" h="330835">
                  <a:moveTo>
                    <a:pt x="36753" y="64223"/>
                  </a:moveTo>
                  <a:lnTo>
                    <a:pt x="55130" y="91732"/>
                  </a:lnTo>
                </a:path>
                <a:path w="211455" h="330835">
                  <a:moveTo>
                    <a:pt x="73507" y="128435"/>
                  </a:moveTo>
                  <a:lnTo>
                    <a:pt x="91884" y="155956"/>
                  </a:lnTo>
                </a:path>
                <a:path w="211455" h="330835">
                  <a:moveTo>
                    <a:pt x="110261" y="183464"/>
                  </a:moveTo>
                  <a:lnTo>
                    <a:pt x="128638" y="220167"/>
                  </a:lnTo>
                </a:path>
                <a:path w="211455" h="330835">
                  <a:moveTo>
                    <a:pt x="147015" y="247688"/>
                  </a:moveTo>
                  <a:lnTo>
                    <a:pt x="165392" y="284378"/>
                  </a:lnTo>
                </a:path>
                <a:path w="211455" h="330835">
                  <a:moveTo>
                    <a:pt x="183781" y="311899"/>
                  </a:moveTo>
                  <a:lnTo>
                    <a:pt x="192963" y="330238"/>
                  </a:lnTo>
                </a:path>
                <a:path w="211455" h="330835">
                  <a:moveTo>
                    <a:pt x="192963" y="330238"/>
                  </a:moveTo>
                  <a:lnTo>
                    <a:pt x="211340" y="330238"/>
                  </a:lnTo>
                </a:path>
              </a:pathLst>
            </a:custGeom>
            <a:ln w="91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3220770" y="4797869"/>
              <a:ext cx="2315845" cy="0"/>
            </a:xfrm>
            <a:custGeom>
              <a:avLst/>
              <a:gdLst/>
              <a:ahLst/>
              <a:cxnLst/>
              <a:rect l="l" t="t" r="r" b="b"/>
              <a:pathLst>
                <a:path w="2315845" h="0">
                  <a:moveTo>
                    <a:pt x="0" y="0"/>
                  </a:moveTo>
                  <a:lnTo>
                    <a:pt x="2315641" y="0"/>
                  </a:lnTo>
                </a:path>
              </a:pathLst>
            </a:custGeom>
            <a:ln w="918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5573166" y="3623703"/>
              <a:ext cx="523875" cy="1174750"/>
            </a:xfrm>
            <a:custGeom>
              <a:avLst/>
              <a:gdLst/>
              <a:ahLst/>
              <a:cxnLst/>
              <a:rect l="l" t="t" r="r" b="b"/>
              <a:pathLst>
                <a:path w="523875" h="1174750">
                  <a:moveTo>
                    <a:pt x="0" y="1174165"/>
                  </a:moveTo>
                  <a:lnTo>
                    <a:pt x="27559" y="1155827"/>
                  </a:lnTo>
                </a:path>
                <a:path w="523875" h="1174750">
                  <a:moveTo>
                    <a:pt x="55130" y="1137475"/>
                  </a:moveTo>
                  <a:lnTo>
                    <a:pt x="82702" y="1119136"/>
                  </a:lnTo>
                </a:path>
                <a:path w="523875" h="1174750">
                  <a:moveTo>
                    <a:pt x="119456" y="1100785"/>
                  </a:moveTo>
                  <a:lnTo>
                    <a:pt x="147015" y="1082433"/>
                  </a:lnTo>
                </a:path>
                <a:path w="523875" h="1174750">
                  <a:moveTo>
                    <a:pt x="174586" y="1064094"/>
                  </a:moveTo>
                  <a:lnTo>
                    <a:pt x="202158" y="1045743"/>
                  </a:lnTo>
                </a:path>
                <a:path w="523875" h="1174750">
                  <a:moveTo>
                    <a:pt x="229717" y="1027391"/>
                  </a:moveTo>
                  <a:lnTo>
                    <a:pt x="257289" y="1009053"/>
                  </a:lnTo>
                </a:path>
                <a:path w="523875" h="1174750">
                  <a:moveTo>
                    <a:pt x="294043" y="990701"/>
                  </a:moveTo>
                  <a:lnTo>
                    <a:pt x="321614" y="972362"/>
                  </a:lnTo>
                </a:path>
                <a:path w="523875" h="1174750">
                  <a:moveTo>
                    <a:pt x="349173" y="954011"/>
                  </a:moveTo>
                  <a:lnTo>
                    <a:pt x="376745" y="935659"/>
                  </a:lnTo>
                </a:path>
                <a:path w="523875" h="1174750">
                  <a:moveTo>
                    <a:pt x="404317" y="917320"/>
                  </a:moveTo>
                  <a:lnTo>
                    <a:pt x="431876" y="898969"/>
                  </a:lnTo>
                </a:path>
                <a:path w="523875" h="1174750">
                  <a:moveTo>
                    <a:pt x="468642" y="880630"/>
                  </a:moveTo>
                  <a:lnTo>
                    <a:pt x="496201" y="862279"/>
                  </a:lnTo>
                </a:path>
                <a:path w="523875" h="1174750">
                  <a:moveTo>
                    <a:pt x="523773" y="843927"/>
                  </a:moveTo>
                  <a:lnTo>
                    <a:pt x="523773" y="807237"/>
                  </a:lnTo>
                </a:path>
                <a:path w="523875" h="1174750">
                  <a:moveTo>
                    <a:pt x="523773" y="770547"/>
                  </a:moveTo>
                  <a:lnTo>
                    <a:pt x="523773" y="733856"/>
                  </a:lnTo>
                </a:path>
                <a:path w="523875" h="1174750">
                  <a:moveTo>
                    <a:pt x="523773" y="697166"/>
                  </a:moveTo>
                  <a:lnTo>
                    <a:pt x="523773" y="660463"/>
                  </a:lnTo>
                </a:path>
                <a:path w="523875" h="1174750">
                  <a:moveTo>
                    <a:pt x="523773" y="623773"/>
                  </a:moveTo>
                  <a:lnTo>
                    <a:pt x="523773" y="587082"/>
                  </a:lnTo>
                </a:path>
                <a:path w="523875" h="1174750">
                  <a:moveTo>
                    <a:pt x="523773" y="550392"/>
                  </a:moveTo>
                  <a:lnTo>
                    <a:pt x="523773" y="513702"/>
                  </a:lnTo>
                </a:path>
                <a:path w="523875" h="1174750">
                  <a:moveTo>
                    <a:pt x="523773" y="476999"/>
                  </a:moveTo>
                  <a:lnTo>
                    <a:pt x="523773" y="440308"/>
                  </a:lnTo>
                </a:path>
                <a:path w="523875" h="1174750">
                  <a:moveTo>
                    <a:pt x="523773" y="403618"/>
                  </a:moveTo>
                  <a:lnTo>
                    <a:pt x="523773" y="366928"/>
                  </a:lnTo>
                </a:path>
                <a:path w="523875" h="1174750">
                  <a:moveTo>
                    <a:pt x="523773" y="330225"/>
                  </a:moveTo>
                  <a:lnTo>
                    <a:pt x="523773" y="293535"/>
                  </a:lnTo>
                </a:path>
                <a:path w="523875" h="1174750">
                  <a:moveTo>
                    <a:pt x="523773" y="256844"/>
                  </a:moveTo>
                  <a:lnTo>
                    <a:pt x="523773" y="220154"/>
                  </a:lnTo>
                </a:path>
                <a:path w="523875" h="1174750">
                  <a:moveTo>
                    <a:pt x="523773" y="183464"/>
                  </a:moveTo>
                  <a:lnTo>
                    <a:pt x="523773" y="146761"/>
                  </a:lnTo>
                </a:path>
                <a:path w="523875" h="1174750">
                  <a:moveTo>
                    <a:pt x="523773" y="110070"/>
                  </a:moveTo>
                  <a:lnTo>
                    <a:pt x="523773" y="73380"/>
                  </a:lnTo>
                </a:path>
                <a:path w="523875" h="1174750">
                  <a:moveTo>
                    <a:pt x="523773" y="36690"/>
                  </a:moveTo>
                  <a:lnTo>
                    <a:pt x="523773" y="0"/>
                  </a:lnTo>
                </a:path>
              </a:pathLst>
            </a:custGeom>
            <a:ln w="91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6096939" y="3577831"/>
              <a:ext cx="0" cy="9525"/>
            </a:xfrm>
            <a:custGeom>
              <a:avLst/>
              <a:gdLst/>
              <a:ahLst/>
              <a:cxnLst/>
              <a:rect l="l" t="t" r="r" b="b"/>
              <a:pathLst>
                <a:path w="0" h="9525">
                  <a:moveTo>
                    <a:pt x="-4591" y="4584"/>
                  </a:moveTo>
                  <a:lnTo>
                    <a:pt x="4591" y="4584"/>
                  </a:lnTo>
                </a:path>
              </a:pathLst>
            </a:custGeom>
            <a:ln w="91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2926727" y="3495268"/>
              <a:ext cx="3216275" cy="92075"/>
            </a:xfrm>
            <a:custGeom>
              <a:avLst/>
              <a:gdLst/>
              <a:ahLst/>
              <a:cxnLst/>
              <a:rect l="l" t="t" r="r" b="b"/>
              <a:pathLst>
                <a:path w="3216275" h="92075">
                  <a:moveTo>
                    <a:pt x="91884" y="91732"/>
                  </a:moveTo>
                  <a:lnTo>
                    <a:pt x="45948" y="0"/>
                  </a:lnTo>
                  <a:lnTo>
                    <a:pt x="0" y="91732"/>
                  </a:lnTo>
                  <a:lnTo>
                    <a:pt x="91884" y="91732"/>
                  </a:lnTo>
                  <a:close/>
                </a:path>
                <a:path w="3216275" h="92075">
                  <a:moveTo>
                    <a:pt x="3216160" y="91732"/>
                  </a:moveTo>
                  <a:lnTo>
                    <a:pt x="3170212" y="0"/>
                  </a:lnTo>
                  <a:lnTo>
                    <a:pt x="3124263" y="91732"/>
                  </a:lnTo>
                  <a:lnTo>
                    <a:pt x="3216160" y="917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2656332" y="2441448"/>
              <a:ext cx="600710" cy="114300"/>
            </a:xfrm>
            <a:custGeom>
              <a:avLst/>
              <a:gdLst/>
              <a:ahLst/>
              <a:cxnLst/>
              <a:rect l="l" t="t" r="r" b="b"/>
              <a:pathLst>
                <a:path w="600710" h="114300">
                  <a:moveTo>
                    <a:pt x="600456" y="114300"/>
                  </a:moveTo>
                  <a:lnTo>
                    <a:pt x="0" y="114300"/>
                  </a:lnTo>
                  <a:lnTo>
                    <a:pt x="0" y="0"/>
                  </a:lnTo>
                  <a:lnTo>
                    <a:pt x="600456" y="0"/>
                  </a:lnTo>
                  <a:lnTo>
                    <a:pt x="600456" y="11430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2652128" y="2436698"/>
              <a:ext cx="609600" cy="123825"/>
            </a:xfrm>
            <a:custGeom>
              <a:avLst/>
              <a:gdLst/>
              <a:ahLst/>
              <a:cxnLst/>
              <a:rect l="l" t="t" r="r" b="b"/>
              <a:pathLst>
                <a:path w="609600" h="123825">
                  <a:moveTo>
                    <a:pt x="609015" y="123825"/>
                  </a:moveTo>
                  <a:lnTo>
                    <a:pt x="0" y="123825"/>
                  </a:lnTo>
                  <a:lnTo>
                    <a:pt x="0" y="0"/>
                  </a:lnTo>
                  <a:lnTo>
                    <a:pt x="609015" y="0"/>
                  </a:lnTo>
                  <a:lnTo>
                    <a:pt x="609015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114300"/>
                  </a:lnTo>
                  <a:lnTo>
                    <a:pt x="4762" y="114300"/>
                  </a:lnTo>
                  <a:lnTo>
                    <a:pt x="9525" y="119062"/>
                  </a:lnTo>
                  <a:lnTo>
                    <a:pt x="609015" y="119062"/>
                  </a:lnTo>
                  <a:lnTo>
                    <a:pt x="609015" y="123825"/>
                  </a:lnTo>
                  <a:close/>
                </a:path>
                <a:path w="609600" h="123825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609600" h="123825">
                  <a:moveTo>
                    <a:pt x="599490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599490" y="4762"/>
                  </a:lnTo>
                  <a:lnTo>
                    <a:pt x="599490" y="9525"/>
                  </a:lnTo>
                  <a:close/>
                </a:path>
                <a:path w="609600" h="123825">
                  <a:moveTo>
                    <a:pt x="599490" y="119062"/>
                  </a:moveTo>
                  <a:lnTo>
                    <a:pt x="599490" y="4762"/>
                  </a:lnTo>
                  <a:lnTo>
                    <a:pt x="604253" y="9525"/>
                  </a:lnTo>
                  <a:lnTo>
                    <a:pt x="609015" y="9525"/>
                  </a:lnTo>
                  <a:lnTo>
                    <a:pt x="609015" y="114300"/>
                  </a:lnTo>
                  <a:lnTo>
                    <a:pt x="604253" y="114300"/>
                  </a:lnTo>
                  <a:lnTo>
                    <a:pt x="599490" y="119062"/>
                  </a:lnTo>
                  <a:close/>
                </a:path>
                <a:path w="609600" h="123825">
                  <a:moveTo>
                    <a:pt x="609015" y="9525"/>
                  </a:moveTo>
                  <a:lnTo>
                    <a:pt x="604253" y="9525"/>
                  </a:lnTo>
                  <a:lnTo>
                    <a:pt x="599490" y="4762"/>
                  </a:lnTo>
                  <a:lnTo>
                    <a:pt x="609015" y="4762"/>
                  </a:lnTo>
                  <a:lnTo>
                    <a:pt x="609015" y="9525"/>
                  </a:lnTo>
                  <a:close/>
                </a:path>
                <a:path w="609600" h="123825">
                  <a:moveTo>
                    <a:pt x="9525" y="119062"/>
                  </a:moveTo>
                  <a:lnTo>
                    <a:pt x="4762" y="114300"/>
                  </a:lnTo>
                  <a:lnTo>
                    <a:pt x="9525" y="114300"/>
                  </a:lnTo>
                  <a:lnTo>
                    <a:pt x="9525" y="119062"/>
                  </a:lnTo>
                  <a:close/>
                </a:path>
                <a:path w="609600" h="123825">
                  <a:moveTo>
                    <a:pt x="599490" y="119062"/>
                  </a:moveTo>
                  <a:lnTo>
                    <a:pt x="9525" y="119062"/>
                  </a:lnTo>
                  <a:lnTo>
                    <a:pt x="9525" y="114300"/>
                  </a:lnTo>
                  <a:lnTo>
                    <a:pt x="599490" y="114300"/>
                  </a:lnTo>
                  <a:lnTo>
                    <a:pt x="599490" y="119062"/>
                  </a:lnTo>
                  <a:close/>
                </a:path>
                <a:path w="609600" h="123825">
                  <a:moveTo>
                    <a:pt x="609015" y="119062"/>
                  </a:moveTo>
                  <a:lnTo>
                    <a:pt x="599490" y="119062"/>
                  </a:lnTo>
                  <a:lnTo>
                    <a:pt x="604253" y="114300"/>
                  </a:lnTo>
                  <a:lnTo>
                    <a:pt x="609015" y="114300"/>
                  </a:lnTo>
                  <a:lnTo>
                    <a:pt x="609015" y="1190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5646420" y="2447544"/>
              <a:ext cx="599440" cy="114300"/>
            </a:xfrm>
            <a:custGeom>
              <a:avLst/>
              <a:gdLst/>
              <a:ahLst/>
              <a:cxnLst/>
              <a:rect l="l" t="t" r="r" b="b"/>
              <a:pathLst>
                <a:path w="599439" h="114300">
                  <a:moveTo>
                    <a:pt x="598931" y="114299"/>
                  </a:moveTo>
                  <a:lnTo>
                    <a:pt x="0" y="114299"/>
                  </a:lnTo>
                  <a:lnTo>
                    <a:pt x="0" y="0"/>
                  </a:lnTo>
                  <a:lnTo>
                    <a:pt x="598931" y="0"/>
                  </a:lnTo>
                  <a:lnTo>
                    <a:pt x="598931" y="114299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5641035" y="2442781"/>
              <a:ext cx="609600" cy="123825"/>
            </a:xfrm>
            <a:custGeom>
              <a:avLst/>
              <a:gdLst/>
              <a:ahLst/>
              <a:cxnLst/>
              <a:rect l="l" t="t" r="r" b="b"/>
              <a:pathLst>
                <a:path w="609600" h="123825">
                  <a:moveTo>
                    <a:pt x="609015" y="123824"/>
                  </a:moveTo>
                  <a:lnTo>
                    <a:pt x="0" y="123824"/>
                  </a:lnTo>
                  <a:lnTo>
                    <a:pt x="0" y="0"/>
                  </a:lnTo>
                  <a:lnTo>
                    <a:pt x="609015" y="0"/>
                  </a:lnTo>
                  <a:lnTo>
                    <a:pt x="609015" y="4762"/>
                  </a:lnTo>
                  <a:lnTo>
                    <a:pt x="9525" y="4762"/>
                  </a:lnTo>
                  <a:lnTo>
                    <a:pt x="4762" y="9524"/>
                  </a:lnTo>
                  <a:lnTo>
                    <a:pt x="9525" y="9524"/>
                  </a:lnTo>
                  <a:lnTo>
                    <a:pt x="9525" y="114299"/>
                  </a:lnTo>
                  <a:lnTo>
                    <a:pt x="4762" y="114299"/>
                  </a:lnTo>
                  <a:lnTo>
                    <a:pt x="9525" y="119062"/>
                  </a:lnTo>
                  <a:lnTo>
                    <a:pt x="609015" y="119062"/>
                  </a:lnTo>
                  <a:lnTo>
                    <a:pt x="609015" y="123824"/>
                  </a:lnTo>
                  <a:close/>
                </a:path>
                <a:path w="609600" h="123825">
                  <a:moveTo>
                    <a:pt x="9525" y="9524"/>
                  </a:moveTo>
                  <a:lnTo>
                    <a:pt x="4762" y="9524"/>
                  </a:lnTo>
                  <a:lnTo>
                    <a:pt x="9525" y="4762"/>
                  </a:lnTo>
                  <a:lnTo>
                    <a:pt x="9525" y="9524"/>
                  </a:lnTo>
                  <a:close/>
                </a:path>
                <a:path w="609600" h="123825">
                  <a:moveTo>
                    <a:pt x="599490" y="9524"/>
                  </a:moveTo>
                  <a:lnTo>
                    <a:pt x="9525" y="9524"/>
                  </a:lnTo>
                  <a:lnTo>
                    <a:pt x="9525" y="4762"/>
                  </a:lnTo>
                  <a:lnTo>
                    <a:pt x="599490" y="4762"/>
                  </a:lnTo>
                  <a:lnTo>
                    <a:pt x="599490" y="9524"/>
                  </a:lnTo>
                  <a:close/>
                </a:path>
                <a:path w="609600" h="123825">
                  <a:moveTo>
                    <a:pt x="599490" y="119062"/>
                  </a:moveTo>
                  <a:lnTo>
                    <a:pt x="599490" y="4762"/>
                  </a:lnTo>
                  <a:lnTo>
                    <a:pt x="604253" y="9524"/>
                  </a:lnTo>
                  <a:lnTo>
                    <a:pt x="609015" y="9524"/>
                  </a:lnTo>
                  <a:lnTo>
                    <a:pt x="609015" y="114299"/>
                  </a:lnTo>
                  <a:lnTo>
                    <a:pt x="604253" y="114299"/>
                  </a:lnTo>
                  <a:lnTo>
                    <a:pt x="599490" y="119062"/>
                  </a:lnTo>
                  <a:close/>
                </a:path>
                <a:path w="609600" h="123825">
                  <a:moveTo>
                    <a:pt x="609015" y="9524"/>
                  </a:moveTo>
                  <a:lnTo>
                    <a:pt x="604253" y="9524"/>
                  </a:lnTo>
                  <a:lnTo>
                    <a:pt x="599490" y="4762"/>
                  </a:lnTo>
                  <a:lnTo>
                    <a:pt x="609015" y="4762"/>
                  </a:lnTo>
                  <a:lnTo>
                    <a:pt x="609015" y="9524"/>
                  </a:lnTo>
                  <a:close/>
                </a:path>
                <a:path w="609600" h="123825">
                  <a:moveTo>
                    <a:pt x="9525" y="119062"/>
                  </a:moveTo>
                  <a:lnTo>
                    <a:pt x="4762" y="114299"/>
                  </a:lnTo>
                  <a:lnTo>
                    <a:pt x="9525" y="114299"/>
                  </a:lnTo>
                  <a:lnTo>
                    <a:pt x="9525" y="119062"/>
                  </a:lnTo>
                  <a:close/>
                </a:path>
                <a:path w="609600" h="123825">
                  <a:moveTo>
                    <a:pt x="599490" y="119062"/>
                  </a:moveTo>
                  <a:lnTo>
                    <a:pt x="9525" y="119062"/>
                  </a:lnTo>
                  <a:lnTo>
                    <a:pt x="9525" y="114299"/>
                  </a:lnTo>
                  <a:lnTo>
                    <a:pt x="599490" y="114299"/>
                  </a:lnTo>
                  <a:lnTo>
                    <a:pt x="599490" y="119062"/>
                  </a:lnTo>
                  <a:close/>
                </a:path>
                <a:path w="609600" h="123825">
                  <a:moveTo>
                    <a:pt x="609015" y="119062"/>
                  </a:moveTo>
                  <a:lnTo>
                    <a:pt x="599490" y="119062"/>
                  </a:lnTo>
                  <a:lnTo>
                    <a:pt x="604253" y="114299"/>
                  </a:lnTo>
                  <a:lnTo>
                    <a:pt x="609015" y="114299"/>
                  </a:lnTo>
                  <a:lnTo>
                    <a:pt x="609015" y="1190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1539189" y="3394367"/>
              <a:ext cx="0" cy="504825"/>
            </a:xfrm>
            <a:custGeom>
              <a:avLst/>
              <a:gdLst/>
              <a:ahLst/>
              <a:cxnLst/>
              <a:rect l="l" t="t" r="r" b="b"/>
              <a:pathLst>
                <a:path w="0" h="504825">
                  <a:moveTo>
                    <a:pt x="0" y="0"/>
                  </a:moveTo>
                  <a:lnTo>
                    <a:pt x="0" y="504532"/>
                  </a:lnTo>
                </a:path>
              </a:pathLst>
            </a:custGeom>
            <a:ln w="91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1493240" y="3889718"/>
              <a:ext cx="92075" cy="92075"/>
            </a:xfrm>
            <a:custGeom>
              <a:avLst/>
              <a:gdLst/>
              <a:ahLst/>
              <a:cxnLst/>
              <a:rect l="l" t="t" r="r" b="b"/>
              <a:pathLst>
                <a:path w="92075" h="92075">
                  <a:moveTo>
                    <a:pt x="45948" y="91732"/>
                  </a:moveTo>
                  <a:lnTo>
                    <a:pt x="0" y="0"/>
                  </a:lnTo>
                  <a:lnTo>
                    <a:pt x="91884" y="0"/>
                  </a:lnTo>
                  <a:lnTo>
                    <a:pt x="45948" y="917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1539189" y="4064012"/>
              <a:ext cx="0" cy="504825"/>
            </a:xfrm>
            <a:custGeom>
              <a:avLst/>
              <a:gdLst/>
              <a:ahLst/>
              <a:cxnLst/>
              <a:rect l="l" t="t" r="r" b="b"/>
              <a:pathLst>
                <a:path w="0" h="504825">
                  <a:moveTo>
                    <a:pt x="0" y="504532"/>
                  </a:moveTo>
                  <a:lnTo>
                    <a:pt x="0" y="0"/>
                  </a:lnTo>
                </a:path>
              </a:pathLst>
            </a:custGeom>
            <a:ln w="91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1493240" y="3981450"/>
              <a:ext cx="92075" cy="92075"/>
            </a:xfrm>
            <a:custGeom>
              <a:avLst/>
              <a:gdLst/>
              <a:ahLst/>
              <a:cxnLst/>
              <a:rect l="l" t="t" r="r" b="b"/>
              <a:pathLst>
                <a:path w="92075" h="92075">
                  <a:moveTo>
                    <a:pt x="91884" y="91732"/>
                  </a:moveTo>
                  <a:lnTo>
                    <a:pt x="0" y="91732"/>
                  </a:lnTo>
                  <a:lnTo>
                    <a:pt x="45948" y="0"/>
                  </a:lnTo>
                  <a:lnTo>
                    <a:pt x="91884" y="917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1539189" y="1871611"/>
              <a:ext cx="0" cy="568960"/>
            </a:xfrm>
            <a:custGeom>
              <a:avLst/>
              <a:gdLst/>
              <a:ahLst/>
              <a:cxnLst/>
              <a:rect l="l" t="t" r="r" b="b"/>
              <a:pathLst>
                <a:path w="0" h="568960">
                  <a:moveTo>
                    <a:pt x="0" y="0"/>
                  </a:moveTo>
                  <a:lnTo>
                    <a:pt x="0" y="568731"/>
                  </a:lnTo>
                </a:path>
              </a:pathLst>
            </a:custGeom>
            <a:ln w="91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1493240" y="2431173"/>
              <a:ext cx="92075" cy="92075"/>
            </a:xfrm>
            <a:custGeom>
              <a:avLst/>
              <a:gdLst/>
              <a:ahLst/>
              <a:cxnLst/>
              <a:rect l="l" t="t" r="r" b="b"/>
              <a:pathLst>
                <a:path w="92075" h="92075">
                  <a:moveTo>
                    <a:pt x="45948" y="91732"/>
                  </a:moveTo>
                  <a:lnTo>
                    <a:pt x="0" y="0"/>
                  </a:lnTo>
                  <a:lnTo>
                    <a:pt x="91884" y="0"/>
                  </a:lnTo>
                  <a:lnTo>
                    <a:pt x="45948" y="917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1539189" y="2605468"/>
              <a:ext cx="0" cy="504825"/>
            </a:xfrm>
            <a:custGeom>
              <a:avLst/>
              <a:gdLst/>
              <a:ahLst/>
              <a:cxnLst/>
              <a:rect l="l" t="t" r="r" b="b"/>
              <a:pathLst>
                <a:path w="0" h="504825">
                  <a:moveTo>
                    <a:pt x="0" y="504532"/>
                  </a:moveTo>
                  <a:lnTo>
                    <a:pt x="0" y="0"/>
                  </a:lnTo>
                </a:path>
              </a:pathLst>
            </a:custGeom>
            <a:ln w="91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1493240" y="2522905"/>
              <a:ext cx="92075" cy="92075"/>
            </a:xfrm>
            <a:custGeom>
              <a:avLst/>
              <a:gdLst/>
              <a:ahLst/>
              <a:cxnLst/>
              <a:rect l="l" t="t" r="r" b="b"/>
              <a:pathLst>
                <a:path w="92075" h="92075">
                  <a:moveTo>
                    <a:pt x="91884" y="91732"/>
                  </a:moveTo>
                  <a:lnTo>
                    <a:pt x="0" y="91732"/>
                  </a:lnTo>
                  <a:lnTo>
                    <a:pt x="45948" y="0"/>
                  </a:lnTo>
                  <a:lnTo>
                    <a:pt x="91884" y="917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1" name="object 91"/>
          <p:cNvSpPr txBox="1"/>
          <p:nvPr/>
        </p:nvSpPr>
        <p:spPr>
          <a:xfrm>
            <a:off x="2770225" y="2535707"/>
            <a:ext cx="774065" cy="2457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400" spc="-5">
                <a:latin typeface="Times New Roman"/>
                <a:cs typeface="Times New Roman"/>
              </a:rPr>
              <a:t>nSAP</a:t>
            </a:r>
            <a:r>
              <a:rPr dirty="0" sz="1400" spc="15">
                <a:latin typeface="Times New Roman"/>
                <a:cs typeface="Times New Roman"/>
              </a:rPr>
              <a:t> </a:t>
            </a:r>
            <a:r>
              <a:rPr dirty="0" baseline="9578" sz="2175" spc="-7">
                <a:latin typeface="Noto Sans CJK JP Black"/>
                <a:cs typeface="Noto Sans CJK JP Black"/>
              </a:rPr>
              <a:t>务</a:t>
            </a:r>
            <a:endParaRPr baseline="9578" sz="2175">
              <a:latin typeface="Noto Sans CJK JP Black"/>
              <a:cs typeface="Noto Sans CJK JP Black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3743210" y="2556154"/>
            <a:ext cx="2955925" cy="6311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ts val="1520"/>
              </a:lnSpc>
              <a:spcBef>
                <a:spcPts val="90"/>
              </a:spcBef>
              <a:tabLst>
                <a:tab pos="1654810" algn="l"/>
                <a:tab pos="2065020" algn="l"/>
              </a:tabLst>
            </a:pPr>
            <a:r>
              <a:rPr dirty="0" sz="1450" spc="-5">
                <a:latin typeface="Noto Sans CJK JP Black"/>
                <a:cs typeface="Noto Sans CJK JP Black"/>
              </a:rPr>
              <a:t>提供</a:t>
            </a:r>
            <a:r>
              <a:rPr dirty="0" sz="1450" spc="-130">
                <a:latin typeface="Noto Sans CJK JP Black"/>
                <a:cs typeface="Noto Sans CJK JP Black"/>
              </a:rPr>
              <a:t>（N）</a:t>
            </a:r>
            <a:r>
              <a:rPr dirty="0" sz="1450" spc="-5">
                <a:latin typeface="Noto Sans CJK JP Black"/>
                <a:cs typeface="Noto Sans CJK JP Black"/>
              </a:rPr>
              <a:t>层服务	</a:t>
            </a:r>
            <a:r>
              <a:rPr dirty="0" baseline="17241" sz="2175" spc="-7">
                <a:latin typeface="Noto Sans CJK JP Black"/>
                <a:cs typeface="Noto Sans CJK JP Black"/>
              </a:rPr>
              <a:t>服	</a:t>
            </a:r>
            <a:r>
              <a:rPr dirty="0" baseline="1984" sz="2100" spc="-7">
                <a:latin typeface="Times New Roman"/>
                <a:cs typeface="Times New Roman"/>
              </a:rPr>
              <a:t>nSAP</a:t>
            </a:r>
            <a:r>
              <a:rPr dirty="0" baseline="1984" sz="2100" spc="450">
                <a:latin typeface="Times New Roman"/>
                <a:cs typeface="Times New Roman"/>
              </a:rPr>
              <a:t> </a:t>
            </a:r>
            <a:r>
              <a:rPr dirty="0" baseline="17241" sz="2175" spc="-7">
                <a:latin typeface="Noto Sans CJK JP Black"/>
                <a:cs typeface="Noto Sans CJK JP Black"/>
              </a:rPr>
              <a:t>务</a:t>
            </a:r>
            <a:endParaRPr baseline="17241" sz="2175">
              <a:latin typeface="Noto Sans CJK JP Black"/>
              <a:cs typeface="Noto Sans CJK JP Black"/>
            </a:endParaRPr>
          </a:p>
          <a:p>
            <a:pPr marL="1654810">
              <a:lnSpc>
                <a:spcPts val="1515"/>
              </a:lnSpc>
              <a:spcBef>
                <a:spcPts val="5"/>
              </a:spcBef>
              <a:tabLst>
                <a:tab pos="2573655" algn="l"/>
              </a:tabLst>
            </a:pPr>
            <a:r>
              <a:rPr dirty="0" u="heavy" sz="1450" spc="-5">
                <a:uFill>
                  <a:solidFill>
                    <a:srgbClr val="000000"/>
                  </a:solidFill>
                </a:uFill>
                <a:latin typeface="Noto Sans CJK JP Black"/>
                <a:cs typeface="Noto Sans CJK JP Black"/>
              </a:rPr>
              <a:t>务</a:t>
            </a:r>
            <a:r>
              <a:rPr dirty="0" sz="1450" spc="-5">
                <a:latin typeface="Noto Sans CJK JP Black"/>
                <a:cs typeface="Noto Sans CJK JP Black"/>
              </a:rPr>
              <a:t>	原</a:t>
            </a:r>
            <a:endParaRPr sz="1450">
              <a:latin typeface="Noto Sans CJK JP Black"/>
              <a:cs typeface="Noto Sans CJK JP Black"/>
            </a:endParaRPr>
          </a:p>
          <a:p>
            <a:pPr marL="1600200">
              <a:lnSpc>
                <a:spcPts val="1735"/>
              </a:lnSpc>
              <a:tabLst>
                <a:tab pos="2573655" algn="l"/>
                <a:tab pos="2904490" algn="l"/>
              </a:tabLst>
            </a:pPr>
            <a:r>
              <a:rPr dirty="0" u="heavy" sz="145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45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heavy" sz="1450" spc="-5">
                <a:uFill>
                  <a:solidFill>
                    <a:srgbClr val="000000"/>
                  </a:solidFill>
                </a:uFill>
                <a:latin typeface="Noto Sans CJK JP Black"/>
                <a:cs typeface="Noto Sans CJK JP Black"/>
              </a:rPr>
              <a:t>语	</a:t>
            </a:r>
            <a:endParaRPr sz="1450">
              <a:latin typeface="Noto Sans CJK JP Black"/>
              <a:cs typeface="Noto Sans CJK JP Black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3952379" y="2989538"/>
            <a:ext cx="1036955" cy="563880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09"/>
              </a:spcBef>
            </a:pPr>
            <a:r>
              <a:rPr dirty="0" sz="1450" spc="-5">
                <a:latin typeface="Noto Sans CJK JP Black"/>
                <a:cs typeface="Noto Sans CJK JP Black"/>
              </a:rPr>
              <a:t>（</a:t>
            </a:r>
            <a:r>
              <a:rPr dirty="0" sz="1450" spc="-385">
                <a:latin typeface="Noto Sans CJK JP Black"/>
                <a:cs typeface="Noto Sans CJK JP Black"/>
              </a:rPr>
              <a:t>N</a:t>
            </a:r>
            <a:r>
              <a:rPr dirty="0" sz="1450" spc="-5">
                <a:latin typeface="Noto Sans CJK JP Black"/>
                <a:cs typeface="Noto Sans CJK JP Black"/>
              </a:rPr>
              <a:t>）层协议</a:t>
            </a:r>
            <a:endParaRPr sz="1450">
              <a:latin typeface="Noto Sans CJK JP Black"/>
              <a:cs typeface="Noto Sans CJK JP Black"/>
            </a:endParaRPr>
          </a:p>
          <a:p>
            <a:pPr algn="ctr" marR="4445">
              <a:lnSpc>
                <a:spcPct val="100000"/>
              </a:lnSpc>
              <a:spcBef>
                <a:spcPts val="405"/>
              </a:spcBef>
            </a:pPr>
            <a:r>
              <a:rPr dirty="0" sz="1400" spc="-5">
                <a:latin typeface="Times New Roman"/>
                <a:cs typeface="Times New Roman"/>
              </a:rPr>
              <a:t>(N)PDUs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4" name="object 94"/>
          <p:cNvSpPr txBox="1">
            <a:spLocks noGrp="1"/>
          </p:cNvSpPr>
          <p:nvPr>
            <p:ph type="title"/>
          </p:nvPr>
        </p:nvSpPr>
        <p:spPr>
          <a:xfrm>
            <a:off x="3415982" y="155435"/>
            <a:ext cx="23114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latin typeface="Noto Sans CJK JP Black"/>
                <a:cs typeface="Noto Sans CJK JP Black"/>
              </a:rPr>
              <a:t>服务示意图</a:t>
            </a:r>
            <a:endParaRPr sz="3600">
              <a:latin typeface="Noto Sans CJK JP Black"/>
              <a:cs typeface="Noto Sans CJK JP Black"/>
            </a:endParaRPr>
          </a:p>
        </p:txBody>
      </p:sp>
      <p:grpSp>
        <p:nvGrpSpPr>
          <p:cNvPr id="95" name="object 95"/>
          <p:cNvGrpSpPr/>
          <p:nvPr/>
        </p:nvGrpSpPr>
        <p:grpSpPr>
          <a:xfrm>
            <a:off x="86207" y="1777784"/>
            <a:ext cx="2288540" cy="2084070"/>
            <a:chOff x="86207" y="1777784"/>
            <a:chExt cx="2288540" cy="2084070"/>
          </a:xfrm>
        </p:grpSpPr>
        <p:sp>
          <p:nvSpPr>
            <p:cNvPr id="96" name="object 96"/>
            <p:cNvSpPr/>
            <p:nvPr/>
          </p:nvSpPr>
          <p:spPr>
            <a:xfrm>
              <a:off x="91440" y="1799844"/>
              <a:ext cx="2260600" cy="2057400"/>
            </a:xfrm>
            <a:custGeom>
              <a:avLst/>
              <a:gdLst/>
              <a:ahLst/>
              <a:cxnLst/>
              <a:rect l="l" t="t" r="r" b="b"/>
              <a:pathLst>
                <a:path w="2260600" h="2057400">
                  <a:moveTo>
                    <a:pt x="1981200" y="2057400"/>
                  </a:moveTo>
                  <a:lnTo>
                    <a:pt x="0" y="2057400"/>
                  </a:lnTo>
                  <a:lnTo>
                    <a:pt x="0" y="781811"/>
                  </a:lnTo>
                  <a:lnTo>
                    <a:pt x="1155192" y="781811"/>
                  </a:lnTo>
                  <a:lnTo>
                    <a:pt x="2260092" y="0"/>
                  </a:lnTo>
                  <a:lnTo>
                    <a:pt x="1650492" y="781811"/>
                  </a:lnTo>
                  <a:lnTo>
                    <a:pt x="1981200" y="781811"/>
                  </a:lnTo>
                  <a:lnTo>
                    <a:pt x="1981200" y="205740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86207" y="1777784"/>
              <a:ext cx="2288540" cy="2084070"/>
            </a:xfrm>
            <a:custGeom>
              <a:avLst/>
              <a:gdLst/>
              <a:ahLst/>
              <a:cxnLst/>
              <a:rect l="l" t="t" r="r" b="b"/>
              <a:pathLst>
                <a:path w="2288540" h="2084070">
                  <a:moveTo>
                    <a:pt x="1157719" y="799617"/>
                  </a:moveTo>
                  <a:lnTo>
                    <a:pt x="2288349" y="0"/>
                  </a:lnTo>
                  <a:lnTo>
                    <a:pt x="2273069" y="19596"/>
                  </a:lnTo>
                  <a:lnTo>
                    <a:pt x="2260981" y="19596"/>
                  </a:lnTo>
                  <a:lnTo>
                    <a:pt x="2241115" y="45073"/>
                  </a:lnTo>
                  <a:lnTo>
                    <a:pt x="1175454" y="798741"/>
                  </a:lnTo>
                  <a:lnTo>
                    <a:pt x="1160462" y="798741"/>
                  </a:lnTo>
                  <a:lnTo>
                    <a:pt x="1157719" y="799617"/>
                  </a:lnTo>
                  <a:close/>
                </a:path>
                <a:path w="2288540" h="2084070">
                  <a:moveTo>
                    <a:pt x="2241115" y="45073"/>
                  </a:moveTo>
                  <a:lnTo>
                    <a:pt x="2260981" y="19596"/>
                  </a:lnTo>
                  <a:lnTo>
                    <a:pt x="2267496" y="26415"/>
                  </a:lnTo>
                  <a:lnTo>
                    <a:pt x="2241115" y="45073"/>
                  </a:lnTo>
                  <a:close/>
                </a:path>
                <a:path w="2288540" h="2084070">
                  <a:moveTo>
                    <a:pt x="1981200" y="808266"/>
                  </a:moveTo>
                  <a:lnTo>
                    <a:pt x="1646021" y="808266"/>
                  </a:lnTo>
                  <a:lnTo>
                    <a:pt x="2241115" y="45073"/>
                  </a:lnTo>
                  <a:lnTo>
                    <a:pt x="2267496" y="26415"/>
                  </a:lnTo>
                  <a:lnTo>
                    <a:pt x="2260981" y="19596"/>
                  </a:lnTo>
                  <a:lnTo>
                    <a:pt x="2273069" y="19596"/>
                  </a:lnTo>
                  <a:lnTo>
                    <a:pt x="1665522" y="798741"/>
                  </a:lnTo>
                  <a:lnTo>
                    <a:pt x="1655762" y="798741"/>
                  </a:lnTo>
                  <a:lnTo>
                    <a:pt x="1659521" y="806437"/>
                  </a:lnTo>
                  <a:lnTo>
                    <a:pt x="1981200" y="806437"/>
                  </a:lnTo>
                  <a:lnTo>
                    <a:pt x="1981200" y="808266"/>
                  </a:lnTo>
                  <a:close/>
                </a:path>
                <a:path w="2288540" h="2084070">
                  <a:moveTo>
                    <a:pt x="1990725" y="2083981"/>
                  </a:moveTo>
                  <a:lnTo>
                    <a:pt x="0" y="2083981"/>
                  </a:lnTo>
                  <a:lnTo>
                    <a:pt x="0" y="798741"/>
                  </a:lnTo>
                  <a:lnTo>
                    <a:pt x="1158958" y="798741"/>
                  </a:lnTo>
                  <a:lnTo>
                    <a:pt x="1157719" y="799617"/>
                  </a:lnTo>
                  <a:lnTo>
                    <a:pt x="1174215" y="799617"/>
                  </a:lnTo>
                  <a:lnTo>
                    <a:pt x="1168720" y="803503"/>
                  </a:lnTo>
                  <a:lnTo>
                    <a:pt x="9525" y="803503"/>
                  </a:lnTo>
                  <a:lnTo>
                    <a:pt x="4762" y="808266"/>
                  </a:lnTo>
                  <a:lnTo>
                    <a:pt x="9525" y="808266"/>
                  </a:lnTo>
                  <a:lnTo>
                    <a:pt x="9525" y="2074456"/>
                  </a:lnTo>
                  <a:lnTo>
                    <a:pt x="4762" y="2074456"/>
                  </a:lnTo>
                  <a:lnTo>
                    <a:pt x="9525" y="2079218"/>
                  </a:lnTo>
                  <a:lnTo>
                    <a:pt x="1990725" y="2079218"/>
                  </a:lnTo>
                  <a:lnTo>
                    <a:pt x="1990725" y="2083981"/>
                  </a:lnTo>
                  <a:close/>
                </a:path>
                <a:path w="2288540" h="2084070">
                  <a:moveTo>
                    <a:pt x="1174215" y="799617"/>
                  </a:moveTo>
                  <a:lnTo>
                    <a:pt x="1157719" y="799617"/>
                  </a:lnTo>
                  <a:lnTo>
                    <a:pt x="1160462" y="798741"/>
                  </a:lnTo>
                  <a:lnTo>
                    <a:pt x="1175454" y="798741"/>
                  </a:lnTo>
                  <a:lnTo>
                    <a:pt x="1174215" y="799617"/>
                  </a:lnTo>
                  <a:close/>
                </a:path>
                <a:path w="2288540" h="2084070">
                  <a:moveTo>
                    <a:pt x="1659521" y="806437"/>
                  </a:moveTo>
                  <a:lnTo>
                    <a:pt x="1655762" y="798741"/>
                  </a:lnTo>
                  <a:lnTo>
                    <a:pt x="1665522" y="798741"/>
                  </a:lnTo>
                  <a:lnTo>
                    <a:pt x="1659521" y="806437"/>
                  </a:lnTo>
                  <a:close/>
                </a:path>
                <a:path w="2288540" h="2084070">
                  <a:moveTo>
                    <a:pt x="1981200" y="806437"/>
                  </a:moveTo>
                  <a:lnTo>
                    <a:pt x="1659521" y="806437"/>
                  </a:lnTo>
                  <a:lnTo>
                    <a:pt x="1665522" y="798741"/>
                  </a:lnTo>
                  <a:lnTo>
                    <a:pt x="1990725" y="798741"/>
                  </a:lnTo>
                  <a:lnTo>
                    <a:pt x="1990725" y="803503"/>
                  </a:lnTo>
                  <a:lnTo>
                    <a:pt x="1981200" y="803503"/>
                  </a:lnTo>
                  <a:lnTo>
                    <a:pt x="1981200" y="806437"/>
                  </a:lnTo>
                  <a:close/>
                </a:path>
                <a:path w="2288540" h="2084070">
                  <a:moveTo>
                    <a:pt x="9525" y="808266"/>
                  </a:moveTo>
                  <a:lnTo>
                    <a:pt x="4762" y="808266"/>
                  </a:lnTo>
                  <a:lnTo>
                    <a:pt x="9525" y="803503"/>
                  </a:lnTo>
                  <a:lnTo>
                    <a:pt x="9525" y="808266"/>
                  </a:lnTo>
                  <a:close/>
                </a:path>
                <a:path w="2288540" h="2084070">
                  <a:moveTo>
                    <a:pt x="1161986" y="808266"/>
                  </a:moveTo>
                  <a:lnTo>
                    <a:pt x="9525" y="808266"/>
                  </a:lnTo>
                  <a:lnTo>
                    <a:pt x="9525" y="803503"/>
                  </a:lnTo>
                  <a:lnTo>
                    <a:pt x="1168720" y="803503"/>
                  </a:lnTo>
                  <a:lnTo>
                    <a:pt x="1161986" y="808266"/>
                  </a:lnTo>
                  <a:close/>
                </a:path>
                <a:path w="2288540" h="2084070">
                  <a:moveTo>
                    <a:pt x="1981200" y="2079218"/>
                  </a:moveTo>
                  <a:lnTo>
                    <a:pt x="1981200" y="803503"/>
                  </a:lnTo>
                  <a:lnTo>
                    <a:pt x="1985962" y="808266"/>
                  </a:lnTo>
                  <a:lnTo>
                    <a:pt x="1990725" y="808266"/>
                  </a:lnTo>
                  <a:lnTo>
                    <a:pt x="1990725" y="2074456"/>
                  </a:lnTo>
                  <a:lnTo>
                    <a:pt x="1985962" y="2074456"/>
                  </a:lnTo>
                  <a:lnTo>
                    <a:pt x="1981200" y="2079218"/>
                  </a:lnTo>
                  <a:close/>
                </a:path>
                <a:path w="2288540" h="2084070">
                  <a:moveTo>
                    <a:pt x="1990725" y="808266"/>
                  </a:moveTo>
                  <a:lnTo>
                    <a:pt x="1985962" y="808266"/>
                  </a:lnTo>
                  <a:lnTo>
                    <a:pt x="1981200" y="803503"/>
                  </a:lnTo>
                  <a:lnTo>
                    <a:pt x="1990725" y="803503"/>
                  </a:lnTo>
                  <a:lnTo>
                    <a:pt x="1990725" y="808266"/>
                  </a:lnTo>
                  <a:close/>
                </a:path>
                <a:path w="2288540" h="2084070">
                  <a:moveTo>
                    <a:pt x="9525" y="2079218"/>
                  </a:moveTo>
                  <a:lnTo>
                    <a:pt x="4762" y="2074456"/>
                  </a:lnTo>
                  <a:lnTo>
                    <a:pt x="9525" y="2074456"/>
                  </a:lnTo>
                  <a:lnTo>
                    <a:pt x="9525" y="2079218"/>
                  </a:lnTo>
                  <a:close/>
                </a:path>
                <a:path w="2288540" h="2084070">
                  <a:moveTo>
                    <a:pt x="1981200" y="2079218"/>
                  </a:moveTo>
                  <a:lnTo>
                    <a:pt x="9525" y="2079218"/>
                  </a:lnTo>
                  <a:lnTo>
                    <a:pt x="9525" y="2074456"/>
                  </a:lnTo>
                  <a:lnTo>
                    <a:pt x="1981200" y="2074456"/>
                  </a:lnTo>
                  <a:lnTo>
                    <a:pt x="1981200" y="2079218"/>
                  </a:lnTo>
                  <a:close/>
                </a:path>
                <a:path w="2288540" h="2084070">
                  <a:moveTo>
                    <a:pt x="1990725" y="2079218"/>
                  </a:moveTo>
                  <a:lnTo>
                    <a:pt x="1981200" y="2079218"/>
                  </a:lnTo>
                  <a:lnTo>
                    <a:pt x="1985962" y="2074456"/>
                  </a:lnTo>
                  <a:lnTo>
                    <a:pt x="1990725" y="2074456"/>
                  </a:lnTo>
                  <a:lnTo>
                    <a:pt x="1990725" y="20792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8" name="object 98"/>
          <p:cNvSpPr txBox="1"/>
          <p:nvPr/>
        </p:nvSpPr>
        <p:spPr>
          <a:xfrm>
            <a:off x="169710" y="2600337"/>
            <a:ext cx="1764664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UKIJ CJK"/>
                <a:cs typeface="UKIJ CJK"/>
              </a:rPr>
              <a:t>接受(N)服务的是</a:t>
            </a:r>
            <a:r>
              <a:rPr dirty="0" sz="1600" spc="-5">
                <a:latin typeface="UKIJ CJK"/>
                <a:cs typeface="UKIJ CJK"/>
              </a:rPr>
              <a:t>上 </a:t>
            </a:r>
            <a:r>
              <a:rPr dirty="0" sz="1600">
                <a:latin typeface="UKIJ CJK"/>
                <a:cs typeface="UKIJ CJK"/>
              </a:rPr>
              <a:t>一层实体，即</a:t>
            </a:r>
            <a:r>
              <a:rPr dirty="0" sz="1600" spc="-5">
                <a:latin typeface="UKIJ CJK"/>
                <a:cs typeface="UKIJ CJK"/>
              </a:rPr>
              <a:t>(</a:t>
            </a:r>
            <a:r>
              <a:rPr dirty="0" sz="1600" spc="10">
                <a:latin typeface="UKIJ CJK"/>
                <a:cs typeface="UKIJ CJK"/>
              </a:rPr>
              <a:t>N</a:t>
            </a:r>
            <a:r>
              <a:rPr dirty="0" sz="1600" spc="75">
                <a:latin typeface="UKIJ CJK"/>
                <a:cs typeface="UKIJ CJK"/>
              </a:rPr>
              <a:t>+</a:t>
            </a:r>
            <a:r>
              <a:rPr dirty="0" sz="1600" spc="105">
                <a:latin typeface="UKIJ CJK"/>
                <a:cs typeface="UKIJ CJK"/>
              </a:rPr>
              <a:t>1</a:t>
            </a:r>
            <a:r>
              <a:rPr dirty="0" sz="1600" spc="-5">
                <a:latin typeface="UKIJ CJK"/>
                <a:cs typeface="UKIJ CJK"/>
              </a:rPr>
              <a:t>)</a:t>
            </a:r>
            <a:endParaRPr sz="1600">
              <a:latin typeface="UKIJ CJK"/>
              <a:cs typeface="UKIJ CJK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144310" y="3088017"/>
            <a:ext cx="1770380" cy="756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8100" marR="3048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UKIJ CJK"/>
                <a:cs typeface="UKIJ CJK"/>
              </a:rPr>
              <a:t>实体。它们</a:t>
            </a:r>
            <a:r>
              <a:rPr dirty="0" sz="1600" spc="-1450">
                <a:latin typeface="UKIJ CJK"/>
                <a:cs typeface="UKIJ CJK"/>
              </a:rPr>
              <a:t>也</a:t>
            </a:r>
            <a:r>
              <a:rPr dirty="0" baseline="-7662" sz="2175" spc="-839">
                <a:latin typeface="Noto Sans CJK JP Black"/>
                <a:cs typeface="Noto Sans CJK JP Black"/>
              </a:rPr>
              <a:t>（N</a:t>
            </a:r>
            <a:r>
              <a:rPr dirty="0" sz="1600" spc="-880">
                <a:latin typeface="UKIJ CJK"/>
                <a:cs typeface="UKIJ CJK"/>
              </a:rPr>
              <a:t>称</a:t>
            </a:r>
            <a:r>
              <a:rPr dirty="0" baseline="-7662" sz="2175" spc="-869">
                <a:latin typeface="Noto Sans CJK JP Black"/>
                <a:cs typeface="Noto Sans CJK JP Black"/>
              </a:rPr>
              <a:t>）</a:t>
            </a:r>
            <a:r>
              <a:rPr dirty="0" sz="1600" spc="-1030">
                <a:latin typeface="UKIJ CJK"/>
                <a:cs typeface="UKIJ CJK"/>
              </a:rPr>
              <a:t>为</a:t>
            </a:r>
            <a:r>
              <a:rPr dirty="0" baseline="-7662" sz="2175" spc="-7">
                <a:latin typeface="Noto Sans CJK JP Black"/>
                <a:cs typeface="Noto Sans CJK JP Black"/>
              </a:rPr>
              <a:t>层 </a:t>
            </a:r>
            <a:r>
              <a:rPr dirty="0" sz="1600" spc="-5">
                <a:latin typeface="UKIJ CJK"/>
                <a:cs typeface="UKIJ CJK"/>
              </a:rPr>
              <a:t>(</a:t>
            </a:r>
            <a:r>
              <a:rPr dirty="0" sz="1600" spc="10">
                <a:latin typeface="UKIJ CJK"/>
                <a:cs typeface="UKIJ CJK"/>
              </a:rPr>
              <a:t>N</a:t>
            </a:r>
            <a:r>
              <a:rPr dirty="0" sz="1600" spc="-5">
                <a:latin typeface="UKIJ CJK"/>
                <a:cs typeface="UKIJ CJK"/>
              </a:rPr>
              <a:t>)</a:t>
            </a:r>
            <a:r>
              <a:rPr dirty="0" sz="1600">
                <a:latin typeface="UKIJ CJK"/>
                <a:cs typeface="UKIJ CJK"/>
              </a:rPr>
              <a:t>用户或更严格</a:t>
            </a:r>
            <a:r>
              <a:rPr dirty="0" sz="1600" spc="-5">
                <a:latin typeface="UKIJ CJK"/>
                <a:cs typeface="UKIJ CJK"/>
              </a:rPr>
              <a:t>些 </a:t>
            </a:r>
            <a:r>
              <a:rPr dirty="0" sz="1600">
                <a:latin typeface="UKIJ CJK"/>
                <a:cs typeface="UKIJ CJK"/>
              </a:rPr>
              <a:t>是(N)服务用户</a:t>
            </a:r>
            <a:r>
              <a:rPr dirty="0" sz="1600" spc="-5">
                <a:latin typeface="UKIJ CJK"/>
                <a:cs typeface="UKIJ CJK"/>
              </a:rPr>
              <a:t>。</a:t>
            </a:r>
            <a:endParaRPr sz="1600">
              <a:latin typeface="UKIJ CJK"/>
              <a:cs typeface="UKIJ CJK"/>
            </a:endParaRPr>
          </a:p>
        </p:txBody>
      </p:sp>
      <p:grpSp>
        <p:nvGrpSpPr>
          <p:cNvPr id="100" name="object 100"/>
          <p:cNvGrpSpPr/>
          <p:nvPr/>
        </p:nvGrpSpPr>
        <p:grpSpPr>
          <a:xfrm>
            <a:off x="5788939" y="2152167"/>
            <a:ext cx="3257550" cy="1714500"/>
            <a:chOff x="5788939" y="2152167"/>
            <a:chExt cx="3257550" cy="1714500"/>
          </a:xfrm>
        </p:grpSpPr>
        <p:sp>
          <p:nvSpPr>
            <p:cNvPr id="101" name="object 101"/>
            <p:cNvSpPr/>
            <p:nvPr/>
          </p:nvSpPr>
          <p:spPr>
            <a:xfrm>
              <a:off x="5820155" y="2174748"/>
              <a:ext cx="3221990" cy="1687195"/>
            </a:xfrm>
            <a:custGeom>
              <a:avLst/>
              <a:gdLst/>
              <a:ahLst/>
              <a:cxnLst/>
              <a:rect l="l" t="t" r="r" b="b"/>
              <a:pathLst>
                <a:path w="3221990" h="1687195">
                  <a:moveTo>
                    <a:pt x="3221736" y="1687067"/>
                  </a:moveTo>
                  <a:lnTo>
                    <a:pt x="1129284" y="1687067"/>
                  </a:lnTo>
                  <a:lnTo>
                    <a:pt x="1129284" y="957071"/>
                  </a:lnTo>
                  <a:lnTo>
                    <a:pt x="0" y="0"/>
                  </a:lnTo>
                  <a:lnTo>
                    <a:pt x="1129284" y="643127"/>
                  </a:lnTo>
                  <a:lnTo>
                    <a:pt x="1129284" y="434339"/>
                  </a:lnTo>
                  <a:lnTo>
                    <a:pt x="3221736" y="434339"/>
                  </a:lnTo>
                  <a:lnTo>
                    <a:pt x="3221736" y="1687067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5788939" y="2152167"/>
              <a:ext cx="3257550" cy="1714500"/>
            </a:xfrm>
            <a:custGeom>
              <a:avLst/>
              <a:gdLst/>
              <a:ahLst/>
              <a:cxnLst/>
              <a:rect l="l" t="t" r="r" b="b"/>
              <a:pathLst>
                <a:path w="3257550" h="1714500">
                  <a:moveTo>
                    <a:pt x="1156373" y="981321"/>
                  </a:moveTo>
                  <a:lnTo>
                    <a:pt x="0" y="2057"/>
                  </a:lnTo>
                  <a:lnTo>
                    <a:pt x="1435" y="0"/>
                  </a:lnTo>
                  <a:lnTo>
                    <a:pt x="35182" y="19227"/>
                  </a:lnTo>
                  <a:lnTo>
                    <a:pt x="35026" y="19227"/>
                  </a:lnTo>
                  <a:lnTo>
                    <a:pt x="29590" y="27000"/>
                  </a:lnTo>
                  <a:lnTo>
                    <a:pt x="74256" y="52449"/>
                  </a:lnTo>
                  <a:lnTo>
                    <a:pt x="1165898" y="976909"/>
                  </a:lnTo>
                  <a:lnTo>
                    <a:pt x="1165898" y="979106"/>
                  </a:lnTo>
                  <a:lnTo>
                    <a:pt x="1156373" y="979106"/>
                  </a:lnTo>
                  <a:lnTo>
                    <a:pt x="1156373" y="981321"/>
                  </a:lnTo>
                  <a:close/>
                </a:path>
                <a:path w="3257550" h="1714500">
                  <a:moveTo>
                    <a:pt x="74256" y="52449"/>
                  </a:moveTo>
                  <a:lnTo>
                    <a:pt x="29590" y="27000"/>
                  </a:lnTo>
                  <a:lnTo>
                    <a:pt x="35026" y="19227"/>
                  </a:lnTo>
                  <a:lnTo>
                    <a:pt x="74256" y="52449"/>
                  </a:lnTo>
                  <a:close/>
                </a:path>
                <a:path w="3257550" h="1714500">
                  <a:moveTo>
                    <a:pt x="1165898" y="674446"/>
                  </a:moveTo>
                  <a:lnTo>
                    <a:pt x="74256" y="52449"/>
                  </a:lnTo>
                  <a:lnTo>
                    <a:pt x="35026" y="19227"/>
                  </a:lnTo>
                  <a:lnTo>
                    <a:pt x="35182" y="19227"/>
                  </a:lnTo>
                  <a:lnTo>
                    <a:pt x="1156373" y="658042"/>
                  </a:lnTo>
                  <a:lnTo>
                    <a:pt x="1156373" y="666242"/>
                  </a:lnTo>
                  <a:lnTo>
                    <a:pt x="1165898" y="666242"/>
                  </a:lnTo>
                  <a:lnTo>
                    <a:pt x="1165898" y="674446"/>
                  </a:lnTo>
                  <a:close/>
                </a:path>
                <a:path w="3257550" h="1714500">
                  <a:moveTo>
                    <a:pt x="1165898" y="666242"/>
                  </a:moveTo>
                  <a:lnTo>
                    <a:pt x="1156373" y="666242"/>
                  </a:lnTo>
                  <a:lnTo>
                    <a:pt x="1163497" y="662101"/>
                  </a:lnTo>
                  <a:lnTo>
                    <a:pt x="1156373" y="658042"/>
                  </a:lnTo>
                  <a:lnTo>
                    <a:pt x="1156373" y="452907"/>
                  </a:lnTo>
                  <a:lnTo>
                    <a:pt x="3257181" y="452907"/>
                  </a:lnTo>
                  <a:lnTo>
                    <a:pt x="3257181" y="457669"/>
                  </a:lnTo>
                  <a:lnTo>
                    <a:pt x="1165898" y="457669"/>
                  </a:lnTo>
                  <a:lnTo>
                    <a:pt x="1161135" y="462432"/>
                  </a:lnTo>
                  <a:lnTo>
                    <a:pt x="1165898" y="462432"/>
                  </a:lnTo>
                  <a:lnTo>
                    <a:pt x="1165898" y="666242"/>
                  </a:lnTo>
                  <a:close/>
                </a:path>
                <a:path w="3257550" h="1714500">
                  <a:moveTo>
                    <a:pt x="1165898" y="462432"/>
                  </a:moveTo>
                  <a:lnTo>
                    <a:pt x="1161135" y="462432"/>
                  </a:lnTo>
                  <a:lnTo>
                    <a:pt x="1165898" y="457669"/>
                  </a:lnTo>
                  <a:lnTo>
                    <a:pt x="1165898" y="462432"/>
                  </a:lnTo>
                  <a:close/>
                </a:path>
                <a:path w="3257550" h="1714500">
                  <a:moveTo>
                    <a:pt x="3247656" y="462432"/>
                  </a:moveTo>
                  <a:lnTo>
                    <a:pt x="1165898" y="462432"/>
                  </a:lnTo>
                  <a:lnTo>
                    <a:pt x="1165898" y="457669"/>
                  </a:lnTo>
                  <a:lnTo>
                    <a:pt x="3247656" y="457669"/>
                  </a:lnTo>
                  <a:lnTo>
                    <a:pt x="3247656" y="462432"/>
                  </a:lnTo>
                  <a:close/>
                </a:path>
                <a:path w="3257550" h="1714500">
                  <a:moveTo>
                    <a:pt x="3247656" y="1709127"/>
                  </a:moveTo>
                  <a:lnTo>
                    <a:pt x="3247656" y="457669"/>
                  </a:lnTo>
                  <a:lnTo>
                    <a:pt x="3252419" y="462432"/>
                  </a:lnTo>
                  <a:lnTo>
                    <a:pt x="3257181" y="462432"/>
                  </a:lnTo>
                  <a:lnTo>
                    <a:pt x="3257181" y="1704365"/>
                  </a:lnTo>
                  <a:lnTo>
                    <a:pt x="3252419" y="1704365"/>
                  </a:lnTo>
                  <a:lnTo>
                    <a:pt x="3247656" y="1709127"/>
                  </a:lnTo>
                  <a:close/>
                </a:path>
                <a:path w="3257550" h="1714500">
                  <a:moveTo>
                    <a:pt x="3257181" y="462432"/>
                  </a:moveTo>
                  <a:lnTo>
                    <a:pt x="3252419" y="462432"/>
                  </a:lnTo>
                  <a:lnTo>
                    <a:pt x="3247656" y="457669"/>
                  </a:lnTo>
                  <a:lnTo>
                    <a:pt x="3257181" y="457669"/>
                  </a:lnTo>
                  <a:lnTo>
                    <a:pt x="3257181" y="462432"/>
                  </a:lnTo>
                  <a:close/>
                </a:path>
                <a:path w="3257550" h="1714500">
                  <a:moveTo>
                    <a:pt x="1156373" y="666242"/>
                  </a:moveTo>
                  <a:lnTo>
                    <a:pt x="1156373" y="658042"/>
                  </a:lnTo>
                  <a:lnTo>
                    <a:pt x="1163497" y="662101"/>
                  </a:lnTo>
                  <a:lnTo>
                    <a:pt x="1156373" y="666242"/>
                  </a:lnTo>
                  <a:close/>
                </a:path>
                <a:path w="3257550" h="1714500">
                  <a:moveTo>
                    <a:pt x="1158062" y="982751"/>
                  </a:moveTo>
                  <a:lnTo>
                    <a:pt x="1156373" y="981321"/>
                  </a:lnTo>
                  <a:lnTo>
                    <a:pt x="1156373" y="979106"/>
                  </a:lnTo>
                  <a:lnTo>
                    <a:pt x="1158062" y="982751"/>
                  </a:lnTo>
                  <a:close/>
                </a:path>
                <a:path w="3257550" h="1714500">
                  <a:moveTo>
                    <a:pt x="1165898" y="982751"/>
                  </a:moveTo>
                  <a:lnTo>
                    <a:pt x="1158062" y="982751"/>
                  </a:lnTo>
                  <a:lnTo>
                    <a:pt x="1156373" y="979106"/>
                  </a:lnTo>
                  <a:lnTo>
                    <a:pt x="1165898" y="979106"/>
                  </a:lnTo>
                  <a:lnTo>
                    <a:pt x="1165898" y="982751"/>
                  </a:lnTo>
                  <a:close/>
                </a:path>
                <a:path w="3257550" h="1714500">
                  <a:moveTo>
                    <a:pt x="3257181" y="1713890"/>
                  </a:moveTo>
                  <a:lnTo>
                    <a:pt x="1156373" y="1713890"/>
                  </a:lnTo>
                  <a:lnTo>
                    <a:pt x="1156373" y="981321"/>
                  </a:lnTo>
                  <a:lnTo>
                    <a:pt x="1158062" y="982751"/>
                  </a:lnTo>
                  <a:lnTo>
                    <a:pt x="1165898" y="982751"/>
                  </a:lnTo>
                  <a:lnTo>
                    <a:pt x="1165898" y="1704365"/>
                  </a:lnTo>
                  <a:lnTo>
                    <a:pt x="1161135" y="1704365"/>
                  </a:lnTo>
                  <a:lnTo>
                    <a:pt x="1165898" y="1709127"/>
                  </a:lnTo>
                  <a:lnTo>
                    <a:pt x="3257181" y="1709127"/>
                  </a:lnTo>
                  <a:lnTo>
                    <a:pt x="3257181" y="1713890"/>
                  </a:lnTo>
                  <a:close/>
                </a:path>
                <a:path w="3257550" h="1714500">
                  <a:moveTo>
                    <a:pt x="1165898" y="1709127"/>
                  </a:moveTo>
                  <a:lnTo>
                    <a:pt x="1161135" y="1704365"/>
                  </a:lnTo>
                  <a:lnTo>
                    <a:pt x="1165898" y="1704365"/>
                  </a:lnTo>
                  <a:lnTo>
                    <a:pt x="1165898" y="1709127"/>
                  </a:lnTo>
                  <a:close/>
                </a:path>
                <a:path w="3257550" h="1714500">
                  <a:moveTo>
                    <a:pt x="3247656" y="1709127"/>
                  </a:moveTo>
                  <a:lnTo>
                    <a:pt x="1165898" y="1709127"/>
                  </a:lnTo>
                  <a:lnTo>
                    <a:pt x="1165898" y="1704365"/>
                  </a:lnTo>
                  <a:lnTo>
                    <a:pt x="3247656" y="1704365"/>
                  </a:lnTo>
                  <a:lnTo>
                    <a:pt x="3247656" y="1709127"/>
                  </a:lnTo>
                  <a:close/>
                </a:path>
                <a:path w="3257550" h="1714500">
                  <a:moveTo>
                    <a:pt x="3257181" y="1709127"/>
                  </a:moveTo>
                  <a:lnTo>
                    <a:pt x="3247656" y="1709127"/>
                  </a:lnTo>
                  <a:lnTo>
                    <a:pt x="3252419" y="1704365"/>
                  </a:lnTo>
                  <a:lnTo>
                    <a:pt x="3257181" y="1704365"/>
                  </a:lnTo>
                  <a:lnTo>
                    <a:pt x="3257181" y="17091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3" name="object 103"/>
          <p:cNvSpPr txBox="1"/>
          <p:nvPr/>
        </p:nvSpPr>
        <p:spPr>
          <a:xfrm>
            <a:off x="7028815" y="2628887"/>
            <a:ext cx="1922780" cy="1243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UKIJ CJK"/>
                <a:cs typeface="UKIJ CJK"/>
              </a:rPr>
              <a:t>两个(N)实体在(N)</a:t>
            </a:r>
            <a:r>
              <a:rPr dirty="0" sz="1600" spc="-5">
                <a:latin typeface="UKIJ CJK"/>
                <a:cs typeface="UKIJ CJK"/>
              </a:rPr>
              <a:t>协 </a:t>
            </a:r>
            <a:r>
              <a:rPr dirty="0" sz="1600">
                <a:latin typeface="UKIJ CJK"/>
                <a:cs typeface="UKIJ CJK"/>
              </a:rPr>
              <a:t>议的控制下的通信</a:t>
            </a:r>
            <a:r>
              <a:rPr dirty="0" sz="1600" spc="-5">
                <a:latin typeface="UKIJ CJK"/>
                <a:cs typeface="UKIJ CJK"/>
              </a:rPr>
              <a:t>，  </a:t>
            </a:r>
            <a:r>
              <a:rPr dirty="0" sz="1600">
                <a:latin typeface="UKIJ CJK"/>
                <a:cs typeface="UKIJ CJK"/>
              </a:rPr>
              <a:t>使</a:t>
            </a:r>
            <a:r>
              <a:rPr dirty="0" sz="1600" spc="-5">
                <a:latin typeface="UKIJ CJK"/>
                <a:cs typeface="UKIJ CJK"/>
              </a:rPr>
              <a:t>(</a:t>
            </a:r>
            <a:r>
              <a:rPr dirty="0" sz="1600" spc="10">
                <a:latin typeface="UKIJ CJK"/>
                <a:cs typeface="UKIJ CJK"/>
              </a:rPr>
              <a:t>N</a:t>
            </a:r>
            <a:r>
              <a:rPr dirty="0" sz="1600" spc="-5">
                <a:latin typeface="UKIJ CJK"/>
                <a:cs typeface="UKIJ CJK"/>
              </a:rPr>
              <a:t>)</a:t>
            </a:r>
            <a:r>
              <a:rPr dirty="0" sz="1600">
                <a:latin typeface="UKIJ CJK"/>
                <a:cs typeface="UKIJ CJK"/>
              </a:rPr>
              <a:t>层能够向上一</a:t>
            </a:r>
            <a:r>
              <a:rPr dirty="0" sz="1600" spc="-5">
                <a:latin typeface="UKIJ CJK"/>
                <a:cs typeface="UKIJ CJK"/>
              </a:rPr>
              <a:t>层  </a:t>
            </a:r>
            <a:r>
              <a:rPr dirty="0" sz="1600" spc="35">
                <a:latin typeface="UKIJ CJK"/>
                <a:cs typeface="UKIJ CJK"/>
              </a:rPr>
              <a:t>(N+1)</a:t>
            </a:r>
            <a:r>
              <a:rPr dirty="0" sz="1600">
                <a:latin typeface="UKIJ CJK"/>
                <a:cs typeface="UKIJ CJK"/>
              </a:rPr>
              <a:t>提供服务。</a:t>
            </a:r>
            <a:r>
              <a:rPr dirty="0" sz="1600" spc="-5">
                <a:latin typeface="UKIJ CJK"/>
                <a:cs typeface="UKIJ CJK"/>
              </a:rPr>
              <a:t>这 </a:t>
            </a:r>
            <a:r>
              <a:rPr dirty="0" sz="1600">
                <a:latin typeface="UKIJ CJK"/>
                <a:cs typeface="UKIJ CJK"/>
              </a:rPr>
              <a:t>种服务就是(N)服</a:t>
            </a:r>
            <a:r>
              <a:rPr dirty="0" sz="1600" spc="-5">
                <a:latin typeface="UKIJ CJK"/>
                <a:cs typeface="UKIJ CJK"/>
              </a:rPr>
              <a:t>务</a:t>
            </a:r>
            <a:endParaRPr sz="1600">
              <a:latin typeface="UKIJ CJK"/>
              <a:cs typeface="UKIJ CJK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7003415" y="3804361"/>
            <a:ext cx="8693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9259" sz="2700" spc="-2032">
                <a:latin typeface="UKIJ CJK"/>
                <a:cs typeface="UKIJ CJK"/>
              </a:rPr>
              <a:t>。</a:t>
            </a:r>
            <a:r>
              <a:rPr dirty="0" sz="1450" spc="-5">
                <a:latin typeface="Noto Sans CJK JP Black"/>
                <a:cs typeface="Noto Sans CJK JP Black"/>
              </a:rPr>
              <a:t>层间接口</a:t>
            </a:r>
            <a:endParaRPr sz="1450">
              <a:latin typeface="Noto Sans CJK JP Black"/>
              <a:cs typeface="Noto Sans CJK JP Black"/>
            </a:endParaRPr>
          </a:p>
        </p:txBody>
      </p:sp>
      <p:grpSp>
        <p:nvGrpSpPr>
          <p:cNvPr id="105" name="object 105"/>
          <p:cNvGrpSpPr/>
          <p:nvPr/>
        </p:nvGrpSpPr>
        <p:grpSpPr>
          <a:xfrm>
            <a:off x="4701425" y="3531844"/>
            <a:ext cx="4234815" cy="1960245"/>
            <a:chOff x="4701425" y="3531844"/>
            <a:chExt cx="4234815" cy="1960245"/>
          </a:xfrm>
        </p:grpSpPr>
        <p:sp>
          <p:nvSpPr>
            <p:cNvPr id="106" name="object 106"/>
            <p:cNvSpPr/>
            <p:nvPr/>
          </p:nvSpPr>
          <p:spPr>
            <a:xfrm>
              <a:off x="4738116" y="3546347"/>
              <a:ext cx="4192904" cy="1940560"/>
            </a:xfrm>
            <a:custGeom>
              <a:avLst/>
              <a:gdLst/>
              <a:ahLst/>
              <a:cxnLst/>
              <a:rect l="l" t="t" r="r" b="b"/>
              <a:pathLst>
                <a:path w="4192904" h="1940560">
                  <a:moveTo>
                    <a:pt x="4192524" y="1940052"/>
                  </a:moveTo>
                  <a:lnTo>
                    <a:pt x="1199388" y="1940052"/>
                  </a:lnTo>
                  <a:lnTo>
                    <a:pt x="1199388" y="617219"/>
                  </a:lnTo>
                  <a:lnTo>
                    <a:pt x="1697736" y="617219"/>
                  </a:lnTo>
                  <a:lnTo>
                    <a:pt x="0" y="0"/>
                  </a:lnTo>
                  <a:lnTo>
                    <a:pt x="2446019" y="617219"/>
                  </a:lnTo>
                  <a:lnTo>
                    <a:pt x="4192524" y="617219"/>
                  </a:lnTo>
                  <a:lnTo>
                    <a:pt x="4192524" y="1940052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4701425" y="3531844"/>
              <a:ext cx="4234815" cy="1960245"/>
            </a:xfrm>
            <a:custGeom>
              <a:avLst/>
              <a:gdLst/>
              <a:ahLst/>
              <a:cxnLst/>
              <a:rect l="l" t="t" r="r" b="b"/>
              <a:pathLst>
                <a:path w="4234815" h="1960245">
                  <a:moveTo>
                    <a:pt x="1733308" y="635635"/>
                  </a:moveTo>
                  <a:lnTo>
                    <a:pt x="0" y="5410"/>
                  </a:lnTo>
                  <a:lnTo>
                    <a:pt x="1663" y="0"/>
                  </a:lnTo>
                  <a:lnTo>
                    <a:pt x="39007" y="9423"/>
                  </a:lnTo>
                  <a:lnTo>
                    <a:pt x="36093" y="18516"/>
                  </a:lnTo>
                  <a:lnTo>
                    <a:pt x="126960" y="41446"/>
                  </a:lnTo>
                  <a:lnTo>
                    <a:pt x="1735775" y="626402"/>
                  </a:lnTo>
                  <a:lnTo>
                    <a:pt x="1734934" y="626402"/>
                  </a:lnTo>
                  <a:lnTo>
                    <a:pt x="1733308" y="635635"/>
                  </a:lnTo>
                  <a:close/>
                </a:path>
                <a:path w="4234815" h="1960245">
                  <a:moveTo>
                    <a:pt x="126960" y="41446"/>
                  </a:moveTo>
                  <a:lnTo>
                    <a:pt x="36093" y="18516"/>
                  </a:lnTo>
                  <a:lnTo>
                    <a:pt x="38887" y="9423"/>
                  </a:lnTo>
                  <a:lnTo>
                    <a:pt x="126960" y="41446"/>
                  </a:lnTo>
                  <a:close/>
                </a:path>
                <a:path w="4234815" h="1960245">
                  <a:moveTo>
                    <a:pt x="4225086" y="635927"/>
                  </a:moveTo>
                  <a:lnTo>
                    <a:pt x="2482811" y="635927"/>
                  </a:lnTo>
                  <a:lnTo>
                    <a:pt x="126960" y="41446"/>
                  </a:lnTo>
                  <a:lnTo>
                    <a:pt x="38887" y="9423"/>
                  </a:lnTo>
                  <a:lnTo>
                    <a:pt x="2484023" y="626402"/>
                  </a:lnTo>
                  <a:lnTo>
                    <a:pt x="2483408" y="626402"/>
                  </a:lnTo>
                  <a:lnTo>
                    <a:pt x="2484577" y="626541"/>
                  </a:lnTo>
                  <a:lnTo>
                    <a:pt x="4234611" y="626541"/>
                  </a:lnTo>
                  <a:lnTo>
                    <a:pt x="4234611" y="631164"/>
                  </a:lnTo>
                  <a:lnTo>
                    <a:pt x="4225086" y="631164"/>
                  </a:lnTo>
                  <a:lnTo>
                    <a:pt x="4225086" y="635927"/>
                  </a:lnTo>
                  <a:close/>
                </a:path>
                <a:path w="4234815" h="1960245">
                  <a:moveTo>
                    <a:pt x="4234611" y="1959635"/>
                  </a:moveTo>
                  <a:lnTo>
                    <a:pt x="1231188" y="1959635"/>
                  </a:lnTo>
                  <a:lnTo>
                    <a:pt x="1231188" y="626402"/>
                  </a:lnTo>
                  <a:lnTo>
                    <a:pt x="1707915" y="626402"/>
                  </a:lnTo>
                  <a:lnTo>
                    <a:pt x="1721013" y="631164"/>
                  </a:lnTo>
                  <a:lnTo>
                    <a:pt x="1240713" y="631164"/>
                  </a:lnTo>
                  <a:lnTo>
                    <a:pt x="1235951" y="635927"/>
                  </a:lnTo>
                  <a:lnTo>
                    <a:pt x="1240713" y="635927"/>
                  </a:lnTo>
                  <a:lnTo>
                    <a:pt x="1240713" y="1950110"/>
                  </a:lnTo>
                  <a:lnTo>
                    <a:pt x="1235951" y="1950110"/>
                  </a:lnTo>
                  <a:lnTo>
                    <a:pt x="1240713" y="1954872"/>
                  </a:lnTo>
                  <a:lnTo>
                    <a:pt x="4234611" y="1954872"/>
                  </a:lnTo>
                  <a:lnTo>
                    <a:pt x="4234611" y="1959635"/>
                  </a:lnTo>
                  <a:close/>
                </a:path>
                <a:path w="4234815" h="1960245">
                  <a:moveTo>
                    <a:pt x="1761169" y="635635"/>
                  </a:moveTo>
                  <a:lnTo>
                    <a:pt x="1733308" y="635635"/>
                  </a:lnTo>
                  <a:lnTo>
                    <a:pt x="1734934" y="626402"/>
                  </a:lnTo>
                  <a:lnTo>
                    <a:pt x="1735775" y="626402"/>
                  </a:lnTo>
                  <a:lnTo>
                    <a:pt x="1761169" y="635635"/>
                  </a:lnTo>
                  <a:close/>
                </a:path>
                <a:path w="4234815" h="1960245">
                  <a:moveTo>
                    <a:pt x="2484577" y="626541"/>
                  </a:moveTo>
                  <a:lnTo>
                    <a:pt x="2483408" y="626402"/>
                  </a:lnTo>
                  <a:lnTo>
                    <a:pt x="2484023" y="626402"/>
                  </a:lnTo>
                  <a:lnTo>
                    <a:pt x="2484577" y="626541"/>
                  </a:lnTo>
                  <a:close/>
                </a:path>
                <a:path w="4234815" h="1960245">
                  <a:moveTo>
                    <a:pt x="4234611" y="626541"/>
                  </a:moveTo>
                  <a:lnTo>
                    <a:pt x="2484577" y="626541"/>
                  </a:lnTo>
                  <a:lnTo>
                    <a:pt x="2484023" y="626402"/>
                  </a:lnTo>
                  <a:lnTo>
                    <a:pt x="4234611" y="626402"/>
                  </a:lnTo>
                  <a:lnTo>
                    <a:pt x="4234611" y="626541"/>
                  </a:lnTo>
                  <a:close/>
                </a:path>
                <a:path w="4234815" h="1960245">
                  <a:moveTo>
                    <a:pt x="1240713" y="635927"/>
                  </a:moveTo>
                  <a:lnTo>
                    <a:pt x="1235951" y="635927"/>
                  </a:lnTo>
                  <a:lnTo>
                    <a:pt x="1240713" y="631164"/>
                  </a:lnTo>
                  <a:lnTo>
                    <a:pt x="1240713" y="635927"/>
                  </a:lnTo>
                  <a:close/>
                </a:path>
                <a:path w="4234815" h="1960245">
                  <a:moveTo>
                    <a:pt x="1761972" y="635927"/>
                  </a:moveTo>
                  <a:lnTo>
                    <a:pt x="1240713" y="635927"/>
                  </a:lnTo>
                  <a:lnTo>
                    <a:pt x="1240713" y="631164"/>
                  </a:lnTo>
                  <a:lnTo>
                    <a:pt x="1721013" y="631164"/>
                  </a:lnTo>
                  <a:lnTo>
                    <a:pt x="1733308" y="635635"/>
                  </a:lnTo>
                  <a:lnTo>
                    <a:pt x="1761169" y="635635"/>
                  </a:lnTo>
                  <a:lnTo>
                    <a:pt x="1761972" y="635927"/>
                  </a:lnTo>
                  <a:close/>
                </a:path>
                <a:path w="4234815" h="1960245">
                  <a:moveTo>
                    <a:pt x="4225086" y="1954872"/>
                  </a:moveTo>
                  <a:lnTo>
                    <a:pt x="4225086" y="631164"/>
                  </a:lnTo>
                  <a:lnTo>
                    <a:pt x="4229849" y="635927"/>
                  </a:lnTo>
                  <a:lnTo>
                    <a:pt x="4234611" y="635927"/>
                  </a:lnTo>
                  <a:lnTo>
                    <a:pt x="4234611" y="1950110"/>
                  </a:lnTo>
                  <a:lnTo>
                    <a:pt x="4229849" y="1950110"/>
                  </a:lnTo>
                  <a:lnTo>
                    <a:pt x="4225086" y="1954872"/>
                  </a:lnTo>
                  <a:close/>
                </a:path>
                <a:path w="4234815" h="1960245">
                  <a:moveTo>
                    <a:pt x="4234611" y="635927"/>
                  </a:moveTo>
                  <a:lnTo>
                    <a:pt x="4229849" y="635927"/>
                  </a:lnTo>
                  <a:lnTo>
                    <a:pt x="4225086" y="631164"/>
                  </a:lnTo>
                  <a:lnTo>
                    <a:pt x="4234611" y="631164"/>
                  </a:lnTo>
                  <a:lnTo>
                    <a:pt x="4234611" y="635927"/>
                  </a:lnTo>
                  <a:close/>
                </a:path>
                <a:path w="4234815" h="1960245">
                  <a:moveTo>
                    <a:pt x="1240713" y="1954872"/>
                  </a:moveTo>
                  <a:lnTo>
                    <a:pt x="1235951" y="1950110"/>
                  </a:lnTo>
                  <a:lnTo>
                    <a:pt x="1240713" y="1950110"/>
                  </a:lnTo>
                  <a:lnTo>
                    <a:pt x="1240713" y="1954872"/>
                  </a:lnTo>
                  <a:close/>
                </a:path>
                <a:path w="4234815" h="1960245">
                  <a:moveTo>
                    <a:pt x="4225086" y="1954872"/>
                  </a:moveTo>
                  <a:lnTo>
                    <a:pt x="1240713" y="1954872"/>
                  </a:lnTo>
                  <a:lnTo>
                    <a:pt x="1240713" y="1950110"/>
                  </a:lnTo>
                  <a:lnTo>
                    <a:pt x="4225086" y="1950110"/>
                  </a:lnTo>
                  <a:lnTo>
                    <a:pt x="4225086" y="1954872"/>
                  </a:lnTo>
                  <a:close/>
                </a:path>
                <a:path w="4234815" h="1960245">
                  <a:moveTo>
                    <a:pt x="4234611" y="1954872"/>
                  </a:moveTo>
                  <a:lnTo>
                    <a:pt x="4225086" y="1954872"/>
                  </a:lnTo>
                  <a:lnTo>
                    <a:pt x="4229849" y="1950110"/>
                  </a:lnTo>
                  <a:lnTo>
                    <a:pt x="4234611" y="1950110"/>
                  </a:lnTo>
                  <a:lnTo>
                    <a:pt x="4234611" y="19548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8" name="object 108"/>
          <p:cNvSpPr txBox="1"/>
          <p:nvPr/>
        </p:nvSpPr>
        <p:spPr>
          <a:xfrm>
            <a:off x="6016116" y="4182059"/>
            <a:ext cx="273558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UKIJ CJK"/>
                <a:cs typeface="UKIJ CJK"/>
              </a:rPr>
              <a:t>将</a:t>
            </a:r>
            <a:r>
              <a:rPr dirty="0" sz="1600" spc="-5">
                <a:latin typeface="UKIJ CJK"/>
                <a:cs typeface="UKIJ CJK"/>
              </a:rPr>
              <a:t>(</a:t>
            </a:r>
            <a:r>
              <a:rPr dirty="0" sz="1600" spc="10">
                <a:latin typeface="UKIJ CJK"/>
                <a:cs typeface="UKIJ CJK"/>
              </a:rPr>
              <a:t>N</a:t>
            </a:r>
            <a:r>
              <a:rPr dirty="0" sz="1600" spc="-5">
                <a:latin typeface="UKIJ CJK"/>
                <a:cs typeface="UKIJ CJK"/>
              </a:rPr>
              <a:t>)</a:t>
            </a:r>
            <a:r>
              <a:rPr dirty="0" sz="1600">
                <a:latin typeface="UKIJ CJK"/>
                <a:cs typeface="UKIJ CJK"/>
              </a:rPr>
              <a:t>层对等实体之间，为实</a:t>
            </a:r>
            <a:r>
              <a:rPr dirty="0" sz="1600" spc="-5">
                <a:latin typeface="UKIJ CJK"/>
                <a:cs typeface="UKIJ CJK"/>
              </a:rPr>
              <a:t>现</a:t>
            </a:r>
            <a:endParaRPr sz="1600">
              <a:latin typeface="UKIJ CJK"/>
              <a:cs typeface="UKIJ CJK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6016116" y="4425899"/>
            <a:ext cx="2834005" cy="1000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UKIJ CJK"/>
                <a:cs typeface="UKIJ CJK"/>
              </a:rPr>
              <a:t>该层协议所交换的信息单元</a:t>
            </a:r>
            <a:r>
              <a:rPr dirty="0" sz="1600" spc="-5">
                <a:latin typeface="UKIJ CJK"/>
                <a:cs typeface="UKIJ CJK"/>
              </a:rPr>
              <a:t>称 </a:t>
            </a:r>
            <a:r>
              <a:rPr dirty="0" sz="1600">
                <a:latin typeface="UKIJ CJK"/>
                <a:cs typeface="UKIJ CJK"/>
              </a:rPr>
              <a:t>为协议数据单元</a:t>
            </a:r>
            <a:r>
              <a:rPr dirty="0" sz="1600" spc="50">
                <a:latin typeface="UKIJ CJK"/>
                <a:cs typeface="UKIJ CJK"/>
              </a:rPr>
              <a:t>PDU(Protocol  </a:t>
            </a:r>
            <a:r>
              <a:rPr dirty="0" sz="1600" spc="95">
                <a:latin typeface="UKIJ CJK"/>
                <a:cs typeface="UKIJ CJK"/>
              </a:rPr>
              <a:t>Data</a:t>
            </a:r>
            <a:r>
              <a:rPr dirty="0" sz="1600" spc="30">
                <a:latin typeface="UKIJ CJK"/>
                <a:cs typeface="UKIJ CJK"/>
              </a:rPr>
              <a:t> </a:t>
            </a:r>
            <a:r>
              <a:rPr dirty="0" sz="1600" spc="70">
                <a:latin typeface="UKIJ CJK"/>
                <a:cs typeface="UKIJ CJK"/>
              </a:rPr>
              <a:t>Unit)</a:t>
            </a:r>
            <a:r>
              <a:rPr dirty="0" sz="1600">
                <a:latin typeface="UKIJ CJK"/>
                <a:cs typeface="UKIJ CJK"/>
              </a:rPr>
              <a:t>。通常将第</a:t>
            </a:r>
            <a:r>
              <a:rPr dirty="0" sz="1600" spc="10">
                <a:latin typeface="UKIJ CJK"/>
                <a:cs typeface="UKIJ CJK"/>
              </a:rPr>
              <a:t>N</a:t>
            </a:r>
            <a:r>
              <a:rPr dirty="0" sz="1600">
                <a:latin typeface="UKIJ CJK"/>
                <a:cs typeface="UKIJ CJK"/>
              </a:rPr>
              <a:t>层的</a:t>
            </a:r>
            <a:r>
              <a:rPr dirty="0" sz="1600" spc="-5">
                <a:latin typeface="UKIJ CJK"/>
                <a:cs typeface="UKIJ CJK"/>
              </a:rPr>
              <a:t>协 </a:t>
            </a:r>
            <a:r>
              <a:rPr dirty="0" sz="1600">
                <a:latin typeface="UKIJ CJK"/>
                <a:cs typeface="UKIJ CJK"/>
              </a:rPr>
              <a:t>议数据单元记为(N)</a:t>
            </a:r>
            <a:r>
              <a:rPr dirty="0" sz="1600" spc="75">
                <a:latin typeface="UKIJ CJK"/>
                <a:cs typeface="UKIJ CJK"/>
              </a:rPr>
              <a:t> </a:t>
            </a:r>
            <a:r>
              <a:rPr dirty="0" sz="1600" spc="125">
                <a:latin typeface="UKIJ CJK"/>
                <a:cs typeface="UKIJ CJK"/>
              </a:rPr>
              <a:t>PDU</a:t>
            </a:r>
            <a:r>
              <a:rPr dirty="0" sz="1600" spc="-5">
                <a:latin typeface="UKIJ CJK"/>
                <a:cs typeface="UKIJ CJK"/>
              </a:rPr>
              <a:t>。</a:t>
            </a:r>
            <a:endParaRPr sz="1600">
              <a:latin typeface="UKIJ CJK"/>
              <a:cs typeface="UKIJ CJK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0365" y="358927"/>
            <a:ext cx="5127625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20" b="0">
                <a:latin typeface="WenQuanYi Zen Hei Mono"/>
                <a:cs typeface="WenQuanYi Zen Hei Mono"/>
              </a:rPr>
              <a:t>数据单元的名称与关</a:t>
            </a:r>
            <a:r>
              <a:rPr dirty="0" sz="4000" spc="-5" b="0">
                <a:latin typeface="WenQuanYi Zen Hei Mono"/>
                <a:cs typeface="WenQuanYi Zen Hei Mono"/>
              </a:rPr>
              <a:t>系</a:t>
            </a:r>
            <a:endParaRPr sz="4000">
              <a:latin typeface="WenQuanYi Zen Hei Mono"/>
              <a:cs typeface="WenQuanYi Zen Hei Mono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02919" y="1335024"/>
            <a:ext cx="8422005" cy="4768850"/>
            <a:chOff x="502919" y="1335024"/>
            <a:chExt cx="8422005" cy="4768850"/>
          </a:xfrm>
        </p:grpSpPr>
        <p:sp>
          <p:nvSpPr>
            <p:cNvPr id="4" name="object 4"/>
            <p:cNvSpPr/>
            <p:nvPr/>
          </p:nvSpPr>
          <p:spPr>
            <a:xfrm>
              <a:off x="502919" y="1335024"/>
              <a:ext cx="8421623" cy="476859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473196" y="1490472"/>
              <a:ext cx="1800225" cy="1981200"/>
            </a:xfrm>
            <a:custGeom>
              <a:avLst/>
              <a:gdLst/>
              <a:ahLst/>
              <a:cxnLst/>
              <a:rect l="l" t="t" r="r" b="b"/>
              <a:pathLst>
                <a:path w="1800225" h="1981200">
                  <a:moveTo>
                    <a:pt x="1042415" y="1981200"/>
                  </a:moveTo>
                  <a:lnTo>
                    <a:pt x="1050036" y="466344"/>
                  </a:lnTo>
                  <a:lnTo>
                    <a:pt x="0" y="466344"/>
                  </a:lnTo>
                  <a:lnTo>
                    <a:pt x="0" y="0"/>
                  </a:lnTo>
                  <a:lnTo>
                    <a:pt x="1799843" y="0"/>
                  </a:lnTo>
                  <a:lnTo>
                    <a:pt x="1799843" y="466344"/>
                  </a:lnTo>
                  <a:lnTo>
                    <a:pt x="1499615" y="466344"/>
                  </a:lnTo>
                  <a:lnTo>
                    <a:pt x="1042415" y="198120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467722" y="1485480"/>
              <a:ext cx="1809750" cy="2019300"/>
            </a:xfrm>
            <a:custGeom>
              <a:avLst/>
              <a:gdLst/>
              <a:ahLst/>
              <a:cxnLst/>
              <a:rect l="l" t="t" r="r" b="b"/>
              <a:pathLst>
                <a:path w="1809750" h="2019300">
                  <a:moveTo>
                    <a:pt x="1050102" y="475373"/>
                  </a:moveTo>
                  <a:lnTo>
                    <a:pt x="0" y="475373"/>
                  </a:lnTo>
                  <a:lnTo>
                    <a:pt x="0" y="0"/>
                  </a:lnTo>
                  <a:lnTo>
                    <a:pt x="1809750" y="0"/>
                  </a:lnTo>
                  <a:lnTo>
                    <a:pt x="1809750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465848"/>
                  </a:lnTo>
                  <a:lnTo>
                    <a:pt x="4762" y="465848"/>
                  </a:lnTo>
                  <a:lnTo>
                    <a:pt x="9525" y="470611"/>
                  </a:lnTo>
                  <a:lnTo>
                    <a:pt x="1050124" y="470611"/>
                  </a:lnTo>
                  <a:lnTo>
                    <a:pt x="1050102" y="475373"/>
                  </a:lnTo>
                  <a:close/>
                </a:path>
                <a:path w="1809750" h="2019300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1809750" h="2019300">
                  <a:moveTo>
                    <a:pt x="1800225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1800225" y="4762"/>
                  </a:lnTo>
                  <a:lnTo>
                    <a:pt x="1800225" y="9525"/>
                  </a:lnTo>
                  <a:close/>
                </a:path>
                <a:path w="1809750" h="2019300">
                  <a:moveTo>
                    <a:pt x="1800225" y="470611"/>
                  </a:moveTo>
                  <a:lnTo>
                    <a:pt x="1800225" y="4762"/>
                  </a:lnTo>
                  <a:lnTo>
                    <a:pt x="1804987" y="9525"/>
                  </a:lnTo>
                  <a:lnTo>
                    <a:pt x="1809750" y="9525"/>
                  </a:lnTo>
                  <a:lnTo>
                    <a:pt x="1809750" y="465848"/>
                  </a:lnTo>
                  <a:lnTo>
                    <a:pt x="1804987" y="465848"/>
                  </a:lnTo>
                  <a:lnTo>
                    <a:pt x="1800225" y="470611"/>
                  </a:lnTo>
                  <a:close/>
                </a:path>
                <a:path w="1809750" h="2019300">
                  <a:moveTo>
                    <a:pt x="1809750" y="9525"/>
                  </a:moveTo>
                  <a:lnTo>
                    <a:pt x="1804987" y="9525"/>
                  </a:lnTo>
                  <a:lnTo>
                    <a:pt x="1800225" y="4762"/>
                  </a:lnTo>
                  <a:lnTo>
                    <a:pt x="1809750" y="4762"/>
                  </a:lnTo>
                  <a:lnTo>
                    <a:pt x="1809750" y="9525"/>
                  </a:lnTo>
                  <a:close/>
                </a:path>
                <a:path w="1809750" h="2019300">
                  <a:moveTo>
                    <a:pt x="9525" y="470611"/>
                  </a:moveTo>
                  <a:lnTo>
                    <a:pt x="4762" y="465848"/>
                  </a:lnTo>
                  <a:lnTo>
                    <a:pt x="9525" y="465848"/>
                  </a:lnTo>
                  <a:lnTo>
                    <a:pt x="9525" y="470611"/>
                  </a:lnTo>
                  <a:close/>
                </a:path>
                <a:path w="1809750" h="2019300">
                  <a:moveTo>
                    <a:pt x="1050124" y="470611"/>
                  </a:moveTo>
                  <a:lnTo>
                    <a:pt x="9525" y="470611"/>
                  </a:lnTo>
                  <a:lnTo>
                    <a:pt x="9525" y="465848"/>
                  </a:lnTo>
                  <a:lnTo>
                    <a:pt x="1059675" y="465848"/>
                  </a:lnTo>
                  <a:lnTo>
                    <a:pt x="1059652" y="470598"/>
                  </a:lnTo>
                  <a:lnTo>
                    <a:pt x="1050124" y="470611"/>
                  </a:lnTo>
                  <a:close/>
                </a:path>
                <a:path w="1809750" h="2019300">
                  <a:moveTo>
                    <a:pt x="1052680" y="1985924"/>
                  </a:moveTo>
                  <a:lnTo>
                    <a:pt x="1052474" y="1985924"/>
                  </a:lnTo>
                  <a:lnTo>
                    <a:pt x="1052629" y="1953119"/>
                  </a:lnTo>
                  <a:lnTo>
                    <a:pt x="1501406" y="465848"/>
                  </a:lnTo>
                  <a:lnTo>
                    <a:pt x="1800225" y="465848"/>
                  </a:lnTo>
                  <a:lnTo>
                    <a:pt x="1800225" y="470611"/>
                  </a:lnTo>
                  <a:lnTo>
                    <a:pt x="1809750" y="470611"/>
                  </a:lnTo>
                  <a:lnTo>
                    <a:pt x="1809750" y="471995"/>
                  </a:lnTo>
                  <a:lnTo>
                    <a:pt x="1509509" y="471995"/>
                  </a:lnTo>
                  <a:lnTo>
                    <a:pt x="1504950" y="475373"/>
                  </a:lnTo>
                  <a:lnTo>
                    <a:pt x="1508489" y="475373"/>
                  </a:lnTo>
                  <a:lnTo>
                    <a:pt x="1052680" y="1985924"/>
                  </a:lnTo>
                  <a:close/>
                </a:path>
                <a:path w="1809750" h="2019300">
                  <a:moveTo>
                    <a:pt x="1809750" y="470611"/>
                  </a:moveTo>
                  <a:lnTo>
                    <a:pt x="1800225" y="470611"/>
                  </a:lnTo>
                  <a:lnTo>
                    <a:pt x="1804987" y="465848"/>
                  </a:lnTo>
                  <a:lnTo>
                    <a:pt x="1809750" y="465848"/>
                  </a:lnTo>
                  <a:lnTo>
                    <a:pt x="1809750" y="470611"/>
                  </a:lnTo>
                  <a:close/>
                </a:path>
                <a:path w="1809750" h="2019300">
                  <a:moveTo>
                    <a:pt x="1042797" y="2018677"/>
                  </a:moveTo>
                  <a:lnTo>
                    <a:pt x="1050124" y="470598"/>
                  </a:lnTo>
                  <a:lnTo>
                    <a:pt x="1054887" y="475373"/>
                  </a:lnTo>
                  <a:lnTo>
                    <a:pt x="1059630" y="475373"/>
                  </a:lnTo>
                  <a:lnTo>
                    <a:pt x="1052629" y="1953119"/>
                  </a:lnTo>
                  <a:lnTo>
                    <a:pt x="1043152" y="1984527"/>
                  </a:lnTo>
                  <a:lnTo>
                    <a:pt x="1052474" y="1985924"/>
                  </a:lnTo>
                  <a:lnTo>
                    <a:pt x="1052680" y="1985924"/>
                  </a:lnTo>
                  <a:lnTo>
                    <a:pt x="1042797" y="2018677"/>
                  </a:lnTo>
                  <a:close/>
                </a:path>
                <a:path w="1809750" h="2019300">
                  <a:moveTo>
                    <a:pt x="1059630" y="475373"/>
                  </a:moveTo>
                  <a:lnTo>
                    <a:pt x="1054887" y="475373"/>
                  </a:lnTo>
                  <a:lnTo>
                    <a:pt x="1050124" y="470598"/>
                  </a:lnTo>
                  <a:lnTo>
                    <a:pt x="1059652" y="470598"/>
                  </a:lnTo>
                  <a:lnTo>
                    <a:pt x="1059630" y="475373"/>
                  </a:lnTo>
                  <a:close/>
                </a:path>
                <a:path w="1809750" h="2019300">
                  <a:moveTo>
                    <a:pt x="1508489" y="475373"/>
                  </a:moveTo>
                  <a:lnTo>
                    <a:pt x="1504950" y="475373"/>
                  </a:lnTo>
                  <a:lnTo>
                    <a:pt x="1509509" y="471995"/>
                  </a:lnTo>
                  <a:lnTo>
                    <a:pt x="1508489" y="475373"/>
                  </a:lnTo>
                  <a:close/>
                </a:path>
                <a:path w="1809750" h="2019300">
                  <a:moveTo>
                    <a:pt x="1809750" y="475373"/>
                  </a:moveTo>
                  <a:lnTo>
                    <a:pt x="1508489" y="475373"/>
                  </a:lnTo>
                  <a:lnTo>
                    <a:pt x="1509509" y="471995"/>
                  </a:lnTo>
                  <a:lnTo>
                    <a:pt x="1809750" y="471995"/>
                  </a:lnTo>
                  <a:lnTo>
                    <a:pt x="1809750" y="475373"/>
                  </a:lnTo>
                  <a:close/>
                </a:path>
                <a:path w="1809750" h="2019300">
                  <a:moveTo>
                    <a:pt x="1052474" y="1985924"/>
                  </a:moveTo>
                  <a:lnTo>
                    <a:pt x="1043152" y="1984527"/>
                  </a:lnTo>
                  <a:lnTo>
                    <a:pt x="1052629" y="1953119"/>
                  </a:lnTo>
                  <a:lnTo>
                    <a:pt x="1052474" y="19859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3551224" y="1523263"/>
            <a:ext cx="15576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Noto Sans CJK JP Black"/>
                <a:cs typeface="Noto Sans CJK JP Black"/>
              </a:rPr>
              <a:t>服务访问点</a:t>
            </a:r>
            <a:r>
              <a:rPr dirty="0" sz="1800" spc="-15">
                <a:latin typeface="Tahoma"/>
                <a:cs typeface="Tahoma"/>
              </a:rPr>
              <a:t>S</a:t>
            </a:r>
            <a:r>
              <a:rPr dirty="0" sz="1800" spc="-5">
                <a:latin typeface="Tahoma"/>
                <a:cs typeface="Tahoma"/>
              </a:rPr>
              <a:t>A</a:t>
            </a:r>
            <a:r>
              <a:rPr dirty="0" sz="1800">
                <a:latin typeface="Tahoma"/>
                <a:cs typeface="Tahoma"/>
              </a:rPr>
              <a:t>P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396839" y="3273412"/>
            <a:ext cx="3031490" cy="2011680"/>
            <a:chOff x="5396839" y="3273412"/>
            <a:chExt cx="3031490" cy="2011680"/>
          </a:xfrm>
        </p:grpSpPr>
        <p:sp>
          <p:nvSpPr>
            <p:cNvPr id="9" name="object 9"/>
            <p:cNvSpPr/>
            <p:nvPr/>
          </p:nvSpPr>
          <p:spPr>
            <a:xfrm>
              <a:off x="5931407" y="3278123"/>
              <a:ext cx="2303145" cy="1775460"/>
            </a:xfrm>
            <a:custGeom>
              <a:avLst/>
              <a:gdLst/>
              <a:ahLst/>
              <a:cxnLst/>
              <a:rect l="l" t="t" r="r" b="b"/>
              <a:pathLst>
                <a:path w="2303145" h="1775460">
                  <a:moveTo>
                    <a:pt x="114300" y="1775460"/>
                  </a:moveTo>
                  <a:lnTo>
                    <a:pt x="382524" y="387096"/>
                  </a:lnTo>
                  <a:lnTo>
                    <a:pt x="0" y="387096"/>
                  </a:lnTo>
                  <a:lnTo>
                    <a:pt x="0" y="0"/>
                  </a:lnTo>
                  <a:lnTo>
                    <a:pt x="2302764" y="0"/>
                  </a:lnTo>
                  <a:lnTo>
                    <a:pt x="2302764" y="387096"/>
                  </a:lnTo>
                  <a:lnTo>
                    <a:pt x="958595" y="387096"/>
                  </a:lnTo>
                  <a:lnTo>
                    <a:pt x="114300" y="177546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925959" y="3273412"/>
              <a:ext cx="2313305" cy="1804670"/>
            </a:xfrm>
            <a:custGeom>
              <a:avLst/>
              <a:gdLst/>
              <a:ahLst/>
              <a:cxnLst/>
              <a:rect l="l" t="t" r="r" b="b"/>
              <a:pathLst>
                <a:path w="2313304" h="1804670">
                  <a:moveTo>
                    <a:pt x="382896" y="396875"/>
                  </a:moveTo>
                  <a:lnTo>
                    <a:pt x="0" y="396875"/>
                  </a:lnTo>
                  <a:lnTo>
                    <a:pt x="0" y="0"/>
                  </a:lnTo>
                  <a:lnTo>
                    <a:pt x="2312987" y="0"/>
                  </a:lnTo>
                  <a:lnTo>
                    <a:pt x="2312987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387350"/>
                  </a:lnTo>
                  <a:lnTo>
                    <a:pt x="4762" y="387350"/>
                  </a:lnTo>
                  <a:lnTo>
                    <a:pt x="9525" y="392112"/>
                  </a:lnTo>
                  <a:lnTo>
                    <a:pt x="383821" y="392112"/>
                  </a:lnTo>
                  <a:lnTo>
                    <a:pt x="382896" y="396875"/>
                  </a:lnTo>
                  <a:close/>
                </a:path>
                <a:path w="2313304" h="1804670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2313304" h="1804670">
                  <a:moveTo>
                    <a:pt x="2303462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2303462" y="4762"/>
                  </a:lnTo>
                  <a:lnTo>
                    <a:pt x="2303462" y="9525"/>
                  </a:lnTo>
                  <a:close/>
                </a:path>
                <a:path w="2313304" h="1804670">
                  <a:moveTo>
                    <a:pt x="2303462" y="392112"/>
                  </a:moveTo>
                  <a:lnTo>
                    <a:pt x="2303462" y="4762"/>
                  </a:lnTo>
                  <a:lnTo>
                    <a:pt x="2308225" y="9525"/>
                  </a:lnTo>
                  <a:lnTo>
                    <a:pt x="2312987" y="9525"/>
                  </a:lnTo>
                  <a:lnTo>
                    <a:pt x="2312987" y="387350"/>
                  </a:lnTo>
                  <a:lnTo>
                    <a:pt x="2308225" y="387350"/>
                  </a:lnTo>
                  <a:lnTo>
                    <a:pt x="2303462" y="392112"/>
                  </a:lnTo>
                  <a:close/>
                </a:path>
                <a:path w="2313304" h="1804670">
                  <a:moveTo>
                    <a:pt x="2312987" y="9525"/>
                  </a:moveTo>
                  <a:lnTo>
                    <a:pt x="2308225" y="9525"/>
                  </a:lnTo>
                  <a:lnTo>
                    <a:pt x="2303462" y="4762"/>
                  </a:lnTo>
                  <a:lnTo>
                    <a:pt x="2312987" y="4762"/>
                  </a:lnTo>
                  <a:lnTo>
                    <a:pt x="2312987" y="9525"/>
                  </a:lnTo>
                  <a:close/>
                </a:path>
                <a:path w="2313304" h="1804670">
                  <a:moveTo>
                    <a:pt x="9525" y="392112"/>
                  </a:moveTo>
                  <a:lnTo>
                    <a:pt x="4762" y="387350"/>
                  </a:lnTo>
                  <a:lnTo>
                    <a:pt x="9525" y="387350"/>
                  </a:lnTo>
                  <a:lnTo>
                    <a:pt x="9525" y="392112"/>
                  </a:lnTo>
                  <a:close/>
                </a:path>
                <a:path w="2313304" h="1804670">
                  <a:moveTo>
                    <a:pt x="383821" y="392112"/>
                  </a:moveTo>
                  <a:lnTo>
                    <a:pt x="9525" y="392112"/>
                  </a:lnTo>
                  <a:lnTo>
                    <a:pt x="9525" y="387350"/>
                  </a:lnTo>
                  <a:lnTo>
                    <a:pt x="394449" y="387350"/>
                  </a:lnTo>
                  <a:lnTo>
                    <a:pt x="393699" y="391210"/>
                  </a:lnTo>
                  <a:lnTo>
                    <a:pt x="383997" y="391210"/>
                  </a:lnTo>
                  <a:lnTo>
                    <a:pt x="383821" y="392112"/>
                  </a:lnTo>
                  <a:close/>
                </a:path>
                <a:path w="2313304" h="1804670">
                  <a:moveTo>
                    <a:pt x="124106" y="1780324"/>
                  </a:moveTo>
                  <a:lnTo>
                    <a:pt x="123761" y="1780324"/>
                  </a:lnTo>
                  <a:lnTo>
                    <a:pt x="128819" y="1754296"/>
                  </a:lnTo>
                  <a:lnTo>
                    <a:pt x="961859" y="387350"/>
                  </a:lnTo>
                  <a:lnTo>
                    <a:pt x="2303462" y="387350"/>
                  </a:lnTo>
                  <a:lnTo>
                    <a:pt x="2303462" y="392112"/>
                  </a:lnTo>
                  <a:lnTo>
                    <a:pt x="2312987" y="392112"/>
                  </a:lnTo>
                  <a:lnTo>
                    <a:pt x="2312987" y="394588"/>
                  </a:lnTo>
                  <a:lnTo>
                    <a:pt x="968603" y="394588"/>
                  </a:lnTo>
                  <a:lnTo>
                    <a:pt x="964539" y="396875"/>
                  </a:lnTo>
                  <a:lnTo>
                    <a:pt x="967210" y="396875"/>
                  </a:lnTo>
                  <a:lnTo>
                    <a:pt x="124106" y="1780324"/>
                  </a:lnTo>
                  <a:close/>
                </a:path>
                <a:path w="2313304" h="1804670">
                  <a:moveTo>
                    <a:pt x="2312987" y="392112"/>
                  </a:moveTo>
                  <a:lnTo>
                    <a:pt x="2303462" y="392112"/>
                  </a:lnTo>
                  <a:lnTo>
                    <a:pt x="2308225" y="387350"/>
                  </a:lnTo>
                  <a:lnTo>
                    <a:pt x="2312987" y="387350"/>
                  </a:lnTo>
                  <a:lnTo>
                    <a:pt x="2312987" y="392112"/>
                  </a:lnTo>
                  <a:close/>
                </a:path>
                <a:path w="2313304" h="1804670">
                  <a:moveTo>
                    <a:pt x="109347" y="1804542"/>
                  </a:moveTo>
                  <a:lnTo>
                    <a:pt x="383997" y="391210"/>
                  </a:lnTo>
                  <a:lnTo>
                    <a:pt x="388670" y="396875"/>
                  </a:lnTo>
                  <a:lnTo>
                    <a:pt x="392598" y="396875"/>
                  </a:lnTo>
                  <a:lnTo>
                    <a:pt x="128819" y="1754296"/>
                  </a:lnTo>
                  <a:lnTo>
                    <a:pt x="115023" y="1776933"/>
                  </a:lnTo>
                  <a:lnTo>
                    <a:pt x="123761" y="1780324"/>
                  </a:lnTo>
                  <a:lnTo>
                    <a:pt x="124106" y="1780324"/>
                  </a:lnTo>
                  <a:lnTo>
                    <a:pt x="109347" y="1804542"/>
                  </a:lnTo>
                  <a:close/>
                </a:path>
                <a:path w="2313304" h="1804670">
                  <a:moveTo>
                    <a:pt x="392598" y="396875"/>
                  </a:moveTo>
                  <a:lnTo>
                    <a:pt x="388670" y="396875"/>
                  </a:lnTo>
                  <a:lnTo>
                    <a:pt x="383997" y="391210"/>
                  </a:lnTo>
                  <a:lnTo>
                    <a:pt x="393699" y="391210"/>
                  </a:lnTo>
                  <a:lnTo>
                    <a:pt x="392598" y="396875"/>
                  </a:lnTo>
                  <a:close/>
                </a:path>
                <a:path w="2313304" h="1804670">
                  <a:moveTo>
                    <a:pt x="967210" y="396875"/>
                  </a:moveTo>
                  <a:lnTo>
                    <a:pt x="964539" y="396875"/>
                  </a:lnTo>
                  <a:lnTo>
                    <a:pt x="968603" y="394588"/>
                  </a:lnTo>
                  <a:lnTo>
                    <a:pt x="967210" y="396875"/>
                  </a:lnTo>
                  <a:close/>
                </a:path>
                <a:path w="2313304" h="1804670">
                  <a:moveTo>
                    <a:pt x="2312987" y="396875"/>
                  </a:moveTo>
                  <a:lnTo>
                    <a:pt x="967210" y="396875"/>
                  </a:lnTo>
                  <a:lnTo>
                    <a:pt x="968603" y="394588"/>
                  </a:lnTo>
                  <a:lnTo>
                    <a:pt x="2312987" y="394588"/>
                  </a:lnTo>
                  <a:lnTo>
                    <a:pt x="2312987" y="396875"/>
                  </a:lnTo>
                  <a:close/>
                </a:path>
                <a:path w="2313304" h="1804670">
                  <a:moveTo>
                    <a:pt x="123761" y="1780324"/>
                  </a:moveTo>
                  <a:lnTo>
                    <a:pt x="115023" y="1776933"/>
                  </a:lnTo>
                  <a:lnTo>
                    <a:pt x="128819" y="1754296"/>
                  </a:lnTo>
                  <a:lnTo>
                    <a:pt x="123761" y="17803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426963" y="3851147"/>
              <a:ext cx="2996565" cy="1409700"/>
            </a:xfrm>
            <a:custGeom>
              <a:avLst/>
              <a:gdLst/>
              <a:ahLst/>
              <a:cxnLst/>
              <a:rect l="l" t="t" r="r" b="b"/>
              <a:pathLst>
                <a:path w="2996565" h="1409700">
                  <a:moveTo>
                    <a:pt x="0" y="1409700"/>
                  </a:moveTo>
                  <a:lnTo>
                    <a:pt x="1075943" y="387096"/>
                  </a:lnTo>
                  <a:lnTo>
                    <a:pt x="693420" y="387096"/>
                  </a:lnTo>
                  <a:lnTo>
                    <a:pt x="693420" y="0"/>
                  </a:lnTo>
                  <a:lnTo>
                    <a:pt x="2996184" y="0"/>
                  </a:lnTo>
                  <a:lnTo>
                    <a:pt x="2996184" y="387096"/>
                  </a:lnTo>
                  <a:lnTo>
                    <a:pt x="1652015" y="387096"/>
                  </a:lnTo>
                  <a:lnTo>
                    <a:pt x="0" y="140970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396839" y="3846499"/>
              <a:ext cx="3031490" cy="1438275"/>
            </a:xfrm>
            <a:custGeom>
              <a:avLst/>
              <a:gdLst/>
              <a:ahLst/>
              <a:cxnLst/>
              <a:rect l="l" t="t" r="r" b="b"/>
              <a:pathLst>
                <a:path w="3031490" h="1438275">
                  <a:moveTo>
                    <a:pt x="1094776" y="396875"/>
                  </a:moveTo>
                  <a:lnTo>
                    <a:pt x="718032" y="396875"/>
                  </a:lnTo>
                  <a:lnTo>
                    <a:pt x="718032" y="0"/>
                  </a:lnTo>
                  <a:lnTo>
                    <a:pt x="3031020" y="0"/>
                  </a:lnTo>
                  <a:lnTo>
                    <a:pt x="3031020" y="4762"/>
                  </a:lnTo>
                  <a:lnTo>
                    <a:pt x="727557" y="4762"/>
                  </a:lnTo>
                  <a:lnTo>
                    <a:pt x="722795" y="9525"/>
                  </a:lnTo>
                  <a:lnTo>
                    <a:pt x="727557" y="9525"/>
                  </a:lnTo>
                  <a:lnTo>
                    <a:pt x="727557" y="387350"/>
                  </a:lnTo>
                  <a:lnTo>
                    <a:pt x="722795" y="387350"/>
                  </a:lnTo>
                  <a:lnTo>
                    <a:pt x="727557" y="392112"/>
                  </a:lnTo>
                  <a:lnTo>
                    <a:pt x="1099790" y="392112"/>
                  </a:lnTo>
                  <a:lnTo>
                    <a:pt x="1094776" y="396875"/>
                  </a:lnTo>
                  <a:close/>
                </a:path>
                <a:path w="3031490" h="1438275">
                  <a:moveTo>
                    <a:pt x="727557" y="9525"/>
                  </a:moveTo>
                  <a:lnTo>
                    <a:pt x="722795" y="9525"/>
                  </a:lnTo>
                  <a:lnTo>
                    <a:pt x="727557" y="4762"/>
                  </a:lnTo>
                  <a:lnTo>
                    <a:pt x="727557" y="9525"/>
                  </a:lnTo>
                  <a:close/>
                </a:path>
                <a:path w="3031490" h="1438275">
                  <a:moveTo>
                    <a:pt x="3021495" y="9525"/>
                  </a:moveTo>
                  <a:lnTo>
                    <a:pt x="727557" y="9525"/>
                  </a:lnTo>
                  <a:lnTo>
                    <a:pt x="727557" y="4762"/>
                  </a:lnTo>
                  <a:lnTo>
                    <a:pt x="3021495" y="4762"/>
                  </a:lnTo>
                  <a:lnTo>
                    <a:pt x="3021495" y="9525"/>
                  </a:lnTo>
                  <a:close/>
                </a:path>
                <a:path w="3031490" h="1438275">
                  <a:moveTo>
                    <a:pt x="3021495" y="392112"/>
                  </a:moveTo>
                  <a:lnTo>
                    <a:pt x="3021495" y="4762"/>
                  </a:lnTo>
                  <a:lnTo>
                    <a:pt x="3026257" y="9525"/>
                  </a:lnTo>
                  <a:lnTo>
                    <a:pt x="3031020" y="9525"/>
                  </a:lnTo>
                  <a:lnTo>
                    <a:pt x="3031020" y="387350"/>
                  </a:lnTo>
                  <a:lnTo>
                    <a:pt x="3026257" y="387350"/>
                  </a:lnTo>
                  <a:lnTo>
                    <a:pt x="3021495" y="392112"/>
                  </a:lnTo>
                  <a:close/>
                </a:path>
                <a:path w="3031490" h="1438275">
                  <a:moveTo>
                    <a:pt x="3031020" y="9525"/>
                  </a:moveTo>
                  <a:lnTo>
                    <a:pt x="3026257" y="9525"/>
                  </a:lnTo>
                  <a:lnTo>
                    <a:pt x="3021495" y="4762"/>
                  </a:lnTo>
                  <a:lnTo>
                    <a:pt x="3031020" y="4762"/>
                  </a:lnTo>
                  <a:lnTo>
                    <a:pt x="3031020" y="9525"/>
                  </a:lnTo>
                  <a:close/>
                </a:path>
                <a:path w="3031490" h="1438275">
                  <a:moveTo>
                    <a:pt x="727557" y="392112"/>
                  </a:moveTo>
                  <a:lnTo>
                    <a:pt x="722795" y="387350"/>
                  </a:lnTo>
                  <a:lnTo>
                    <a:pt x="727557" y="387350"/>
                  </a:lnTo>
                  <a:lnTo>
                    <a:pt x="727557" y="392112"/>
                  </a:lnTo>
                  <a:close/>
                </a:path>
                <a:path w="3031490" h="1438275">
                  <a:moveTo>
                    <a:pt x="1099790" y="392112"/>
                  </a:moveTo>
                  <a:lnTo>
                    <a:pt x="727557" y="392112"/>
                  </a:lnTo>
                  <a:lnTo>
                    <a:pt x="727557" y="387350"/>
                  </a:lnTo>
                  <a:lnTo>
                    <a:pt x="1118628" y="387350"/>
                  </a:lnTo>
                  <a:lnTo>
                    <a:pt x="1117251" y="388658"/>
                  </a:lnTo>
                  <a:lnTo>
                    <a:pt x="1103426" y="388658"/>
                  </a:lnTo>
                  <a:lnTo>
                    <a:pt x="1099790" y="392112"/>
                  </a:lnTo>
                  <a:close/>
                </a:path>
                <a:path w="3031490" h="1438275">
                  <a:moveTo>
                    <a:pt x="34160" y="1417701"/>
                  </a:moveTo>
                  <a:lnTo>
                    <a:pt x="33972" y="1417701"/>
                  </a:lnTo>
                  <a:lnTo>
                    <a:pt x="67434" y="1385914"/>
                  </a:lnTo>
                  <a:lnTo>
                    <a:pt x="1681213" y="387350"/>
                  </a:lnTo>
                  <a:lnTo>
                    <a:pt x="3021495" y="387350"/>
                  </a:lnTo>
                  <a:lnTo>
                    <a:pt x="3021495" y="392112"/>
                  </a:lnTo>
                  <a:lnTo>
                    <a:pt x="3031020" y="392112"/>
                  </a:lnTo>
                  <a:lnTo>
                    <a:pt x="3031020" y="396163"/>
                  </a:lnTo>
                  <a:lnTo>
                    <a:pt x="1685074" y="396163"/>
                  </a:lnTo>
                  <a:lnTo>
                    <a:pt x="1682572" y="396875"/>
                  </a:lnTo>
                  <a:lnTo>
                    <a:pt x="1683924" y="396875"/>
                  </a:lnTo>
                  <a:lnTo>
                    <a:pt x="34160" y="1417701"/>
                  </a:lnTo>
                  <a:close/>
                </a:path>
                <a:path w="3031490" h="1438275">
                  <a:moveTo>
                    <a:pt x="3031020" y="392112"/>
                  </a:moveTo>
                  <a:lnTo>
                    <a:pt x="3021495" y="392112"/>
                  </a:lnTo>
                  <a:lnTo>
                    <a:pt x="3026257" y="387350"/>
                  </a:lnTo>
                  <a:lnTo>
                    <a:pt x="3031020" y="387350"/>
                  </a:lnTo>
                  <a:lnTo>
                    <a:pt x="3031020" y="392112"/>
                  </a:lnTo>
                  <a:close/>
                </a:path>
                <a:path w="3031490" h="1438275">
                  <a:moveTo>
                    <a:pt x="1054" y="1438186"/>
                  </a:moveTo>
                  <a:lnTo>
                    <a:pt x="0" y="1436839"/>
                  </a:lnTo>
                  <a:lnTo>
                    <a:pt x="1103426" y="388658"/>
                  </a:lnTo>
                  <a:lnTo>
                    <a:pt x="1106703" y="396875"/>
                  </a:lnTo>
                  <a:lnTo>
                    <a:pt x="1108601" y="396875"/>
                  </a:lnTo>
                  <a:lnTo>
                    <a:pt x="67434" y="1385914"/>
                  </a:lnTo>
                  <a:lnTo>
                    <a:pt x="28194" y="1410195"/>
                  </a:lnTo>
                  <a:lnTo>
                    <a:pt x="33972" y="1417701"/>
                  </a:lnTo>
                  <a:lnTo>
                    <a:pt x="34160" y="1417701"/>
                  </a:lnTo>
                  <a:lnTo>
                    <a:pt x="1054" y="1438186"/>
                  </a:lnTo>
                  <a:close/>
                </a:path>
                <a:path w="3031490" h="1438275">
                  <a:moveTo>
                    <a:pt x="1108601" y="396875"/>
                  </a:moveTo>
                  <a:lnTo>
                    <a:pt x="1106703" y="396875"/>
                  </a:lnTo>
                  <a:lnTo>
                    <a:pt x="1103426" y="388658"/>
                  </a:lnTo>
                  <a:lnTo>
                    <a:pt x="1117251" y="388658"/>
                  </a:lnTo>
                  <a:lnTo>
                    <a:pt x="1108601" y="396875"/>
                  </a:lnTo>
                  <a:close/>
                </a:path>
                <a:path w="3031490" h="1438275">
                  <a:moveTo>
                    <a:pt x="1683924" y="396875"/>
                  </a:moveTo>
                  <a:lnTo>
                    <a:pt x="1682572" y="396875"/>
                  </a:lnTo>
                  <a:lnTo>
                    <a:pt x="1685074" y="396163"/>
                  </a:lnTo>
                  <a:lnTo>
                    <a:pt x="1683924" y="396875"/>
                  </a:lnTo>
                  <a:close/>
                </a:path>
                <a:path w="3031490" h="1438275">
                  <a:moveTo>
                    <a:pt x="3031020" y="396875"/>
                  </a:moveTo>
                  <a:lnTo>
                    <a:pt x="1683924" y="396875"/>
                  </a:lnTo>
                  <a:lnTo>
                    <a:pt x="1685074" y="396163"/>
                  </a:lnTo>
                  <a:lnTo>
                    <a:pt x="3031020" y="396163"/>
                  </a:lnTo>
                  <a:lnTo>
                    <a:pt x="3031020" y="396875"/>
                  </a:lnTo>
                  <a:close/>
                </a:path>
                <a:path w="3031490" h="1438275">
                  <a:moveTo>
                    <a:pt x="33972" y="1417701"/>
                  </a:moveTo>
                  <a:lnTo>
                    <a:pt x="28194" y="1410195"/>
                  </a:lnTo>
                  <a:lnTo>
                    <a:pt x="67434" y="1385914"/>
                  </a:lnTo>
                  <a:lnTo>
                    <a:pt x="33972" y="14177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380365" y="5329072"/>
            <a:ext cx="359664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000" spc="-5" b="1">
                <a:latin typeface="Tahoma"/>
                <a:cs typeface="Tahoma"/>
              </a:rPr>
              <a:t>N</a:t>
            </a:r>
            <a:r>
              <a:rPr dirty="0" sz="2000" spc="10" b="0">
                <a:latin typeface="Noto Sans CJK JP Medium"/>
                <a:cs typeface="Noto Sans CJK JP Medium"/>
              </a:rPr>
              <a:t>层的</a:t>
            </a:r>
            <a:r>
              <a:rPr dirty="0" sz="2000" spc="-5" b="1">
                <a:latin typeface="Tahoma"/>
                <a:cs typeface="Tahoma"/>
              </a:rPr>
              <a:t>PDU</a:t>
            </a:r>
            <a:r>
              <a:rPr dirty="0" sz="2000" spc="-10" b="1">
                <a:latin typeface="Tahoma"/>
                <a:cs typeface="Tahoma"/>
              </a:rPr>
              <a:t>=</a:t>
            </a:r>
            <a:r>
              <a:rPr dirty="0" sz="2000" spc="-5" b="1">
                <a:latin typeface="Tahoma"/>
                <a:cs typeface="Tahoma"/>
              </a:rPr>
              <a:t>N</a:t>
            </a:r>
            <a:r>
              <a:rPr dirty="0" sz="2000" spc="10" b="0">
                <a:latin typeface="Noto Sans CJK JP Medium"/>
                <a:cs typeface="Noto Sans CJK JP Medium"/>
              </a:rPr>
              <a:t>层</a:t>
            </a:r>
            <a:r>
              <a:rPr dirty="0" sz="2000" spc="-5" b="1">
                <a:latin typeface="Tahoma"/>
                <a:cs typeface="Tahoma"/>
              </a:rPr>
              <a:t>PCI</a:t>
            </a:r>
            <a:r>
              <a:rPr dirty="0" sz="2000" spc="-10" b="1">
                <a:latin typeface="Tahoma"/>
                <a:cs typeface="Tahoma"/>
              </a:rPr>
              <a:t>+</a:t>
            </a:r>
            <a:r>
              <a:rPr dirty="0" sz="2000" spc="-5" b="1">
                <a:latin typeface="Tahoma"/>
                <a:cs typeface="Tahoma"/>
              </a:rPr>
              <a:t>N</a:t>
            </a:r>
            <a:r>
              <a:rPr dirty="0" sz="2000" spc="10" b="0">
                <a:latin typeface="Noto Sans CJK JP Medium"/>
                <a:cs typeface="Noto Sans CJK JP Medium"/>
              </a:rPr>
              <a:t>层</a:t>
            </a:r>
            <a:r>
              <a:rPr dirty="0" sz="2000" spc="-5" b="1">
                <a:latin typeface="Tahoma"/>
                <a:cs typeface="Tahoma"/>
              </a:rPr>
              <a:t>SD</a:t>
            </a:r>
            <a:r>
              <a:rPr dirty="0" sz="2000" b="1">
                <a:latin typeface="Tahoma"/>
                <a:cs typeface="Tahoma"/>
              </a:rPr>
              <a:t>U  </a:t>
            </a:r>
            <a:r>
              <a:rPr dirty="0" sz="2000" spc="-5" b="1">
                <a:latin typeface="Tahoma"/>
                <a:cs typeface="Tahoma"/>
              </a:rPr>
              <a:t>N</a:t>
            </a:r>
            <a:r>
              <a:rPr dirty="0" sz="2000" spc="10" b="0">
                <a:latin typeface="Noto Sans CJK JP Medium"/>
                <a:cs typeface="Noto Sans CJK JP Medium"/>
              </a:rPr>
              <a:t>层的</a:t>
            </a:r>
            <a:r>
              <a:rPr dirty="0" sz="2000" spc="-5" b="1">
                <a:latin typeface="Tahoma"/>
                <a:cs typeface="Tahoma"/>
              </a:rPr>
              <a:t>SDU=N+1</a:t>
            </a:r>
            <a:r>
              <a:rPr dirty="0" sz="2000" spc="10" b="0">
                <a:latin typeface="Noto Sans CJK JP Medium"/>
                <a:cs typeface="Noto Sans CJK JP Medium"/>
              </a:rPr>
              <a:t>层的</a:t>
            </a:r>
            <a:r>
              <a:rPr dirty="0" sz="2000" b="1">
                <a:latin typeface="Tahoma"/>
                <a:cs typeface="Tahoma"/>
              </a:rPr>
              <a:t>PDU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009462" y="3309925"/>
            <a:ext cx="2126615" cy="9042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Noto Sans CJK JP Black"/>
                <a:cs typeface="Noto Sans CJK JP Black"/>
              </a:rPr>
              <a:t>协议数据单元</a:t>
            </a:r>
            <a:r>
              <a:rPr dirty="0" sz="2000">
                <a:latin typeface="Tahoma"/>
                <a:cs typeface="Tahoma"/>
              </a:rPr>
              <a:t>PDU</a:t>
            </a:r>
            <a:endParaRPr sz="2000">
              <a:latin typeface="Tahoma"/>
              <a:cs typeface="Tahoma"/>
            </a:endParaRPr>
          </a:p>
          <a:p>
            <a:pPr marL="201295">
              <a:lnSpc>
                <a:spcPct val="100000"/>
              </a:lnSpc>
              <a:spcBef>
                <a:spcPts val="2110"/>
              </a:spcBef>
            </a:pPr>
            <a:r>
              <a:rPr dirty="0" sz="2000">
                <a:latin typeface="Noto Sans CJK JP Black"/>
                <a:cs typeface="Noto Sans CJK JP Black"/>
              </a:rPr>
              <a:t>协议控制信息</a:t>
            </a:r>
            <a:r>
              <a:rPr dirty="0" sz="2000" spc="-5">
                <a:latin typeface="Tahoma"/>
                <a:cs typeface="Tahoma"/>
              </a:rPr>
              <a:t>P</a:t>
            </a:r>
            <a:r>
              <a:rPr dirty="0" sz="2000" spc="-5">
                <a:latin typeface="Tahoma"/>
                <a:cs typeface="Tahoma"/>
              </a:rPr>
              <a:t>C</a:t>
            </a:r>
            <a:r>
              <a:rPr dirty="0" sz="2000">
                <a:latin typeface="Tahoma"/>
                <a:cs typeface="Tahoma"/>
              </a:rPr>
              <a:t>I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483878" y="4206862"/>
            <a:ext cx="584200" cy="473709"/>
            <a:chOff x="2483878" y="4206862"/>
            <a:chExt cx="584200" cy="473709"/>
          </a:xfrm>
        </p:grpSpPr>
        <p:sp>
          <p:nvSpPr>
            <p:cNvPr id="16" name="object 16"/>
            <p:cNvSpPr/>
            <p:nvPr/>
          </p:nvSpPr>
          <p:spPr>
            <a:xfrm>
              <a:off x="2488691" y="4212335"/>
              <a:ext cx="574675" cy="463550"/>
            </a:xfrm>
            <a:custGeom>
              <a:avLst/>
              <a:gdLst/>
              <a:ahLst/>
              <a:cxnLst/>
              <a:rect l="l" t="t" r="r" b="b"/>
              <a:pathLst>
                <a:path w="574675" h="463550">
                  <a:moveTo>
                    <a:pt x="574548" y="463296"/>
                  </a:moveTo>
                  <a:lnTo>
                    <a:pt x="0" y="463296"/>
                  </a:lnTo>
                  <a:lnTo>
                    <a:pt x="0" y="0"/>
                  </a:lnTo>
                  <a:lnTo>
                    <a:pt x="574548" y="0"/>
                  </a:lnTo>
                  <a:lnTo>
                    <a:pt x="574548" y="4632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483878" y="4206862"/>
              <a:ext cx="584200" cy="473709"/>
            </a:xfrm>
            <a:custGeom>
              <a:avLst/>
              <a:gdLst/>
              <a:ahLst/>
              <a:cxnLst/>
              <a:rect l="l" t="t" r="r" b="b"/>
              <a:pathLst>
                <a:path w="584200" h="473710">
                  <a:moveTo>
                    <a:pt x="584200" y="473659"/>
                  </a:moveTo>
                  <a:lnTo>
                    <a:pt x="0" y="473659"/>
                  </a:lnTo>
                  <a:lnTo>
                    <a:pt x="0" y="0"/>
                  </a:lnTo>
                  <a:lnTo>
                    <a:pt x="584200" y="0"/>
                  </a:lnTo>
                  <a:lnTo>
                    <a:pt x="584200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464134"/>
                  </a:lnTo>
                  <a:lnTo>
                    <a:pt x="4762" y="464134"/>
                  </a:lnTo>
                  <a:lnTo>
                    <a:pt x="9525" y="468896"/>
                  </a:lnTo>
                  <a:lnTo>
                    <a:pt x="584200" y="468896"/>
                  </a:lnTo>
                  <a:lnTo>
                    <a:pt x="584200" y="473659"/>
                  </a:lnTo>
                  <a:close/>
                </a:path>
                <a:path w="584200" h="473710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584200" h="473710">
                  <a:moveTo>
                    <a:pt x="574675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574675" y="4762"/>
                  </a:lnTo>
                  <a:lnTo>
                    <a:pt x="574675" y="9525"/>
                  </a:lnTo>
                  <a:close/>
                </a:path>
                <a:path w="584200" h="473710">
                  <a:moveTo>
                    <a:pt x="574675" y="468896"/>
                  </a:moveTo>
                  <a:lnTo>
                    <a:pt x="574675" y="4762"/>
                  </a:lnTo>
                  <a:lnTo>
                    <a:pt x="579437" y="9525"/>
                  </a:lnTo>
                  <a:lnTo>
                    <a:pt x="584200" y="9525"/>
                  </a:lnTo>
                  <a:lnTo>
                    <a:pt x="584200" y="464134"/>
                  </a:lnTo>
                  <a:lnTo>
                    <a:pt x="579437" y="464134"/>
                  </a:lnTo>
                  <a:lnTo>
                    <a:pt x="574675" y="468896"/>
                  </a:lnTo>
                  <a:close/>
                </a:path>
                <a:path w="584200" h="473710">
                  <a:moveTo>
                    <a:pt x="584200" y="9525"/>
                  </a:moveTo>
                  <a:lnTo>
                    <a:pt x="579437" y="9525"/>
                  </a:lnTo>
                  <a:lnTo>
                    <a:pt x="574675" y="4762"/>
                  </a:lnTo>
                  <a:lnTo>
                    <a:pt x="584200" y="4762"/>
                  </a:lnTo>
                  <a:lnTo>
                    <a:pt x="584200" y="9525"/>
                  </a:lnTo>
                  <a:close/>
                </a:path>
                <a:path w="584200" h="473710">
                  <a:moveTo>
                    <a:pt x="9525" y="468896"/>
                  </a:moveTo>
                  <a:lnTo>
                    <a:pt x="4762" y="464134"/>
                  </a:lnTo>
                  <a:lnTo>
                    <a:pt x="9525" y="464134"/>
                  </a:lnTo>
                  <a:lnTo>
                    <a:pt x="9525" y="468896"/>
                  </a:lnTo>
                  <a:close/>
                </a:path>
                <a:path w="584200" h="473710">
                  <a:moveTo>
                    <a:pt x="574675" y="468896"/>
                  </a:moveTo>
                  <a:lnTo>
                    <a:pt x="9525" y="468896"/>
                  </a:lnTo>
                  <a:lnTo>
                    <a:pt x="9525" y="464134"/>
                  </a:lnTo>
                  <a:lnTo>
                    <a:pt x="574675" y="464134"/>
                  </a:lnTo>
                  <a:lnTo>
                    <a:pt x="574675" y="468896"/>
                  </a:lnTo>
                  <a:close/>
                </a:path>
                <a:path w="584200" h="473710">
                  <a:moveTo>
                    <a:pt x="584200" y="468896"/>
                  </a:moveTo>
                  <a:lnTo>
                    <a:pt x="574675" y="468896"/>
                  </a:lnTo>
                  <a:lnTo>
                    <a:pt x="579437" y="464134"/>
                  </a:lnTo>
                  <a:lnTo>
                    <a:pt x="584200" y="464134"/>
                  </a:lnTo>
                  <a:lnTo>
                    <a:pt x="584200" y="4688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2488692" y="4212335"/>
            <a:ext cx="574675" cy="463550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370"/>
              </a:spcBef>
            </a:pPr>
            <a:r>
              <a:rPr dirty="0" sz="2400" spc="-5">
                <a:latin typeface="Tahoma"/>
                <a:cs typeface="Tahoma"/>
              </a:rPr>
              <a:t>PCI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635110" y="2257412"/>
            <a:ext cx="584200" cy="473709"/>
            <a:chOff x="2635110" y="2257412"/>
            <a:chExt cx="584200" cy="473709"/>
          </a:xfrm>
        </p:grpSpPr>
        <p:sp>
          <p:nvSpPr>
            <p:cNvPr id="20" name="object 20"/>
            <p:cNvSpPr/>
            <p:nvPr/>
          </p:nvSpPr>
          <p:spPr>
            <a:xfrm>
              <a:off x="2639567" y="2261615"/>
              <a:ext cx="574675" cy="464820"/>
            </a:xfrm>
            <a:custGeom>
              <a:avLst/>
              <a:gdLst/>
              <a:ahLst/>
              <a:cxnLst/>
              <a:rect l="l" t="t" r="r" b="b"/>
              <a:pathLst>
                <a:path w="574675" h="464819">
                  <a:moveTo>
                    <a:pt x="574548" y="464819"/>
                  </a:moveTo>
                  <a:lnTo>
                    <a:pt x="0" y="464819"/>
                  </a:lnTo>
                  <a:lnTo>
                    <a:pt x="0" y="0"/>
                  </a:lnTo>
                  <a:lnTo>
                    <a:pt x="574548" y="0"/>
                  </a:lnTo>
                  <a:lnTo>
                    <a:pt x="574548" y="4648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635110" y="2257412"/>
              <a:ext cx="584200" cy="473709"/>
            </a:xfrm>
            <a:custGeom>
              <a:avLst/>
              <a:gdLst/>
              <a:ahLst/>
              <a:cxnLst/>
              <a:rect l="l" t="t" r="r" b="b"/>
              <a:pathLst>
                <a:path w="584200" h="473710">
                  <a:moveTo>
                    <a:pt x="584200" y="473671"/>
                  </a:moveTo>
                  <a:lnTo>
                    <a:pt x="0" y="473671"/>
                  </a:lnTo>
                  <a:lnTo>
                    <a:pt x="0" y="0"/>
                  </a:lnTo>
                  <a:lnTo>
                    <a:pt x="584200" y="0"/>
                  </a:lnTo>
                  <a:lnTo>
                    <a:pt x="584200" y="4762"/>
                  </a:lnTo>
                  <a:lnTo>
                    <a:pt x="9525" y="4762"/>
                  </a:lnTo>
                  <a:lnTo>
                    <a:pt x="4762" y="9524"/>
                  </a:lnTo>
                  <a:lnTo>
                    <a:pt x="9525" y="9524"/>
                  </a:lnTo>
                  <a:lnTo>
                    <a:pt x="9525" y="464146"/>
                  </a:lnTo>
                  <a:lnTo>
                    <a:pt x="4762" y="464146"/>
                  </a:lnTo>
                  <a:lnTo>
                    <a:pt x="9525" y="468909"/>
                  </a:lnTo>
                  <a:lnTo>
                    <a:pt x="584200" y="468909"/>
                  </a:lnTo>
                  <a:lnTo>
                    <a:pt x="584200" y="473671"/>
                  </a:lnTo>
                  <a:close/>
                </a:path>
                <a:path w="584200" h="473710">
                  <a:moveTo>
                    <a:pt x="9525" y="9524"/>
                  </a:moveTo>
                  <a:lnTo>
                    <a:pt x="4762" y="9524"/>
                  </a:lnTo>
                  <a:lnTo>
                    <a:pt x="9525" y="4762"/>
                  </a:lnTo>
                  <a:lnTo>
                    <a:pt x="9525" y="9524"/>
                  </a:lnTo>
                  <a:close/>
                </a:path>
                <a:path w="584200" h="473710">
                  <a:moveTo>
                    <a:pt x="574675" y="9524"/>
                  </a:moveTo>
                  <a:lnTo>
                    <a:pt x="9525" y="9524"/>
                  </a:lnTo>
                  <a:lnTo>
                    <a:pt x="9525" y="4762"/>
                  </a:lnTo>
                  <a:lnTo>
                    <a:pt x="574675" y="4762"/>
                  </a:lnTo>
                  <a:lnTo>
                    <a:pt x="574675" y="9524"/>
                  </a:lnTo>
                  <a:close/>
                </a:path>
                <a:path w="584200" h="473710">
                  <a:moveTo>
                    <a:pt x="574675" y="468909"/>
                  </a:moveTo>
                  <a:lnTo>
                    <a:pt x="574675" y="4762"/>
                  </a:lnTo>
                  <a:lnTo>
                    <a:pt x="579437" y="9524"/>
                  </a:lnTo>
                  <a:lnTo>
                    <a:pt x="584200" y="9524"/>
                  </a:lnTo>
                  <a:lnTo>
                    <a:pt x="584200" y="464146"/>
                  </a:lnTo>
                  <a:lnTo>
                    <a:pt x="579437" y="464146"/>
                  </a:lnTo>
                  <a:lnTo>
                    <a:pt x="574675" y="468909"/>
                  </a:lnTo>
                  <a:close/>
                </a:path>
                <a:path w="584200" h="473710">
                  <a:moveTo>
                    <a:pt x="584200" y="9524"/>
                  </a:moveTo>
                  <a:lnTo>
                    <a:pt x="579437" y="9524"/>
                  </a:lnTo>
                  <a:lnTo>
                    <a:pt x="574675" y="4762"/>
                  </a:lnTo>
                  <a:lnTo>
                    <a:pt x="584200" y="4762"/>
                  </a:lnTo>
                  <a:lnTo>
                    <a:pt x="584200" y="9524"/>
                  </a:lnTo>
                  <a:close/>
                </a:path>
                <a:path w="584200" h="473710">
                  <a:moveTo>
                    <a:pt x="9525" y="468909"/>
                  </a:moveTo>
                  <a:lnTo>
                    <a:pt x="4762" y="464146"/>
                  </a:lnTo>
                  <a:lnTo>
                    <a:pt x="9525" y="464146"/>
                  </a:lnTo>
                  <a:lnTo>
                    <a:pt x="9525" y="468909"/>
                  </a:lnTo>
                  <a:close/>
                </a:path>
                <a:path w="584200" h="473710">
                  <a:moveTo>
                    <a:pt x="574675" y="468909"/>
                  </a:moveTo>
                  <a:lnTo>
                    <a:pt x="9525" y="468909"/>
                  </a:lnTo>
                  <a:lnTo>
                    <a:pt x="9525" y="464146"/>
                  </a:lnTo>
                  <a:lnTo>
                    <a:pt x="574675" y="464146"/>
                  </a:lnTo>
                  <a:lnTo>
                    <a:pt x="574675" y="468909"/>
                  </a:lnTo>
                  <a:close/>
                </a:path>
                <a:path w="584200" h="473710">
                  <a:moveTo>
                    <a:pt x="584200" y="468909"/>
                  </a:moveTo>
                  <a:lnTo>
                    <a:pt x="574675" y="468909"/>
                  </a:lnTo>
                  <a:lnTo>
                    <a:pt x="579437" y="464146"/>
                  </a:lnTo>
                  <a:lnTo>
                    <a:pt x="584200" y="464146"/>
                  </a:lnTo>
                  <a:lnTo>
                    <a:pt x="584200" y="4689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2639567" y="2261616"/>
            <a:ext cx="574675" cy="46482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54610">
              <a:lnSpc>
                <a:spcPct val="100000"/>
              </a:lnSpc>
              <a:spcBef>
                <a:spcPts val="380"/>
              </a:spcBef>
            </a:pPr>
            <a:r>
              <a:rPr dirty="0" sz="2400" spc="-5">
                <a:latin typeface="Tahoma"/>
                <a:cs typeface="Tahoma"/>
              </a:rPr>
              <a:t>PCI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927604" y="1618488"/>
            <a:ext cx="574675" cy="46355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469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70"/>
              </a:spcBef>
            </a:pPr>
            <a:r>
              <a:rPr dirty="0" sz="2400">
                <a:latin typeface="Tahoma"/>
                <a:cs typeface="Tahoma"/>
              </a:rPr>
              <a:t>P</a:t>
            </a:r>
            <a:r>
              <a:rPr dirty="0" sz="2400">
                <a:latin typeface="Tahoma"/>
                <a:cs typeface="Tahoma"/>
              </a:rPr>
              <a:t>DU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964825" y="2515374"/>
            <a:ext cx="4229100" cy="1869439"/>
            <a:chOff x="3964825" y="2515374"/>
            <a:chExt cx="4229100" cy="1869439"/>
          </a:xfrm>
        </p:grpSpPr>
        <p:sp>
          <p:nvSpPr>
            <p:cNvPr id="25" name="object 25"/>
            <p:cNvSpPr/>
            <p:nvPr/>
          </p:nvSpPr>
          <p:spPr>
            <a:xfrm>
              <a:off x="3998976" y="2520696"/>
              <a:ext cx="4189729" cy="1842770"/>
            </a:xfrm>
            <a:custGeom>
              <a:avLst/>
              <a:gdLst/>
              <a:ahLst/>
              <a:cxnLst/>
              <a:rect l="l" t="t" r="r" b="b"/>
              <a:pathLst>
                <a:path w="4189729" h="1842770">
                  <a:moveTo>
                    <a:pt x="0" y="1842515"/>
                  </a:moveTo>
                  <a:lnTo>
                    <a:pt x="2150364" y="463295"/>
                  </a:lnTo>
                  <a:lnTo>
                    <a:pt x="1741932" y="463295"/>
                  </a:lnTo>
                  <a:lnTo>
                    <a:pt x="1741932" y="0"/>
                  </a:lnTo>
                  <a:lnTo>
                    <a:pt x="4189476" y="0"/>
                  </a:lnTo>
                  <a:lnTo>
                    <a:pt x="4189476" y="463295"/>
                  </a:lnTo>
                  <a:lnTo>
                    <a:pt x="2761488" y="463295"/>
                  </a:lnTo>
                  <a:lnTo>
                    <a:pt x="0" y="1842515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964825" y="2515374"/>
              <a:ext cx="4229100" cy="1869439"/>
            </a:xfrm>
            <a:custGeom>
              <a:avLst/>
              <a:gdLst/>
              <a:ahLst/>
              <a:cxnLst/>
              <a:rect l="l" t="t" r="r" b="b"/>
              <a:pathLst>
                <a:path w="4229100" h="1869439">
                  <a:moveTo>
                    <a:pt x="2167746" y="473671"/>
                  </a:moveTo>
                  <a:lnTo>
                    <a:pt x="1771256" y="473671"/>
                  </a:lnTo>
                  <a:lnTo>
                    <a:pt x="1771256" y="0"/>
                  </a:lnTo>
                  <a:lnTo>
                    <a:pt x="4228706" y="0"/>
                  </a:lnTo>
                  <a:lnTo>
                    <a:pt x="4228706" y="4762"/>
                  </a:lnTo>
                  <a:lnTo>
                    <a:pt x="1780781" y="4762"/>
                  </a:lnTo>
                  <a:lnTo>
                    <a:pt x="1776018" y="9524"/>
                  </a:lnTo>
                  <a:lnTo>
                    <a:pt x="1780781" y="9524"/>
                  </a:lnTo>
                  <a:lnTo>
                    <a:pt x="1780781" y="464146"/>
                  </a:lnTo>
                  <a:lnTo>
                    <a:pt x="1776018" y="464146"/>
                  </a:lnTo>
                  <a:lnTo>
                    <a:pt x="1780781" y="468909"/>
                  </a:lnTo>
                  <a:lnTo>
                    <a:pt x="2175171" y="468909"/>
                  </a:lnTo>
                  <a:lnTo>
                    <a:pt x="2167746" y="473671"/>
                  </a:lnTo>
                  <a:close/>
                </a:path>
                <a:path w="4229100" h="1869439">
                  <a:moveTo>
                    <a:pt x="1780781" y="9524"/>
                  </a:moveTo>
                  <a:lnTo>
                    <a:pt x="1776018" y="9524"/>
                  </a:lnTo>
                  <a:lnTo>
                    <a:pt x="1780781" y="4762"/>
                  </a:lnTo>
                  <a:lnTo>
                    <a:pt x="1780781" y="9524"/>
                  </a:lnTo>
                  <a:close/>
                </a:path>
                <a:path w="4229100" h="1869439">
                  <a:moveTo>
                    <a:pt x="4219181" y="9524"/>
                  </a:moveTo>
                  <a:lnTo>
                    <a:pt x="1780781" y="9524"/>
                  </a:lnTo>
                  <a:lnTo>
                    <a:pt x="1780781" y="4762"/>
                  </a:lnTo>
                  <a:lnTo>
                    <a:pt x="4219181" y="4762"/>
                  </a:lnTo>
                  <a:lnTo>
                    <a:pt x="4219181" y="9524"/>
                  </a:lnTo>
                  <a:close/>
                </a:path>
                <a:path w="4229100" h="1869439">
                  <a:moveTo>
                    <a:pt x="4219181" y="468909"/>
                  </a:moveTo>
                  <a:lnTo>
                    <a:pt x="4219181" y="4762"/>
                  </a:lnTo>
                  <a:lnTo>
                    <a:pt x="4223943" y="9524"/>
                  </a:lnTo>
                  <a:lnTo>
                    <a:pt x="4228706" y="9524"/>
                  </a:lnTo>
                  <a:lnTo>
                    <a:pt x="4228706" y="464146"/>
                  </a:lnTo>
                  <a:lnTo>
                    <a:pt x="4223943" y="464146"/>
                  </a:lnTo>
                  <a:lnTo>
                    <a:pt x="4219181" y="468909"/>
                  </a:lnTo>
                  <a:close/>
                </a:path>
                <a:path w="4229100" h="1869439">
                  <a:moveTo>
                    <a:pt x="4228706" y="9524"/>
                  </a:moveTo>
                  <a:lnTo>
                    <a:pt x="4223943" y="9524"/>
                  </a:lnTo>
                  <a:lnTo>
                    <a:pt x="4219181" y="4762"/>
                  </a:lnTo>
                  <a:lnTo>
                    <a:pt x="4228706" y="4762"/>
                  </a:lnTo>
                  <a:lnTo>
                    <a:pt x="4228706" y="9524"/>
                  </a:lnTo>
                  <a:close/>
                </a:path>
                <a:path w="4229100" h="1869439">
                  <a:moveTo>
                    <a:pt x="1780781" y="468909"/>
                  </a:moveTo>
                  <a:lnTo>
                    <a:pt x="1776018" y="464146"/>
                  </a:lnTo>
                  <a:lnTo>
                    <a:pt x="1780781" y="464146"/>
                  </a:lnTo>
                  <a:lnTo>
                    <a:pt x="1780781" y="468909"/>
                  </a:lnTo>
                  <a:close/>
                </a:path>
                <a:path w="4229100" h="1869439">
                  <a:moveTo>
                    <a:pt x="2175171" y="468909"/>
                  </a:moveTo>
                  <a:lnTo>
                    <a:pt x="1780781" y="468909"/>
                  </a:lnTo>
                  <a:lnTo>
                    <a:pt x="1780781" y="464146"/>
                  </a:lnTo>
                  <a:lnTo>
                    <a:pt x="2200249" y="464146"/>
                  </a:lnTo>
                  <a:lnTo>
                    <a:pt x="2199081" y="464896"/>
                  </a:lnTo>
                  <a:lnTo>
                    <a:pt x="2181428" y="464896"/>
                  </a:lnTo>
                  <a:lnTo>
                    <a:pt x="2175171" y="468909"/>
                  </a:lnTo>
                  <a:close/>
                </a:path>
                <a:path w="4229100" h="1869439">
                  <a:moveTo>
                    <a:pt x="37095" y="1851698"/>
                  </a:moveTo>
                  <a:lnTo>
                    <a:pt x="111701" y="1803803"/>
                  </a:lnTo>
                  <a:lnTo>
                    <a:pt x="2794863" y="464146"/>
                  </a:lnTo>
                  <a:lnTo>
                    <a:pt x="4219181" y="464146"/>
                  </a:lnTo>
                  <a:lnTo>
                    <a:pt x="4219181" y="468909"/>
                  </a:lnTo>
                  <a:lnTo>
                    <a:pt x="4228706" y="468909"/>
                  </a:lnTo>
                  <a:lnTo>
                    <a:pt x="4228706" y="473163"/>
                  </a:lnTo>
                  <a:lnTo>
                    <a:pt x="2798114" y="473163"/>
                  </a:lnTo>
                  <a:lnTo>
                    <a:pt x="2795981" y="473671"/>
                  </a:lnTo>
                  <a:lnTo>
                    <a:pt x="2797097" y="473671"/>
                  </a:lnTo>
                  <a:lnTo>
                    <a:pt x="37095" y="1851698"/>
                  </a:lnTo>
                  <a:close/>
                </a:path>
                <a:path w="4229100" h="1869439">
                  <a:moveTo>
                    <a:pt x="4228706" y="468909"/>
                  </a:moveTo>
                  <a:lnTo>
                    <a:pt x="4219181" y="468909"/>
                  </a:lnTo>
                  <a:lnTo>
                    <a:pt x="4223943" y="464146"/>
                  </a:lnTo>
                  <a:lnTo>
                    <a:pt x="4228706" y="464146"/>
                  </a:lnTo>
                  <a:lnTo>
                    <a:pt x="4228706" y="468909"/>
                  </a:lnTo>
                  <a:close/>
                </a:path>
                <a:path w="4229100" h="1869439">
                  <a:moveTo>
                    <a:pt x="2679" y="1868881"/>
                  </a:moveTo>
                  <a:lnTo>
                    <a:pt x="0" y="1864144"/>
                  </a:lnTo>
                  <a:lnTo>
                    <a:pt x="2181428" y="464896"/>
                  </a:lnTo>
                  <a:lnTo>
                    <a:pt x="2184006" y="473671"/>
                  </a:lnTo>
                  <a:lnTo>
                    <a:pt x="2185399" y="473671"/>
                  </a:lnTo>
                  <a:lnTo>
                    <a:pt x="111701" y="1803803"/>
                  </a:lnTo>
                  <a:lnTo>
                    <a:pt x="32334" y="1843430"/>
                  </a:lnTo>
                  <a:lnTo>
                    <a:pt x="37033" y="1851698"/>
                  </a:lnTo>
                  <a:lnTo>
                    <a:pt x="2679" y="1868881"/>
                  </a:lnTo>
                  <a:close/>
                </a:path>
                <a:path w="4229100" h="1869439">
                  <a:moveTo>
                    <a:pt x="2185399" y="473671"/>
                  </a:moveTo>
                  <a:lnTo>
                    <a:pt x="2184006" y="473671"/>
                  </a:lnTo>
                  <a:lnTo>
                    <a:pt x="2181428" y="464896"/>
                  </a:lnTo>
                  <a:lnTo>
                    <a:pt x="2199081" y="464896"/>
                  </a:lnTo>
                  <a:lnTo>
                    <a:pt x="2185399" y="473671"/>
                  </a:lnTo>
                  <a:close/>
                </a:path>
                <a:path w="4229100" h="1869439">
                  <a:moveTo>
                    <a:pt x="2797097" y="473671"/>
                  </a:moveTo>
                  <a:lnTo>
                    <a:pt x="2795981" y="473671"/>
                  </a:lnTo>
                  <a:lnTo>
                    <a:pt x="2798114" y="473163"/>
                  </a:lnTo>
                  <a:lnTo>
                    <a:pt x="2797097" y="473671"/>
                  </a:lnTo>
                  <a:close/>
                </a:path>
                <a:path w="4229100" h="1869439">
                  <a:moveTo>
                    <a:pt x="4228706" y="473671"/>
                  </a:moveTo>
                  <a:lnTo>
                    <a:pt x="2797097" y="473671"/>
                  </a:lnTo>
                  <a:lnTo>
                    <a:pt x="2798114" y="473163"/>
                  </a:lnTo>
                  <a:lnTo>
                    <a:pt x="4228706" y="473163"/>
                  </a:lnTo>
                  <a:lnTo>
                    <a:pt x="4228706" y="473671"/>
                  </a:lnTo>
                  <a:close/>
                </a:path>
                <a:path w="4229100" h="1869439">
                  <a:moveTo>
                    <a:pt x="37033" y="1851698"/>
                  </a:moveTo>
                  <a:lnTo>
                    <a:pt x="32334" y="1843430"/>
                  </a:lnTo>
                  <a:lnTo>
                    <a:pt x="111701" y="1803803"/>
                  </a:lnTo>
                  <a:lnTo>
                    <a:pt x="37033" y="18516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5819584" y="2551887"/>
            <a:ext cx="203009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Noto Sans CJK JP Black"/>
                <a:cs typeface="Noto Sans CJK JP Black"/>
              </a:rPr>
              <a:t>服务数据单元</a:t>
            </a:r>
            <a:r>
              <a:rPr dirty="0" sz="2000" spc="-5">
                <a:latin typeface="Tahoma"/>
                <a:cs typeface="Tahoma"/>
              </a:rPr>
              <a:t>SD</a:t>
            </a:r>
            <a:r>
              <a:rPr dirty="0" sz="2000">
                <a:latin typeface="Tahoma"/>
                <a:cs typeface="Tahoma"/>
              </a:rPr>
              <a:t>U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23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394843" y="385089"/>
            <a:ext cx="8462645" cy="4928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19710">
              <a:lnSpc>
                <a:spcPct val="120000"/>
              </a:lnSpc>
              <a:spcBef>
                <a:spcPts val="100"/>
              </a:spcBef>
            </a:pPr>
            <a:r>
              <a:rPr dirty="0" sz="2400" spc="45">
                <a:latin typeface="UKIJ CJK"/>
                <a:cs typeface="UKIJ CJK"/>
              </a:rPr>
              <a:t>在</a:t>
            </a:r>
            <a:r>
              <a:rPr dirty="0" sz="2400" spc="45">
                <a:latin typeface="Times New Roman"/>
                <a:cs typeface="Times New Roman"/>
              </a:rPr>
              <a:t>OSI</a:t>
            </a:r>
            <a:r>
              <a:rPr dirty="0" sz="2400" spc="40">
                <a:latin typeface="Times New Roman"/>
                <a:cs typeface="Times New Roman"/>
              </a:rPr>
              <a:t>/R</a:t>
            </a:r>
            <a:r>
              <a:rPr dirty="0" sz="2400" spc="45">
                <a:latin typeface="Times New Roman"/>
                <a:cs typeface="Times New Roman"/>
              </a:rPr>
              <a:t>M</a:t>
            </a:r>
            <a:r>
              <a:rPr dirty="0" sz="2400" spc="45">
                <a:latin typeface="UKIJ CJK"/>
                <a:cs typeface="UKIJ CJK"/>
              </a:rPr>
              <a:t>中，数据单元是数据传送的单位可分为三</a:t>
            </a:r>
            <a:r>
              <a:rPr dirty="0" sz="2400" spc="50">
                <a:latin typeface="UKIJ CJK"/>
                <a:cs typeface="UKIJ CJK"/>
              </a:rPr>
              <a:t>种：协</a:t>
            </a:r>
            <a:r>
              <a:rPr dirty="0" sz="2400">
                <a:latin typeface="UKIJ CJK"/>
                <a:cs typeface="UKIJ CJK"/>
              </a:rPr>
              <a:t>议 数据单元</a:t>
            </a:r>
            <a:r>
              <a:rPr dirty="0" sz="2400">
                <a:latin typeface="Times New Roman"/>
                <a:cs typeface="Times New Roman"/>
              </a:rPr>
              <a:t>PDU</a:t>
            </a:r>
            <a:r>
              <a:rPr dirty="0" sz="2400">
                <a:latin typeface="UKIJ CJK"/>
                <a:cs typeface="UKIJ CJK"/>
              </a:rPr>
              <a:t>、接口数据单元</a:t>
            </a:r>
            <a:r>
              <a:rPr dirty="0" sz="2400">
                <a:latin typeface="Times New Roman"/>
                <a:cs typeface="Times New Roman"/>
              </a:rPr>
              <a:t>IDU</a:t>
            </a:r>
            <a:r>
              <a:rPr dirty="0" sz="2400">
                <a:latin typeface="UKIJ CJK"/>
                <a:cs typeface="UKIJ CJK"/>
              </a:rPr>
              <a:t>和服务数据单元</a:t>
            </a:r>
            <a:r>
              <a:rPr dirty="0" sz="2400">
                <a:latin typeface="Times New Roman"/>
                <a:cs typeface="Times New Roman"/>
              </a:rPr>
              <a:t>SDU</a:t>
            </a:r>
            <a:r>
              <a:rPr dirty="0" sz="2400">
                <a:latin typeface="UKIJ CJK"/>
                <a:cs typeface="UKIJ CJK"/>
              </a:rPr>
              <a:t>。</a:t>
            </a:r>
            <a:endParaRPr sz="2400">
              <a:latin typeface="UKIJ CJK"/>
              <a:cs typeface="UKIJ CJK"/>
            </a:endParaRPr>
          </a:p>
          <a:p>
            <a:pPr marL="355600" marR="5080" indent="-342900">
              <a:lnSpc>
                <a:spcPct val="120000"/>
              </a:lnSpc>
              <a:spcBef>
                <a:spcPts val="595"/>
              </a:spcBef>
              <a:buClr>
                <a:srgbClr val="0000FF"/>
              </a:buClr>
              <a:buSzPct val="85416"/>
              <a:buFont typeface="Wingdings"/>
              <a:buChar char=""/>
              <a:tabLst>
                <a:tab pos="355600" algn="l"/>
              </a:tabLst>
            </a:pPr>
            <a:r>
              <a:rPr dirty="0" sz="2400" spc="5" b="0">
                <a:latin typeface="Noto Sans CJK JP Medium"/>
                <a:cs typeface="Noto Sans CJK JP Medium"/>
              </a:rPr>
              <a:t>协议数据单元</a:t>
            </a:r>
            <a:r>
              <a:rPr dirty="0" sz="2400" b="1">
                <a:latin typeface="Times New Roman"/>
                <a:cs typeface="Times New Roman"/>
              </a:rPr>
              <a:t>PDU</a:t>
            </a:r>
            <a:r>
              <a:rPr dirty="0" sz="2400" b="0">
                <a:latin typeface="Noto Sans CJK JP Medium"/>
                <a:cs typeface="Noto Sans CJK JP Medium"/>
              </a:rPr>
              <a:t>：</a:t>
            </a:r>
            <a:r>
              <a:rPr dirty="0" sz="2400">
                <a:latin typeface="UKIJ CJK"/>
                <a:cs typeface="UKIJ CJK"/>
              </a:rPr>
              <a:t>用户数据到了</a:t>
            </a:r>
            <a:r>
              <a:rPr dirty="0" sz="2400">
                <a:latin typeface="Times New Roman"/>
                <a:cs typeface="Times New Roman"/>
              </a:rPr>
              <a:t>N+1</a:t>
            </a:r>
            <a:r>
              <a:rPr dirty="0" sz="2400">
                <a:latin typeface="UKIJ CJK"/>
                <a:cs typeface="UKIJ CJK"/>
              </a:rPr>
              <a:t>层之后，</a:t>
            </a:r>
            <a:r>
              <a:rPr dirty="0" sz="2400">
                <a:latin typeface="Times New Roman"/>
                <a:cs typeface="Times New Roman"/>
              </a:rPr>
              <a:t>N+1</a:t>
            </a:r>
            <a:r>
              <a:rPr dirty="0" sz="2400">
                <a:latin typeface="UKIJ CJK"/>
                <a:cs typeface="UKIJ CJK"/>
              </a:rPr>
              <a:t>层实体 要在它前头加上一些附加的信息，即协议控制信息（</a:t>
            </a:r>
            <a:r>
              <a:rPr dirty="0" sz="2400">
                <a:latin typeface="Times New Roman"/>
                <a:cs typeface="Times New Roman"/>
              </a:rPr>
              <a:t>P</a:t>
            </a:r>
            <a:r>
              <a:rPr dirty="0" sz="2400" spc="-5">
                <a:latin typeface="Times New Roman"/>
                <a:cs typeface="Times New Roman"/>
              </a:rPr>
              <a:t>C</a:t>
            </a:r>
            <a:r>
              <a:rPr dirty="0" sz="2400">
                <a:latin typeface="Times New Roman"/>
                <a:cs typeface="Times New Roman"/>
              </a:rPr>
              <a:t>I</a:t>
            </a:r>
            <a:r>
              <a:rPr dirty="0" sz="2400">
                <a:latin typeface="UKIJ CJK"/>
                <a:cs typeface="UKIJ CJK"/>
              </a:rPr>
              <a:t>）。 形成该层的一个协议数据单元（</a:t>
            </a:r>
            <a:r>
              <a:rPr dirty="0" sz="2400">
                <a:latin typeface="Times New Roman"/>
                <a:cs typeface="Times New Roman"/>
              </a:rPr>
              <a:t>PDU)</a:t>
            </a:r>
            <a:r>
              <a:rPr dirty="0" sz="2400">
                <a:latin typeface="UKIJ CJK"/>
                <a:cs typeface="UKIJ CJK"/>
              </a:rPr>
              <a:t>。协议控制信息的作 用是为了协调对等实体之间的共同操作，即实现本层的对</a:t>
            </a:r>
            <a:endParaRPr sz="2400">
              <a:latin typeface="UKIJ CJK"/>
              <a:cs typeface="UKIJ CJK"/>
            </a:endParaRPr>
          </a:p>
          <a:p>
            <a:pPr algn="just" marL="355600" marR="478790">
              <a:lnSpc>
                <a:spcPct val="120000"/>
              </a:lnSpc>
            </a:pPr>
            <a:r>
              <a:rPr dirty="0" sz="2400">
                <a:latin typeface="UKIJ CJK"/>
                <a:cs typeface="UKIJ CJK"/>
              </a:rPr>
              <a:t>等协议。它所包含的内容是根据该层所要完成任务的不同 而制定的，比如说，到了某一层之后，就可以在这个协议 控制信息中加入源和目标地址，以此来识别发送方和接收 方。所以我们经常说，</a:t>
            </a:r>
            <a:r>
              <a:rPr dirty="0" sz="2400">
                <a:latin typeface="Times New Roman"/>
                <a:cs typeface="Times New Roman"/>
              </a:rPr>
              <a:t>PDU</a:t>
            </a:r>
            <a:r>
              <a:rPr dirty="0" sz="2400">
                <a:latin typeface="UKIJ CJK"/>
                <a:cs typeface="UKIJ CJK"/>
              </a:rPr>
              <a:t>是被对等实体用来执行对等协 议的，其实这主要还是协议控制信息的功劳。</a:t>
            </a:r>
            <a:endParaRPr sz="2400">
              <a:latin typeface="UKIJ CJK"/>
              <a:cs typeface="UKIJ CJK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23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531748" y="508000"/>
            <a:ext cx="7908925" cy="49282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36830" indent="-342900">
              <a:lnSpc>
                <a:spcPct val="120000"/>
              </a:lnSpc>
              <a:spcBef>
                <a:spcPts val="95"/>
              </a:spcBef>
              <a:buClr>
                <a:srgbClr val="0000FF"/>
              </a:buClr>
              <a:buSzPct val="85416"/>
              <a:buFont typeface="Wingdings"/>
              <a:buChar char=""/>
              <a:tabLst>
                <a:tab pos="355600" algn="l"/>
              </a:tabLst>
            </a:pPr>
            <a:r>
              <a:rPr dirty="0" sz="2400" spc="5" b="0">
                <a:latin typeface="Noto Sans CJK JP Medium"/>
                <a:cs typeface="Noto Sans CJK JP Medium"/>
              </a:rPr>
              <a:t>接口数据单元</a:t>
            </a:r>
            <a:r>
              <a:rPr dirty="0" sz="2400" spc="70" b="0">
                <a:latin typeface="Noto Sans CJK JP Medium"/>
                <a:cs typeface="Noto Sans CJK JP Medium"/>
              </a:rPr>
              <a:t>I</a:t>
            </a:r>
            <a:r>
              <a:rPr dirty="0" sz="2400" spc="245" b="0">
                <a:latin typeface="Noto Sans CJK JP Medium"/>
                <a:cs typeface="Noto Sans CJK JP Medium"/>
              </a:rPr>
              <a:t>D</a:t>
            </a:r>
            <a:r>
              <a:rPr dirty="0" sz="2400" spc="110" b="0">
                <a:latin typeface="Noto Sans CJK JP Medium"/>
                <a:cs typeface="Noto Sans CJK JP Medium"/>
              </a:rPr>
              <a:t>U</a:t>
            </a:r>
            <a:r>
              <a:rPr dirty="0" sz="2400">
                <a:latin typeface="UKIJ CJK"/>
                <a:cs typeface="UKIJ CJK"/>
              </a:rPr>
              <a:t>：</a:t>
            </a:r>
            <a:r>
              <a:rPr dirty="0" sz="2400" spc="15">
                <a:latin typeface="UKIJ CJK"/>
                <a:cs typeface="UKIJ CJK"/>
              </a:rPr>
              <a:t>N</a:t>
            </a:r>
            <a:r>
              <a:rPr dirty="0" sz="2400" spc="114">
                <a:latin typeface="UKIJ CJK"/>
                <a:cs typeface="UKIJ CJK"/>
              </a:rPr>
              <a:t>+</a:t>
            </a:r>
            <a:r>
              <a:rPr dirty="0" sz="2400" spc="165">
                <a:latin typeface="UKIJ CJK"/>
                <a:cs typeface="UKIJ CJK"/>
              </a:rPr>
              <a:t>1</a:t>
            </a:r>
            <a:r>
              <a:rPr dirty="0" sz="2400">
                <a:latin typeface="UKIJ CJK"/>
                <a:cs typeface="UKIJ CJK"/>
              </a:rPr>
              <a:t>层实体与</a:t>
            </a:r>
            <a:r>
              <a:rPr dirty="0" sz="2400" spc="15">
                <a:latin typeface="UKIJ CJK"/>
                <a:cs typeface="UKIJ CJK"/>
              </a:rPr>
              <a:t>N</a:t>
            </a:r>
            <a:r>
              <a:rPr dirty="0" sz="2400">
                <a:latin typeface="UKIJ CJK"/>
                <a:cs typeface="UKIJ CJK"/>
              </a:rPr>
              <a:t>层通过服务访问点传 递的数据单元。</a:t>
            </a:r>
            <a:r>
              <a:rPr dirty="0" sz="2400" spc="150">
                <a:latin typeface="UKIJ CJK"/>
                <a:cs typeface="UKIJ CJK"/>
              </a:rPr>
              <a:t>IDU</a:t>
            </a:r>
            <a:r>
              <a:rPr dirty="0" sz="2400">
                <a:latin typeface="UKIJ CJK"/>
                <a:cs typeface="UKIJ CJK"/>
              </a:rPr>
              <a:t>就是由上层的协议数据单元和另外 一些附加的信息组成。这些附加的信息就称为接口控制 信息</a:t>
            </a:r>
            <a:r>
              <a:rPr dirty="0" sz="2400" spc="50">
                <a:latin typeface="UKIJ CJK"/>
                <a:cs typeface="UKIJ CJK"/>
              </a:rPr>
              <a:t>（ICI），</a:t>
            </a:r>
            <a:r>
              <a:rPr dirty="0" sz="2400">
                <a:latin typeface="UKIJ CJK"/>
                <a:cs typeface="UKIJ CJK"/>
              </a:rPr>
              <a:t>它的作用是为了协调上层与下层实体之间 的共同操作，并不是发送方给收方的内容，它只要完成 接口上的数据传递之后，就不复存在了。</a:t>
            </a:r>
            <a:endParaRPr sz="2400">
              <a:latin typeface="UKIJ CJK"/>
              <a:cs typeface="UKIJ CJK"/>
            </a:endParaRPr>
          </a:p>
          <a:p>
            <a:pPr marL="355600" marR="5080" indent="-342900">
              <a:lnSpc>
                <a:spcPct val="120000"/>
              </a:lnSpc>
              <a:spcBef>
                <a:spcPts val="600"/>
              </a:spcBef>
              <a:buClr>
                <a:srgbClr val="0000FF"/>
              </a:buClr>
              <a:buSzPct val="85416"/>
              <a:buFont typeface="Wingdings"/>
              <a:buChar char=""/>
              <a:tabLst>
                <a:tab pos="355600" algn="l"/>
              </a:tabLst>
            </a:pPr>
            <a:r>
              <a:rPr dirty="0" sz="2400" spc="5" b="0">
                <a:latin typeface="Noto Sans CJK JP Medium"/>
                <a:cs typeface="Noto Sans CJK JP Medium"/>
              </a:rPr>
              <a:t>服务数据单元</a:t>
            </a:r>
            <a:r>
              <a:rPr dirty="0" sz="2400" spc="120" b="0">
                <a:latin typeface="Noto Sans CJK JP Medium"/>
                <a:cs typeface="Noto Sans CJK JP Medium"/>
              </a:rPr>
              <a:t>SDU</a:t>
            </a:r>
            <a:r>
              <a:rPr dirty="0" sz="2400" spc="120">
                <a:latin typeface="UKIJ CJK"/>
                <a:cs typeface="UKIJ CJK"/>
              </a:rPr>
              <a:t>：</a:t>
            </a:r>
            <a:r>
              <a:rPr dirty="0" sz="2400">
                <a:latin typeface="UKIJ CJK"/>
                <a:cs typeface="UKIJ CJK"/>
              </a:rPr>
              <a:t>从图中我们可以看出，到了下层之 后，接口控制信息已经不复存在了，真正要跨越网络传 给收方</a:t>
            </a:r>
            <a:r>
              <a:rPr dirty="0" sz="2400" spc="15">
                <a:latin typeface="UKIJ CJK"/>
                <a:cs typeface="UKIJ CJK"/>
              </a:rPr>
              <a:t>N</a:t>
            </a:r>
            <a:r>
              <a:rPr dirty="0" sz="2400">
                <a:latin typeface="UKIJ CJK"/>
                <a:cs typeface="UKIJ CJK"/>
              </a:rPr>
              <a:t>层对等实体的接口数据单元的数据部分，即</a:t>
            </a:r>
            <a:r>
              <a:rPr dirty="0" sz="2400">
                <a:solidFill>
                  <a:srgbClr val="FF0000"/>
                </a:solidFill>
                <a:latin typeface="UKIJ CJK"/>
                <a:cs typeface="UKIJ CJK"/>
              </a:rPr>
              <a:t>上层 的协议数据单元</a:t>
            </a:r>
            <a:r>
              <a:rPr dirty="0" sz="2400">
                <a:latin typeface="UKIJ CJK"/>
                <a:cs typeface="UKIJ CJK"/>
              </a:rPr>
              <a:t>。但在这个时候，上层的协议数据等于 又被起了另一个名称，叫</a:t>
            </a:r>
            <a:r>
              <a:rPr dirty="0" sz="2400">
                <a:solidFill>
                  <a:srgbClr val="FF0000"/>
                </a:solidFill>
                <a:latin typeface="UKIJ CJK"/>
                <a:cs typeface="UKIJ CJK"/>
              </a:rPr>
              <a:t>服务数据单元</a:t>
            </a:r>
            <a:r>
              <a:rPr dirty="0" sz="2400" spc="160">
                <a:solidFill>
                  <a:srgbClr val="FF0000"/>
                </a:solidFill>
                <a:latin typeface="UKIJ CJK"/>
                <a:cs typeface="UKIJ CJK"/>
              </a:rPr>
              <a:t>（SDU)</a:t>
            </a:r>
            <a:r>
              <a:rPr dirty="0" sz="2400">
                <a:solidFill>
                  <a:srgbClr val="FF0000"/>
                </a:solidFill>
                <a:latin typeface="UKIJ CJK"/>
                <a:cs typeface="UKIJ CJK"/>
              </a:rPr>
              <a:t>。</a:t>
            </a:r>
            <a:endParaRPr sz="2400">
              <a:latin typeface="UKIJ CJK"/>
              <a:cs typeface="UKIJ CJK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49334" y="6423025"/>
            <a:ext cx="20383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">
                <a:latin typeface="Times New Roman"/>
                <a:cs typeface="Times New Roman"/>
              </a:rPr>
              <a:t>2</a:t>
            </a:r>
            <a:r>
              <a:rPr dirty="0" sz="1400">
                <a:latin typeface="Times New Roman"/>
                <a:cs typeface="Times New Roman"/>
              </a:rPr>
              <a:t>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8660" y="78105"/>
            <a:ext cx="3454400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5" b="0">
                <a:solidFill>
                  <a:srgbClr val="3333CC"/>
                </a:solidFill>
                <a:latin typeface="Noto Sans CJK JP Medium"/>
                <a:cs typeface="Noto Sans CJK JP Medium"/>
              </a:rPr>
              <a:t>服务原语（</a:t>
            </a:r>
            <a:r>
              <a:rPr dirty="0" sz="2800" spc="-30" b="0">
                <a:solidFill>
                  <a:srgbClr val="3333CC"/>
                </a:solidFill>
                <a:latin typeface="Noto Sans CJK JP Medium"/>
                <a:cs typeface="Noto Sans CJK JP Medium"/>
              </a:rPr>
              <a:t>p</a:t>
            </a:r>
            <a:r>
              <a:rPr dirty="0" sz="2800" spc="85" b="0">
                <a:solidFill>
                  <a:srgbClr val="3333CC"/>
                </a:solidFill>
                <a:latin typeface="Noto Sans CJK JP Medium"/>
                <a:cs typeface="Noto Sans CJK JP Medium"/>
              </a:rPr>
              <a:t>r</a:t>
            </a:r>
            <a:r>
              <a:rPr dirty="0" sz="2800" spc="35" b="0">
                <a:solidFill>
                  <a:srgbClr val="3333CC"/>
                </a:solidFill>
                <a:latin typeface="Noto Sans CJK JP Medium"/>
                <a:cs typeface="Noto Sans CJK JP Medium"/>
              </a:rPr>
              <a:t>i</a:t>
            </a:r>
            <a:r>
              <a:rPr dirty="0" sz="2800" spc="-10" b="0">
                <a:solidFill>
                  <a:srgbClr val="3333CC"/>
                </a:solidFill>
                <a:latin typeface="Noto Sans CJK JP Medium"/>
                <a:cs typeface="Noto Sans CJK JP Medium"/>
              </a:rPr>
              <a:t>m</a:t>
            </a:r>
            <a:r>
              <a:rPr dirty="0" sz="2800" spc="35" b="0">
                <a:solidFill>
                  <a:srgbClr val="3333CC"/>
                </a:solidFill>
                <a:latin typeface="Noto Sans CJK JP Medium"/>
                <a:cs typeface="Noto Sans CJK JP Medium"/>
              </a:rPr>
              <a:t>i</a:t>
            </a:r>
            <a:r>
              <a:rPr dirty="0" sz="2800" spc="-45" b="0">
                <a:solidFill>
                  <a:srgbClr val="3333CC"/>
                </a:solidFill>
                <a:latin typeface="Noto Sans CJK JP Medium"/>
                <a:cs typeface="Noto Sans CJK JP Medium"/>
              </a:rPr>
              <a:t>t</a:t>
            </a:r>
            <a:r>
              <a:rPr dirty="0" sz="2800" spc="35" b="0">
                <a:solidFill>
                  <a:srgbClr val="3333CC"/>
                </a:solidFill>
                <a:latin typeface="Noto Sans CJK JP Medium"/>
                <a:cs typeface="Noto Sans CJK JP Medium"/>
              </a:rPr>
              <a:t>i</a:t>
            </a:r>
            <a:r>
              <a:rPr dirty="0" sz="2800" spc="-70" b="0">
                <a:solidFill>
                  <a:srgbClr val="3333CC"/>
                </a:solidFill>
                <a:latin typeface="Noto Sans CJK JP Medium"/>
                <a:cs typeface="Noto Sans CJK JP Medium"/>
              </a:rPr>
              <a:t>v</a:t>
            </a:r>
            <a:r>
              <a:rPr dirty="0" sz="2800" spc="-125" b="0">
                <a:solidFill>
                  <a:srgbClr val="3333CC"/>
                </a:solidFill>
                <a:latin typeface="Noto Sans CJK JP Medium"/>
                <a:cs typeface="Noto Sans CJK JP Medium"/>
              </a:rPr>
              <a:t>e</a:t>
            </a:r>
            <a:r>
              <a:rPr dirty="0" sz="2800" spc="-160" b="0">
                <a:solidFill>
                  <a:srgbClr val="3333CC"/>
                </a:solidFill>
                <a:latin typeface="Noto Sans CJK JP Medium"/>
                <a:cs typeface="Noto Sans CJK JP Medium"/>
              </a:rPr>
              <a:t>)</a:t>
            </a:r>
            <a:endParaRPr sz="2800">
              <a:latin typeface="Noto Sans CJK JP Medium"/>
              <a:cs typeface="Noto Sans CJK JP Medium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41960" y="5550408"/>
            <a:ext cx="8328659" cy="640080"/>
          </a:xfrm>
          <a:custGeom>
            <a:avLst/>
            <a:gdLst/>
            <a:ahLst/>
            <a:cxnLst/>
            <a:rect l="l" t="t" r="r" b="b"/>
            <a:pathLst>
              <a:path w="8328659" h="640079">
                <a:moveTo>
                  <a:pt x="8328647" y="0"/>
                </a:moveTo>
                <a:lnTo>
                  <a:pt x="1408176" y="0"/>
                </a:lnTo>
                <a:lnTo>
                  <a:pt x="0" y="0"/>
                </a:lnTo>
                <a:lnTo>
                  <a:pt x="0" y="640080"/>
                </a:lnTo>
                <a:lnTo>
                  <a:pt x="1408176" y="640080"/>
                </a:lnTo>
                <a:lnTo>
                  <a:pt x="8328647" y="640080"/>
                </a:lnTo>
                <a:lnTo>
                  <a:pt x="8328647" y="0"/>
                </a:lnTo>
                <a:close/>
              </a:path>
            </a:pathLst>
          </a:custGeom>
          <a:solidFill>
            <a:srgbClr val="000000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41642" y="3679139"/>
            <a:ext cx="8329295" cy="12700"/>
          </a:xfrm>
          <a:custGeom>
            <a:avLst/>
            <a:gdLst/>
            <a:ahLst/>
            <a:cxnLst/>
            <a:rect l="l" t="t" r="r" b="b"/>
            <a:pathLst>
              <a:path w="8329295" h="12700">
                <a:moveTo>
                  <a:pt x="8329295" y="12700"/>
                </a:moveTo>
                <a:lnTo>
                  <a:pt x="0" y="12700"/>
                </a:lnTo>
                <a:lnTo>
                  <a:pt x="0" y="0"/>
                </a:lnTo>
                <a:lnTo>
                  <a:pt x="8329295" y="0"/>
                </a:lnTo>
                <a:lnTo>
                  <a:pt x="8329295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441642" y="4049979"/>
            <a:ext cx="8329295" cy="647065"/>
            <a:chOff x="441642" y="4049979"/>
            <a:chExt cx="8329295" cy="647065"/>
          </a:xfrm>
        </p:grpSpPr>
        <p:sp>
          <p:nvSpPr>
            <p:cNvPr id="7" name="object 7"/>
            <p:cNvSpPr/>
            <p:nvPr/>
          </p:nvSpPr>
          <p:spPr>
            <a:xfrm>
              <a:off x="441960" y="4056887"/>
              <a:ext cx="8328659" cy="640080"/>
            </a:xfrm>
            <a:custGeom>
              <a:avLst/>
              <a:gdLst/>
              <a:ahLst/>
              <a:cxnLst/>
              <a:rect l="l" t="t" r="r" b="b"/>
              <a:pathLst>
                <a:path w="8328659" h="640079">
                  <a:moveTo>
                    <a:pt x="8328647" y="0"/>
                  </a:moveTo>
                  <a:lnTo>
                    <a:pt x="1408176" y="0"/>
                  </a:lnTo>
                  <a:lnTo>
                    <a:pt x="0" y="0"/>
                  </a:lnTo>
                  <a:lnTo>
                    <a:pt x="0" y="640080"/>
                  </a:lnTo>
                  <a:lnTo>
                    <a:pt x="1408176" y="640080"/>
                  </a:lnTo>
                  <a:lnTo>
                    <a:pt x="8328647" y="640080"/>
                  </a:lnTo>
                  <a:lnTo>
                    <a:pt x="8328647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41642" y="4049979"/>
              <a:ext cx="8329295" cy="12700"/>
            </a:xfrm>
            <a:custGeom>
              <a:avLst/>
              <a:gdLst/>
              <a:ahLst/>
              <a:cxnLst/>
              <a:rect l="l" t="t" r="r" b="b"/>
              <a:pathLst>
                <a:path w="8329295" h="12700">
                  <a:moveTo>
                    <a:pt x="8329295" y="12700"/>
                  </a:moveTo>
                  <a:lnTo>
                    <a:pt x="0" y="12700"/>
                  </a:lnTo>
                  <a:lnTo>
                    <a:pt x="0" y="0"/>
                  </a:lnTo>
                  <a:lnTo>
                    <a:pt x="8329295" y="0"/>
                  </a:lnTo>
                  <a:lnTo>
                    <a:pt x="8329295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358660" y="509904"/>
            <a:ext cx="8255000" cy="413639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2400">
                <a:latin typeface="UKIJ CJK"/>
                <a:cs typeface="UKIJ CJK"/>
              </a:rPr>
              <a:t>在协议体系结构中，相邻层之间的服务在形式上是由一组原语</a:t>
            </a:r>
            <a:endParaRPr sz="2400">
              <a:latin typeface="UKIJ CJK"/>
              <a:cs typeface="UKIJ CJK"/>
            </a:endParaRPr>
          </a:p>
          <a:p>
            <a:pPr algn="just" marL="12700" marR="5080">
              <a:lnSpc>
                <a:spcPct val="120000"/>
              </a:lnSpc>
            </a:pPr>
            <a:r>
              <a:rPr dirty="0" sz="2400">
                <a:latin typeface="UKIJ CJK"/>
                <a:cs typeface="UKIJ CJK"/>
              </a:rPr>
              <a:t>（或操作）和参数来描述。服务原语定义的是所执行功能，即 原语通知服务提供者执行某个动作，或者报告将某个对等实体 的活动报告给用户，而参数则用于传递数据和控制信息。服务 原语真正形式取决于它的实现方式，过程调用是服务原语的一 个实例。</a:t>
            </a:r>
            <a:r>
              <a:rPr dirty="0" sz="2400" spc="85">
                <a:latin typeface="UKIJ CJK"/>
                <a:cs typeface="UKIJ CJK"/>
              </a:rPr>
              <a:t> </a:t>
            </a:r>
            <a:r>
              <a:rPr dirty="0" sz="2400" spc="155">
                <a:latin typeface="UKIJ CJK"/>
                <a:cs typeface="UKIJ CJK"/>
              </a:rPr>
              <a:t>ISO</a:t>
            </a:r>
            <a:r>
              <a:rPr dirty="0" sz="2400">
                <a:latin typeface="UKIJ CJK"/>
                <a:cs typeface="UKIJ CJK"/>
              </a:rPr>
              <a:t>的标准种使用了</a:t>
            </a:r>
            <a:r>
              <a:rPr dirty="0" sz="2400" spc="165">
                <a:latin typeface="UKIJ CJK"/>
                <a:cs typeface="UKIJ CJK"/>
              </a:rPr>
              <a:t>4</a:t>
            </a:r>
            <a:r>
              <a:rPr dirty="0" sz="2400">
                <a:latin typeface="UKIJ CJK"/>
                <a:cs typeface="UKIJ CJK"/>
              </a:rPr>
              <a:t>种类型的服务原语来定义该体 系结构种相邻层之间的交互作用，如表中所示。</a:t>
            </a:r>
            <a:endParaRPr sz="2400">
              <a:latin typeface="UKIJ CJK"/>
              <a:cs typeface="UKIJ CJK"/>
            </a:endParaRPr>
          </a:p>
          <a:p>
            <a:pPr marL="499745">
              <a:lnSpc>
                <a:spcPct val="100000"/>
              </a:lnSpc>
              <a:spcBef>
                <a:spcPts val="940"/>
              </a:spcBef>
              <a:tabLst>
                <a:tab pos="4664710" algn="l"/>
              </a:tabLst>
            </a:pPr>
            <a:r>
              <a:rPr dirty="0" sz="1800" b="0">
                <a:latin typeface="Noto Sans CJK JP Medium"/>
                <a:cs typeface="Noto Sans CJK JP Medium"/>
              </a:rPr>
              <a:t>原 </a:t>
            </a:r>
            <a:r>
              <a:rPr dirty="0" sz="1800" spc="95" b="0">
                <a:latin typeface="Noto Sans CJK JP Medium"/>
                <a:cs typeface="Noto Sans CJK JP Medium"/>
              </a:rPr>
              <a:t> </a:t>
            </a:r>
            <a:r>
              <a:rPr dirty="0" sz="1800" b="0">
                <a:latin typeface="Noto Sans CJK JP Medium"/>
                <a:cs typeface="Noto Sans CJK JP Medium"/>
              </a:rPr>
              <a:t>语	含</a:t>
            </a:r>
            <a:r>
              <a:rPr dirty="0" sz="1800" spc="90" b="0">
                <a:latin typeface="Noto Sans CJK JP Medium"/>
                <a:cs typeface="Noto Sans CJK JP Medium"/>
              </a:rPr>
              <a:t> </a:t>
            </a:r>
            <a:r>
              <a:rPr dirty="0" sz="1800" b="0">
                <a:latin typeface="Noto Sans CJK JP Medium"/>
                <a:cs typeface="Noto Sans CJK JP Medium"/>
              </a:rPr>
              <a:t>义</a:t>
            </a:r>
            <a:endParaRPr sz="1800">
              <a:latin typeface="Noto Sans CJK JP Medium"/>
              <a:cs typeface="Noto Sans CJK JP Medium"/>
            </a:endParaRPr>
          </a:p>
          <a:p>
            <a:pPr marL="1581785" marR="35560" indent="-1407795">
              <a:lnSpc>
                <a:spcPct val="100000"/>
              </a:lnSpc>
              <a:spcBef>
                <a:spcPts val="760"/>
              </a:spcBef>
              <a:tabLst>
                <a:tab pos="1581785" algn="l"/>
              </a:tabLst>
            </a:pPr>
            <a:r>
              <a:rPr dirty="0" sz="1800">
                <a:latin typeface="UKIJ CJK"/>
                <a:cs typeface="UKIJ CJK"/>
              </a:rPr>
              <a:t>请求</a:t>
            </a:r>
            <a:r>
              <a:rPr dirty="0" sz="1800">
                <a:latin typeface="Times New Roman"/>
                <a:cs typeface="Times New Roman"/>
              </a:rPr>
              <a:t>(reque</a:t>
            </a:r>
            <a:r>
              <a:rPr dirty="0" sz="1800" spc="-5">
                <a:latin typeface="Times New Roman"/>
                <a:cs typeface="Times New Roman"/>
              </a:rPr>
              <a:t>st</a:t>
            </a:r>
            <a:r>
              <a:rPr dirty="0" sz="1800">
                <a:latin typeface="Times New Roman"/>
                <a:cs typeface="Times New Roman"/>
              </a:rPr>
              <a:t>)	</a:t>
            </a:r>
            <a:r>
              <a:rPr dirty="0" sz="1800">
                <a:latin typeface="UKIJ CJK"/>
                <a:cs typeface="UKIJ CJK"/>
              </a:rPr>
              <a:t>由服务用户发出的服务原语将调用某些服务，并传递必要的参数， 以完整地指明所请求的服务</a:t>
            </a:r>
            <a:endParaRPr sz="1800">
              <a:latin typeface="UKIJ CJK"/>
              <a:cs typeface="UKIJ CJK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41642" y="6823659"/>
            <a:ext cx="8329295" cy="12700"/>
          </a:xfrm>
          <a:custGeom>
            <a:avLst/>
            <a:gdLst/>
            <a:ahLst/>
            <a:cxnLst/>
            <a:rect l="l" t="t" r="r" b="b"/>
            <a:pathLst>
              <a:path w="8329295" h="12700">
                <a:moveTo>
                  <a:pt x="8329295" y="12700"/>
                </a:moveTo>
                <a:lnTo>
                  <a:pt x="0" y="12700"/>
                </a:lnTo>
                <a:lnTo>
                  <a:pt x="0" y="0"/>
                </a:lnTo>
                <a:lnTo>
                  <a:pt x="8329295" y="0"/>
                </a:lnTo>
                <a:lnTo>
                  <a:pt x="8329295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20382" y="4712284"/>
            <a:ext cx="1092200" cy="577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UKIJ CJK"/>
                <a:cs typeface="UKIJ CJK"/>
              </a:rPr>
              <a:t>指示</a:t>
            </a:r>
            <a:endParaRPr sz="1800">
              <a:latin typeface="UKIJ CJK"/>
              <a:cs typeface="UKIJ CJK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1800" spc="-5">
                <a:latin typeface="Times New Roman"/>
                <a:cs typeface="Times New Roman"/>
              </a:rPr>
              <a:t>(indication)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28177" y="4712284"/>
            <a:ext cx="6463665" cy="789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UKIJ CJK"/>
                <a:cs typeface="UKIJ CJK"/>
              </a:rPr>
              <a:t>由服务提供者发出的服务原语，用以下两者之一：</a:t>
            </a:r>
            <a:endParaRPr sz="1800">
              <a:latin typeface="UKIJ CJK"/>
              <a:cs typeface="UKIJ CJK"/>
            </a:endParaRPr>
          </a:p>
          <a:p>
            <a:pPr marL="355600" indent="-342900">
              <a:lnSpc>
                <a:spcPct val="100000"/>
              </a:lnSpc>
              <a:spcBef>
                <a:spcPts val="20"/>
              </a:spcBef>
              <a:buFont typeface="Times New Roman"/>
              <a:buAutoNum type="arabicPeriod"/>
              <a:tabLst>
                <a:tab pos="354965" algn="l"/>
                <a:tab pos="355600" algn="l"/>
              </a:tabLst>
            </a:pPr>
            <a:r>
              <a:rPr dirty="0" sz="1600">
                <a:latin typeface="UKIJ CJK"/>
                <a:cs typeface="UKIJ CJK"/>
              </a:rPr>
              <a:t>指示连接上的对等服务用户已调用了某规程，并且提供了相关的参</a:t>
            </a:r>
            <a:r>
              <a:rPr dirty="0" sz="1600" spc="-5">
                <a:latin typeface="UKIJ CJK"/>
                <a:cs typeface="UKIJ CJK"/>
              </a:rPr>
              <a:t>数</a:t>
            </a:r>
            <a:endParaRPr sz="1600">
              <a:latin typeface="UKIJ CJK"/>
              <a:cs typeface="UKIJ CJK"/>
            </a:endParaRPr>
          </a:p>
          <a:p>
            <a:pPr marL="355600" indent="-342900">
              <a:lnSpc>
                <a:spcPct val="100000"/>
              </a:lnSpc>
              <a:buFont typeface="Times New Roman"/>
              <a:buAutoNum type="arabicPeriod"/>
              <a:tabLst>
                <a:tab pos="354965" algn="l"/>
                <a:tab pos="355600" algn="l"/>
              </a:tabLst>
            </a:pPr>
            <a:r>
              <a:rPr dirty="0" sz="1600">
                <a:latin typeface="UKIJ CJK"/>
                <a:cs typeface="UKIJ CJK"/>
              </a:rPr>
              <a:t>向服务用户通知一个提供者激活的动</a:t>
            </a:r>
            <a:r>
              <a:rPr dirty="0" sz="1600" spc="-5">
                <a:latin typeface="UKIJ CJK"/>
                <a:cs typeface="UKIJ CJK"/>
              </a:rPr>
              <a:t>作</a:t>
            </a:r>
            <a:endParaRPr sz="1600">
              <a:latin typeface="UKIJ CJK"/>
              <a:cs typeface="UKIJ CJ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3082" y="5565724"/>
            <a:ext cx="965200" cy="577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UKIJ CJK"/>
                <a:cs typeface="UKIJ CJK"/>
              </a:rPr>
              <a:t>响应</a:t>
            </a:r>
            <a:endParaRPr sz="1800">
              <a:latin typeface="UKIJ CJK"/>
              <a:cs typeface="UKIJ CJK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r>
              <a:rPr dirty="0" sz="1800" spc="-5">
                <a:latin typeface="Times New Roman"/>
                <a:cs typeface="Times New Roman"/>
              </a:rPr>
              <a:t>(response)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40877" y="5565724"/>
            <a:ext cx="66421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UKIJ CJK"/>
                <a:cs typeface="UKIJ CJK"/>
              </a:rPr>
              <a:t>由服务用户发出的服务原语，用于应答或完成某些规程，这些规程 在早些时候已经由向该用户发出的指示调用</a:t>
            </a:r>
            <a:endParaRPr sz="1800">
              <a:latin typeface="UKIJ CJK"/>
              <a:cs typeface="UKIJ CJK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0382" y="6205804"/>
            <a:ext cx="901700" cy="577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UKIJ CJK"/>
                <a:cs typeface="UKIJ CJK"/>
              </a:rPr>
              <a:t>证实</a:t>
            </a:r>
            <a:endParaRPr sz="1800">
              <a:latin typeface="UKIJ CJK"/>
              <a:cs typeface="UKIJ CJK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1800" spc="-5">
                <a:latin typeface="Times New Roman"/>
                <a:cs typeface="Times New Roman"/>
              </a:rPr>
              <a:t>(confirm)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28177" y="6205804"/>
            <a:ext cx="66548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UKIJ CJK"/>
                <a:cs typeface="UKIJ CJK"/>
              </a:rPr>
              <a:t>由服务提供者发出的服务原语，用于应答或完成某些规程，这些规 程在早些时候已经由服务用户的请求调用。</a:t>
            </a:r>
            <a:endParaRPr sz="1800">
              <a:latin typeface="UKIJ CJK"/>
              <a:cs typeface="UKIJ CJK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871834" y="489229"/>
            <a:ext cx="1233170" cy="542925"/>
            <a:chOff x="4871834" y="489229"/>
            <a:chExt cx="1233170" cy="542925"/>
          </a:xfrm>
        </p:grpSpPr>
        <p:sp>
          <p:nvSpPr>
            <p:cNvPr id="3" name="object 3"/>
            <p:cNvSpPr/>
            <p:nvPr/>
          </p:nvSpPr>
          <p:spPr>
            <a:xfrm>
              <a:off x="4876800" y="493775"/>
              <a:ext cx="1224280" cy="533400"/>
            </a:xfrm>
            <a:custGeom>
              <a:avLst/>
              <a:gdLst/>
              <a:ahLst/>
              <a:cxnLst/>
              <a:rect l="l" t="t" r="r" b="b"/>
              <a:pathLst>
                <a:path w="1224279" h="533400">
                  <a:moveTo>
                    <a:pt x="1223772" y="533400"/>
                  </a:moveTo>
                  <a:lnTo>
                    <a:pt x="0" y="533400"/>
                  </a:lnTo>
                  <a:lnTo>
                    <a:pt x="0" y="0"/>
                  </a:lnTo>
                  <a:lnTo>
                    <a:pt x="1223772" y="0"/>
                  </a:lnTo>
                  <a:lnTo>
                    <a:pt x="1223772" y="53340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4871834" y="489229"/>
              <a:ext cx="1233170" cy="542925"/>
            </a:xfrm>
            <a:custGeom>
              <a:avLst/>
              <a:gdLst/>
              <a:ahLst/>
              <a:cxnLst/>
              <a:rect l="l" t="t" r="r" b="b"/>
              <a:pathLst>
                <a:path w="1233170" h="542925">
                  <a:moveTo>
                    <a:pt x="1233017" y="542925"/>
                  </a:moveTo>
                  <a:lnTo>
                    <a:pt x="0" y="542925"/>
                  </a:lnTo>
                  <a:lnTo>
                    <a:pt x="0" y="0"/>
                  </a:lnTo>
                  <a:lnTo>
                    <a:pt x="1233017" y="0"/>
                  </a:lnTo>
                  <a:lnTo>
                    <a:pt x="1233017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533400"/>
                  </a:lnTo>
                  <a:lnTo>
                    <a:pt x="4762" y="533400"/>
                  </a:lnTo>
                  <a:lnTo>
                    <a:pt x="9525" y="538162"/>
                  </a:lnTo>
                  <a:lnTo>
                    <a:pt x="1233017" y="538162"/>
                  </a:lnTo>
                  <a:lnTo>
                    <a:pt x="1233017" y="542925"/>
                  </a:lnTo>
                  <a:close/>
                </a:path>
                <a:path w="1233170" h="542925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1233170" h="542925">
                  <a:moveTo>
                    <a:pt x="1223492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1223492" y="4762"/>
                  </a:lnTo>
                  <a:lnTo>
                    <a:pt x="1223492" y="9525"/>
                  </a:lnTo>
                  <a:close/>
                </a:path>
                <a:path w="1233170" h="542925">
                  <a:moveTo>
                    <a:pt x="1223492" y="538162"/>
                  </a:moveTo>
                  <a:lnTo>
                    <a:pt x="1223492" y="4762"/>
                  </a:lnTo>
                  <a:lnTo>
                    <a:pt x="1228255" y="9525"/>
                  </a:lnTo>
                  <a:lnTo>
                    <a:pt x="1233017" y="9525"/>
                  </a:lnTo>
                  <a:lnTo>
                    <a:pt x="1233017" y="533400"/>
                  </a:lnTo>
                  <a:lnTo>
                    <a:pt x="1228255" y="533400"/>
                  </a:lnTo>
                  <a:lnTo>
                    <a:pt x="1223492" y="538162"/>
                  </a:lnTo>
                  <a:close/>
                </a:path>
                <a:path w="1233170" h="542925">
                  <a:moveTo>
                    <a:pt x="1233017" y="9525"/>
                  </a:moveTo>
                  <a:lnTo>
                    <a:pt x="1228255" y="9525"/>
                  </a:lnTo>
                  <a:lnTo>
                    <a:pt x="1223492" y="4762"/>
                  </a:lnTo>
                  <a:lnTo>
                    <a:pt x="1233017" y="4762"/>
                  </a:lnTo>
                  <a:lnTo>
                    <a:pt x="1233017" y="9525"/>
                  </a:lnTo>
                  <a:close/>
                </a:path>
                <a:path w="1233170" h="542925">
                  <a:moveTo>
                    <a:pt x="9525" y="538162"/>
                  </a:moveTo>
                  <a:lnTo>
                    <a:pt x="4762" y="533400"/>
                  </a:lnTo>
                  <a:lnTo>
                    <a:pt x="9525" y="533400"/>
                  </a:lnTo>
                  <a:lnTo>
                    <a:pt x="9525" y="538162"/>
                  </a:lnTo>
                  <a:close/>
                </a:path>
                <a:path w="1233170" h="542925">
                  <a:moveTo>
                    <a:pt x="1223492" y="538162"/>
                  </a:moveTo>
                  <a:lnTo>
                    <a:pt x="9525" y="538162"/>
                  </a:lnTo>
                  <a:lnTo>
                    <a:pt x="9525" y="533400"/>
                  </a:lnTo>
                  <a:lnTo>
                    <a:pt x="1223492" y="533400"/>
                  </a:lnTo>
                  <a:lnTo>
                    <a:pt x="1223492" y="538162"/>
                  </a:lnTo>
                  <a:close/>
                </a:path>
                <a:path w="1233170" h="542925">
                  <a:moveTo>
                    <a:pt x="1233017" y="538162"/>
                  </a:moveTo>
                  <a:lnTo>
                    <a:pt x="1223492" y="538162"/>
                  </a:lnTo>
                  <a:lnTo>
                    <a:pt x="1228255" y="533400"/>
                  </a:lnTo>
                  <a:lnTo>
                    <a:pt x="1233017" y="533400"/>
                  </a:lnTo>
                  <a:lnTo>
                    <a:pt x="1233017" y="5381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4876800" y="493776"/>
            <a:ext cx="1224280" cy="5334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dirty="0" sz="1600" spc="-5">
                <a:latin typeface="Times New Roman"/>
                <a:cs typeface="Times New Roman"/>
              </a:rPr>
              <a:t>N+1</a:t>
            </a:r>
            <a:r>
              <a:rPr dirty="0" sz="1600" spc="-5">
                <a:latin typeface="Noto Sans CJK JP Black"/>
                <a:cs typeface="Noto Sans CJK JP Black"/>
              </a:rPr>
              <a:t>层</a:t>
            </a:r>
            <a:endParaRPr sz="1600">
              <a:latin typeface="Noto Sans CJK JP Black"/>
              <a:cs typeface="Noto Sans CJK JP Black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600">
                <a:latin typeface="Noto Sans CJK JP Black"/>
                <a:cs typeface="Noto Sans CJK JP Black"/>
              </a:rPr>
              <a:t>协议实</a:t>
            </a:r>
            <a:r>
              <a:rPr dirty="0" sz="1600" spc="-5">
                <a:latin typeface="Noto Sans CJK JP Black"/>
                <a:cs typeface="Noto Sans CJK JP Black"/>
              </a:rPr>
              <a:t>体</a:t>
            </a:r>
            <a:endParaRPr sz="1600">
              <a:latin typeface="Noto Sans CJK JP Black"/>
              <a:cs typeface="Noto Sans CJK JP Black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871834" y="1632229"/>
            <a:ext cx="1233170" cy="542925"/>
            <a:chOff x="4871834" y="1632229"/>
            <a:chExt cx="1233170" cy="542925"/>
          </a:xfrm>
        </p:grpSpPr>
        <p:sp>
          <p:nvSpPr>
            <p:cNvPr id="7" name="object 7"/>
            <p:cNvSpPr/>
            <p:nvPr/>
          </p:nvSpPr>
          <p:spPr>
            <a:xfrm>
              <a:off x="4876800" y="1636776"/>
              <a:ext cx="1224280" cy="533400"/>
            </a:xfrm>
            <a:custGeom>
              <a:avLst/>
              <a:gdLst/>
              <a:ahLst/>
              <a:cxnLst/>
              <a:rect l="l" t="t" r="r" b="b"/>
              <a:pathLst>
                <a:path w="1224279" h="533400">
                  <a:moveTo>
                    <a:pt x="1223772" y="533400"/>
                  </a:moveTo>
                  <a:lnTo>
                    <a:pt x="0" y="533400"/>
                  </a:lnTo>
                  <a:lnTo>
                    <a:pt x="0" y="0"/>
                  </a:lnTo>
                  <a:lnTo>
                    <a:pt x="1223772" y="0"/>
                  </a:lnTo>
                  <a:lnTo>
                    <a:pt x="1223772" y="53340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871834" y="1632229"/>
              <a:ext cx="1233170" cy="542925"/>
            </a:xfrm>
            <a:custGeom>
              <a:avLst/>
              <a:gdLst/>
              <a:ahLst/>
              <a:cxnLst/>
              <a:rect l="l" t="t" r="r" b="b"/>
              <a:pathLst>
                <a:path w="1233170" h="542925">
                  <a:moveTo>
                    <a:pt x="1233017" y="542925"/>
                  </a:moveTo>
                  <a:lnTo>
                    <a:pt x="0" y="542925"/>
                  </a:lnTo>
                  <a:lnTo>
                    <a:pt x="0" y="0"/>
                  </a:lnTo>
                  <a:lnTo>
                    <a:pt x="1233017" y="0"/>
                  </a:lnTo>
                  <a:lnTo>
                    <a:pt x="1233017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533400"/>
                  </a:lnTo>
                  <a:lnTo>
                    <a:pt x="4762" y="533400"/>
                  </a:lnTo>
                  <a:lnTo>
                    <a:pt x="9525" y="538162"/>
                  </a:lnTo>
                  <a:lnTo>
                    <a:pt x="1233017" y="538162"/>
                  </a:lnTo>
                  <a:lnTo>
                    <a:pt x="1233017" y="542925"/>
                  </a:lnTo>
                  <a:close/>
                </a:path>
                <a:path w="1233170" h="542925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1233170" h="542925">
                  <a:moveTo>
                    <a:pt x="1223492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1223492" y="4762"/>
                  </a:lnTo>
                  <a:lnTo>
                    <a:pt x="1223492" y="9525"/>
                  </a:lnTo>
                  <a:close/>
                </a:path>
                <a:path w="1233170" h="542925">
                  <a:moveTo>
                    <a:pt x="1223492" y="538162"/>
                  </a:moveTo>
                  <a:lnTo>
                    <a:pt x="1223492" y="4762"/>
                  </a:lnTo>
                  <a:lnTo>
                    <a:pt x="1228255" y="9525"/>
                  </a:lnTo>
                  <a:lnTo>
                    <a:pt x="1233017" y="9525"/>
                  </a:lnTo>
                  <a:lnTo>
                    <a:pt x="1233017" y="533400"/>
                  </a:lnTo>
                  <a:lnTo>
                    <a:pt x="1228255" y="533400"/>
                  </a:lnTo>
                  <a:lnTo>
                    <a:pt x="1223492" y="538162"/>
                  </a:lnTo>
                  <a:close/>
                </a:path>
                <a:path w="1233170" h="542925">
                  <a:moveTo>
                    <a:pt x="1233017" y="9525"/>
                  </a:moveTo>
                  <a:lnTo>
                    <a:pt x="1228255" y="9525"/>
                  </a:lnTo>
                  <a:lnTo>
                    <a:pt x="1223492" y="4762"/>
                  </a:lnTo>
                  <a:lnTo>
                    <a:pt x="1233017" y="4762"/>
                  </a:lnTo>
                  <a:lnTo>
                    <a:pt x="1233017" y="9525"/>
                  </a:lnTo>
                  <a:close/>
                </a:path>
                <a:path w="1233170" h="542925">
                  <a:moveTo>
                    <a:pt x="9525" y="538162"/>
                  </a:moveTo>
                  <a:lnTo>
                    <a:pt x="4762" y="533400"/>
                  </a:lnTo>
                  <a:lnTo>
                    <a:pt x="9525" y="533400"/>
                  </a:lnTo>
                  <a:lnTo>
                    <a:pt x="9525" y="538162"/>
                  </a:lnTo>
                  <a:close/>
                </a:path>
                <a:path w="1233170" h="542925">
                  <a:moveTo>
                    <a:pt x="1223492" y="538162"/>
                  </a:moveTo>
                  <a:lnTo>
                    <a:pt x="9525" y="538162"/>
                  </a:lnTo>
                  <a:lnTo>
                    <a:pt x="9525" y="533400"/>
                  </a:lnTo>
                  <a:lnTo>
                    <a:pt x="1223492" y="533400"/>
                  </a:lnTo>
                  <a:lnTo>
                    <a:pt x="1223492" y="538162"/>
                  </a:lnTo>
                  <a:close/>
                </a:path>
                <a:path w="1233170" h="542925">
                  <a:moveTo>
                    <a:pt x="1233017" y="538162"/>
                  </a:moveTo>
                  <a:lnTo>
                    <a:pt x="1223492" y="538162"/>
                  </a:lnTo>
                  <a:lnTo>
                    <a:pt x="1228255" y="533400"/>
                  </a:lnTo>
                  <a:lnTo>
                    <a:pt x="1233017" y="533400"/>
                  </a:lnTo>
                  <a:lnTo>
                    <a:pt x="1233017" y="5381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4876800" y="1636776"/>
            <a:ext cx="1224280" cy="5334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04470" marR="198755" indent="231140">
              <a:lnSpc>
                <a:spcPct val="100000"/>
              </a:lnSpc>
              <a:spcBef>
                <a:spcPts val="90"/>
              </a:spcBef>
            </a:pPr>
            <a:r>
              <a:rPr dirty="0" sz="1600" spc="-5">
                <a:latin typeface="Times New Roman"/>
                <a:cs typeface="Times New Roman"/>
              </a:rPr>
              <a:t>N</a:t>
            </a:r>
            <a:r>
              <a:rPr dirty="0" sz="1600" spc="-5">
                <a:latin typeface="Noto Sans CJK JP Black"/>
                <a:cs typeface="Noto Sans CJK JP Black"/>
              </a:rPr>
              <a:t>层 </a:t>
            </a:r>
            <a:r>
              <a:rPr dirty="0" sz="1600">
                <a:latin typeface="Noto Sans CJK JP Black"/>
                <a:cs typeface="Noto Sans CJK JP Black"/>
              </a:rPr>
              <a:t>协议实</a:t>
            </a:r>
            <a:r>
              <a:rPr dirty="0" sz="1600" spc="-5">
                <a:latin typeface="Noto Sans CJK JP Black"/>
                <a:cs typeface="Noto Sans CJK JP Black"/>
              </a:rPr>
              <a:t>体</a:t>
            </a:r>
            <a:endParaRPr sz="1600">
              <a:latin typeface="Noto Sans CJK JP Black"/>
              <a:cs typeface="Noto Sans CJK JP Black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871834" y="2470429"/>
            <a:ext cx="1233170" cy="542925"/>
            <a:chOff x="4871834" y="2470429"/>
            <a:chExt cx="1233170" cy="542925"/>
          </a:xfrm>
        </p:grpSpPr>
        <p:sp>
          <p:nvSpPr>
            <p:cNvPr id="11" name="object 11"/>
            <p:cNvSpPr/>
            <p:nvPr/>
          </p:nvSpPr>
          <p:spPr>
            <a:xfrm>
              <a:off x="4876800" y="2474976"/>
              <a:ext cx="1224280" cy="533400"/>
            </a:xfrm>
            <a:custGeom>
              <a:avLst/>
              <a:gdLst/>
              <a:ahLst/>
              <a:cxnLst/>
              <a:rect l="l" t="t" r="r" b="b"/>
              <a:pathLst>
                <a:path w="1224279" h="533400">
                  <a:moveTo>
                    <a:pt x="1223772" y="533400"/>
                  </a:moveTo>
                  <a:lnTo>
                    <a:pt x="0" y="533400"/>
                  </a:lnTo>
                  <a:lnTo>
                    <a:pt x="0" y="0"/>
                  </a:lnTo>
                  <a:lnTo>
                    <a:pt x="1223772" y="0"/>
                  </a:lnTo>
                  <a:lnTo>
                    <a:pt x="1223772" y="53340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871834" y="2470429"/>
              <a:ext cx="1233170" cy="542925"/>
            </a:xfrm>
            <a:custGeom>
              <a:avLst/>
              <a:gdLst/>
              <a:ahLst/>
              <a:cxnLst/>
              <a:rect l="l" t="t" r="r" b="b"/>
              <a:pathLst>
                <a:path w="1233170" h="542925">
                  <a:moveTo>
                    <a:pt x="1233017" y="542925"/>
                  </a:moveTo>
                  <a:lnTo>
                    <a:pt x="0" y="542925"/>
                  </a:lnTo>
                  <a:lnTo>
                    <a:pt x="0" y="0"/>
                  </a:lnTo>
                  <a:lnTo>
                    <a:pt x="1233017" y="0"/>
                  </a:lnTo>
                  <a:lnTo>
                    <a:pt x="1233017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533400"/>
                  </a:lnTo>
                  <a:lnTo>
                    <a:pt x="4762" y="533400"/>
                  </a:lnTo>
                  <a:lnTo>
                    <a:pt x="9525" y="538162"/>
                  </a:lnTo>
                  <a:lnTo>
                    <a:pt x="1233017" y="538162"/>
                  </a:lnTo>
                  <a:lnTo>
                    <a:pt x="1233017" y="542925"/>
                  </a:lnTo>
                  <a:close/>
                </a:path>
                <a:path w="1233170" h="542925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1233170" h="542925">
                  <a:moveTo>
                    <a:pt x="1223492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1223492" y="4762"/>
                  </a:lnTo>
                  <a:lnTo>
                    <a:pt x="1223492" y="9525"/>
                  </a:lnTo>
                  <a:close/>
                </a:path>
                <a:path w="1233170" h="542925">
                  <a:moveTo>
                    <a:pt x="1223492" y="538162"/>
                  </a:moveTo>
                  <a:lnTo>
                    <a:pt x="1223492" y="4762"/>
                  </a:lnTo>
                  <a:lnTo>
                    <a:pt x="1228255" y="9525"/>
                  </a:lnTo>
                  <a:lnTo>
                    <a:pt x="1233017" y="9525"/>
                  </a:lnTo>
                  <a:lnTo>
                    <a:pt x="1233017" y="533400"/>
                  </a:lnTo>
                  <a:lnTo>
                    <a:pt x="1228255" y="533400"/>
                  </a:lnTo>
                  <a:lnTo>
                    <a:pt x="1223492" y="538162"/>
                  </a:lnTo>
                  <a:close/>
                </a:path>
                <a:path w="1233170" h="542925">
                  <a:moveTo>
                    <a:pt x="1233017" y="9525"/>
                  </a:moveTo>
                  <a:lnTo>
                    <a:pt x="1228255" y="9525"/>
                  </a:lnTo>
                  <a:lnTo>
                    <a:pt x="1223492" y="4762"/>
                  </a:lnTo>
                  <a:lnTo>
                    <a:pt x="1233017" y="4762"/>
                  </a:lnTo>
                  <a:lnTo>
                    <a:pt x="1233017" y="9525"/>
                  </a:lnTo>
                  <a:close/>
                </a:path>
                <a:path w="1233170" h="542925">
                  <a:moveTo>
                    <a:pt x="9525" y="538162"/>
                  </a:moveTo>
                  <a:lnTo>
                    <a:pt x="4762" y="533400"/>
                  </a:lnTo>
                  <a:lnTo>
                    <a:pt x="9525" y="533400"/>
                  </a:lnTo>
                  <a:lnTo>
                    <a:pt x="9525" y="538162"/>
                  </a:lnTo>
                  <a:close/>
                </a:path>
                <a:path w="1233170" h="542925">
                  <a:moveTo>
                    <a:pt x="1223492" y="538162"/>
                  </a:moveTo>
                  <a:lnTo>
                    <a:pt x="9525" y="538162"/>
                  </a:lnTo>
                  <a:lnTo>
                    <a:pt x="9525" y="533400"/>
                  </a:lnTo>
                  <a:lnTo>
                    <a:pt x="1223492" y="533400"/>
                  </a:lnTo>
                  <a:lnTo>
                    <a:pt x="1223492" y="538162"/>
                  </a:lnTo>
                  <a:close/>
                </a:path>
                <a:path w="1233170" h="542925">
                  <a:moveTo>
                    <a:pt x="1233017" y="538162"/>
                  </a:moveTo>
                  <a:lnTo>
                    <a:pt x="1223492" y="538162"/>
                  </a:lnTo>
                  <a:lnTo>
                    <a:pt x="1228255" y="533400"/>
                  </a:lnTo>
                  <a:lnTo>
                    <a:pt x="1233017" y="533400"/>
                  </a:lnTo>
                  <a:lnTo>
                    <a:pt x="1233017" y="5381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4876800" y="2474976"/>
            <a:ext cx="1224280" cy="5334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dirty="0" sz="1600" spc="-5">
                <a:latin typeface="Times New Roman"/>
                <a:cs typeface="Times New Roman"/>
              </a:rPr>
              <a:t>N-1</a:t>
            </a:r>
            <a:r>
              <a:rPr dirty="0" sz="1600" spc="-5">
                <a:latin typeface="Noto Sans CJK JP Black"/>
                <a:cs typeface="Noto Sans CJK JP Black"/>
              </a:rPr>
              <a:t>层</a:t>
            </a:r>
            <a:endParaRPr sz="1600">
              <a:latin typeface="Noto Sans CJK JP Black"/>
              <a:cs typeface="Noto Sans CJK JP Black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600">
                <a:latin typeface="Noto Sans CJK JP Black"/>
                <a:cs typeface="Noto Sans CJK JP Black"/>
              </a:rPr>
              <a:t>协议实</a:t>
            </a:r>
            <a:r>
              <a:rPr dirty="0" sz="1600" spc="-5">
                <a:latin typeface="Noto Sans CJK JP Black"/>
                <a:cs typeface="Noto Sans CJK JP Black"/>
              </a:rPr>
              <a:t>体</a:t>
            </a:r>
            <a:endParaRPr sz="1600">
              <a:latin typeface="Noto Sans CJK JP Black"/>
              <a:cs typeface="Noto Sans CJK JP Black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614265" y="1027391"/>
            <a:ext cx="1202055" cy="1447800"/>
            <a:chOff x="4614265" y="1027391"/>
            <a:chExt cx="1202055" cy="1447800"/>
          </a:xfrm>
        </p:grpSpPr>
        <p:sp>
          <p:nvSpPr>
            <p:cNvPr id="15" name="object 15"/>
            <p:cNvSpPr/>
            <p:nvPr/>
          </p:nvSpPr>
          <p:spPr>
            <a:xfrm>
              <a:off x="5096078" y="1027391"/>
              <a:ext cx="720725" cy="1447800"/>
            </a:xfrm>
            <a:custGeom>
              <a:avLst/>
              <a:gdLst/>
              <a:ahLst/>
              <a:cxnLst/>
              <a:rect l="l" t="t" r="r" b="b"/>
              <a:pathLst>
                <a:path w="720725" h="1447800">
                  <a:moveTo>
                    <a:pt x="76200" y="1371600"/>
                  </a:moveTo>
                  <a:lnTo>
                    <a:pt x="42862" y="1371600"/>
                  </a:lnTo>
                  <a:lnTo>
                    <a:pt x="42862" y="1143000"/>
                  </a:lnTo>
                  <a:lnTo>
                    <a:pt x="33337" y="1143000"/>
                  </a:lnTo>
                  <a:lnTo>
                    <a:pt x="33337" y="1371600"/>
                  </a:lnTo>
                  <a:lnTo>
                    <a:pt x="0" y="1371600"/>
                  </a:lnTo>
                  <a:lnTo>
                    <a:pt x="38100" y="1447800"/>
                  </a:lnTo>
                  <a:lnTo>
                    <a:pt x="66675" y="1390650"/>
                  </a:lnTo>
                  <a:lnTo>
                    <a:pt x="76200" y="1371600"/>
                  </a:lnTo>
                  <a:close/>
                </a:path>
                <a:path w="720725" h="1447800">
                  <a:moveTo>
                    <a:pt x="76200" y="533400"/>
                  </a:moveTo>
                  <a:lnTo>
                    <a:pt x="42862" y="533400"/>
                  </a:lnTo>
                  <a:lnTo>
                    <a:pt x="42862" y="0"/>
                  </a:lnTo>
                  <a:lnTo>
                    <a:pt x="33337" y="0"/>
                  </a:lnTo>
                  <a:lnTo>
                    <a:pt x="33337" y="533400"/>
                  </a:lnTo>
                  <a:lnTo>
                    <a:pt x="0" y="533400"/>
                  </a:lnTo>
                  <a:lnTo>
                    <a:pt x="38100" y="609600"/>
                  </a:lnTo>
                  <a:lnTo>
                    <a:pt x="66675" y="552450"/>
                  </a:lnTo>
                  <a:lnTo>
                    <a:pt x="76200" y="533400"/>
                  </a:lnTo>
                  <a:close/>
                </a:path>
                <a:path w="720725" h="1447800">
                  <a:moveTo>
                    <a:pt x="720140" y="1219200"/>
                  </a:moveTo>
                  <a:lnTo>
                    <a:pt x="710615" y="1200150"/>
                  </a:lnTo>
                  <a:lnTo>
                    <a:pt x="682040" y="1143000"/>
                  </a:lnTo>
                  <a:lnTo>
                    <a:pt x="643940" y="1219200"/>
                  </a:lnTo>
                  <a:lnTo>
                    <a:pt x="677278" y="1219200"/>
                  </a:lnTo>
                  <a:lnTo>
                    <a:pt x="677278" y="1447800"/>
                  </a:lnTo>
                  <a:lnTo>
                    <a:pt x="686803" y="1447800"/>
                  </a:lnTo>
                  <a:lnTo>
                    <a:pt x="686803" y="1219200"/>
                  </a:lnTo>
                  <a:lnTo>
                    <a:pt x="720140" y="1219200"/>
                  </a:lnTo>
                  <a:close/>
                </a:path>
                <a:path w="720725" h="1447800">
                  <a:moveTo>
                    <a:pt x="720140" y="76200"/>
                  </a:moveTo>
                  <a:lnTo>
                    <a:pt x="710615" y="57150"/>
                  </a:lnTo>
                  <a:lnTo>
                    <a:pt x="682040" y="0"/>
                  </a:lnTo>
                  <a:lnTo>
                    <a:pt x="643940" y="76200"/>
                  </a:lnTo>
                  <a:lnTo>
                    <a:pt x="677278" y="76200"/>
                  </a:lnTo>
                  <a:lnTo>
                    <a:pt x="677278" y="609600"/>
                  </a:lnTo>
                  <a:lnTo>
                    <a:pt x="686803" y="609600"/>
                  </a:lnTo>
                  <a:lnTo>
                    <a:pt x="686803" y="76200"/>
                  </a:lnTo>
                  <a:lnTo>
                    <a:pt x="720140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619244" y="1179576"/>
              <a:ext cx="451484" cy="304800"/>
            </a:xfrm>
            <a:custGeom>
              <a:avLst/>
              <a:gdLst/>
              <a:ahLst/>
              <a:cxnLst/>
              <a:rect l="l" t="t" r="r" b="b"/>
              <a:pathLst>
                <a:path w="451485" h="304800">
                  <a:moveTo>
                    <a:pt x="451103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451103" y="0"/>
                  </a:lnTo>
                  <a:lnTo>
                    <a:pt x="451103" y="304800"/>
                  </a:lnTo>
                  <a:close/>
                </a:path>
              </a:pathLst>
            </a:custGeom>
            <a:solidFill>
              <a:srgbClr val="DDDE0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614265" y="1175029"/>
              <a:ext cx="460375" cy="314325"/>
            </a:xfrm>
            <a:custGeom>
              <a:avLst/>
              <a:gdLst/>
              <a:ahLst/>
              <a:cxnLst/>
              <a:rect l="l" t="t" r="r" b="b"/>
              <a:pathLst>
                <a:path w="460375" h="314325">
                  <a:moveTo>
                    <a:pt x="460286" y="314325"/>
                  </a:moveTo>
                  <a:lnTo>
                    <a:pt x="0" y="314325"/>
                  </a:lnTo>
                  <a:lnTo>
                    <a:pt x="0" y="0"/>
                  </a:lnTo>
                  <a:lnTo>
                    <a:pt x="460286" y="0"/>
                  </a:lnTo>
                  <a:lnTo>
                    <a:pt x="460286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304800"/>
                  </a:lnTo>
                  <a:lnTo>
                    <a:pt x="4762" y="304800"/>
                  </a:lnTo>
                  <a:lnTo>
                    <a:pt x="9525" y="309562"/>
                  </a:lnTo>
                  <a:lnTo>
                    <a:pt x="460286" y="309562"/>
                  </a:lnTo>
                  <a:lnTo>
                    <a:pt x="460286" y="314325"/>
                  </a:lnTo>
                  <a:close/>
                </a:path>
                <a:path w="460375" h="314325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460375" h="314325">
                  <a:moveTo>
                    <a:pt x="450761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450761" y="4762"/>
                  </a:lnTo>
                  <a:lnTo>
                    <a:pt x="450761" y="9525"/>
                  </a:lnTo>
                  <a:close/>
                </a:path>
                <a:path w="460375" h="314325">
                  <a:moveTo>
                    <a:pt x="450761" y="309562"/>
                  </a:moveTo>
                  <a:lnTo>
                    <a:pt x="450761" y="4762"/>
                  </a:lnTo>
                  <a:lnTo>
                    <a:pt x="455523" y="9525"/>
                  </a:lnTo>
                  <a:lnTo>
                    <a:pt x="460286" y="9525"/>
                  </a:lnTo>
                  <a:lnTo>
                    <a:pt x="460286" y="304800"/>
                  </a:lnTo>
                  <a:lnTo>
                    <a:pt x="455523" y="304800"/>
                  </a:lnTo>
                  <a:lnTo>
                    <a:pt x="450761" y="309562"/>
                  </a:lnTo>
                  <a:close/>
                </a:path>
                <a:path w="460375" h="314325">
                  <a:moveTo>
                    <a:pt x="460286" y="9525"/>
                  </a:moveTo>
                  <a:lnTo>
                    <a:pt x="455523" y="9525"/>
                  </a:lnTo>
                  <a:lnTo>
                    <a:pt x="450761" y="4762"/>
                  </a:lnTo>
                  <a:lnTo>
                    <a:pt x="460286" y="4762"/>
                  </a:lnTo>
                  <a:lnTo>
                    <a:pt x="460286" y="9525"/>
                  </a:lnTo>
                  <a:close/>
                </a:path>
                <a:path w="460375" h="314325">
                  <a:moveTo>
                    <a:pt x="9525" y="309562"/>
                  </a:moveTo>
                  <a:lnTo>
                    <a:pt x="4762" y="304800"/>
                  </a:lnTo>
                  <a:lnTo>
                    <a:pt x="9525" y="304800"/>
                  </a:lnTo>
                  <a:lnTo>
                    <a:pt x="9525" y="309562"/>
                  </a:lnTo>
                  <a:close/>
                </a:path>
                <a:path w="460375" h="314325">
                  <a:moveTo>
                    <a:pt x="450761" y="309562"/>
                  </a:moveTo>
                  <a:lnTo>
                    <a:pt x="9525" y="309562"/>
                  </a:lnTo>
                  <a:lnTo>
                    <a:pt x="9525" y="304800"/>
                  </a:lnTo>
                  <a:lnTo>
                    <a:pt x="450761" y="304800"/>
                  </a:lnTo>
                  <a:lnTo>
                    <a:pt x="450761" y="309562"/>
                  </a:lnTo>
                  <a:close/>
                </a:path>
                <a:path w="460375" h="314325">
                  <a:moveTo>
                    <a:pt x="460286" y="309562"/>
                  </a:moveTo>
                  <a:lnTo>
                    <a:pt x="450761" y="309562"/>
                  </a:lnTo>
                  <a:lnTo>
                    <a:pt x="455523" y="304800"/>
                  </a:lnTo>
                  <a:lnTo>
                    <a:pt x="460286" y="304800"/>
                  </a:lnTo>
                  <a:lnTo>
                    <a:pt x="460286" y="3095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4619244" y="1179575"/>
            <a:ext cx="451484" cy="30480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20955">
              <a:lnSpc>
                <a:spcPct val="100000"/>
              </a:lnSpc>
              <a:spcBef>
                <a:spcPts val="155"/>
              </a:spcBef>
            </a:pPr>
            <a:r>
              <a:rPr dirty="0" sz="1600">
                <a:latin typeface="Noto Sans CJK JP Black"/>
                <a:cs typeface="Noto Sans CJK JP Black"/>
              </a:rPr>
              <a:t>响</a:t>
            </a:r>
            <a:r>
              <a:rPr dirty="0" sz="1600" spc="-5">
                <a:latin typeface="Noto Sans CJK JP Black"/>
                <a:cs typeface="Noto Sans CJK JP Black"/>
              </a:rPr>
              <a:t>应</a:t>
            </a:r>
            <a:endParaRPr sz="1600">
              <a:latin typeface="Noto Sans CJK JP Black"/>
              <a:cs typeface="Noto Sans CJK JP Black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837758" y="1175029"/>
            <a:ext cx="460375" cy="314325"/>
            <a:chOff x="5837758" y="1175029"/>
            <a:chExt cx="460375" cy="314325"/>
          </a:xfrm>
        </p:grpSpPr>
        <p:sp>
          <p:nvSpPr>
            <p:cNvPr id="20" name="object 20"/>
            <p:cNvSpPr/>
            <p:nvPr/>
          </p:nvSpPr>
          <p:spPr>
            <a:xfrm>
              <a:off x="5843015" y="1179576"/>
              <a:ext cx="449580" cy="304800"/>
            </a:xfrm>
            <a:custGeom>
              <a:avLst/>
              <a:gdLst/>
              <a:ahLst/>
              <a:cxnLst/>
              <a:rect l="l" t="t" r="r" b="b"/>
              <a:pathLst>
                <a:path w="449579" h="304800">
                  <a:moveTo>
                    <a:pt x="449579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449579" y="0"/>
                  </a:lnTo>
                  <a:lnTo>
                    <a:pt x="449579" y="304800"/>
                  </a:lnTo>
                  <a:close/>
                </a:path>
              </a:pathLst>
            </a:custGeom>
            <a:solidFill>
              <a:srgbClr val="DDDE0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5837758" y="1175029"/>
              <a:ext cx="460375" cy="314325"/>
            </a:xfrm>
            <a:custGeom>
              <a:avLst/>
              <a:gdLst/>
              <a:ahLst/>
              <a:cxnLst/>
              <a:rect l="l" t="t" r="r" b="b"/>
              <a:pathLst>
                <a:path w="460375" h="314325">
                  <a:moveTo>
                    <a:pt x="460286" y="314325"/>
                  </a:moveTo>
                  <a:lnTo>
                    <a:pt x="0" y="314325"/>
                  </a:lnTo>
                  <a:lnTo>
                    <a:pt x="0" y="0"/>
                  </a:lnTo>
                  <a:lnTo>
                    <a:pt x="460286" y="0"/>
                  </a:lnTo>
                  <a:lnTo>
                    <a:pt x="460286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304800"/>
                  </a:lnTo>
                  <a:lnTo>
                    <a:pt x="4762" y="304800"/>
                  </a:lnTo>
                  <a:lnTo>
                    <a:pt x="9525" y="309562"/>
                  </a:lnTo>
                  <a:lnTo>
                    <a:pt x="460286" y="309562"/>
                  </a:lnTo>
                  <a:lnTo>
                    <a:pt x="460286" y="314325"/>
                  </a:lnTo>
                  <a:close/>
                </a:path>
                <a:path w="460375" h="314325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460375" h="314325">
                  <a:moveTo>
                    <a:pt x="450761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450761" y="4762"/>
                  </a:lnTo>
                  <a:lnTo>
                    <a:pt x="450761" y="9525"/>
                  </a:lnTo>
                  <a:close/>
                </a:path>
                <a:path w="460375" h="314325">
                  <a:moveTo>
                    <a:pt x="450761" y="309562"/>
                  </a:moveTo>
                  <a:lnTo>
                    <a:pt x="450761" y="4762"/>
                  </a:lnTo>
                  <a:lnTo>
                    <a:pt x="455523" y="9525"/>
                  </a:lnTo>
                  <a:lnTo>
                    <a:pt x="460286" y="9525"/>
                  </a:lnTo>
                  <a:lnTo>
                    <a:pt x="460286" y="304800"/>
                  </a:lnTo>
                  <a:lnTo>
                    <a:pt x="455523" y="304800"/>
                  </a:lnTo>
                  <a:lnTo>
                    <a:pt x="450761" y="309562"/>
                  </a:lnTo>
                  <a:close/>
                </a:path>
                <a:path w="460375" h="314325">
                  <a:moveTo>
                    <a:pt x="460286" y="9525"/>
                  </a:moveTo>
                  <a:lnTo>
                    <a:pt x="455523" y="9525"/>
                  </a:lnTo>
                  <a:lnTo>
                    <a:pt x="450761" y="4762"/>
                  </a:lnTo>
                  <a:lnTo>
                    <a:pt x="460286" y="4762"/>
                  </a:lnTo>
                  <a:lnTo>
                    <a:pt x="460286" y="9525"/>
                  </a:lnTo>
                  <a:close/>
                </a:path>
                <a:path w="460375" h="314325">
                  <a:moveTo>
                    <a:pt x="9525" y="309562"/>
                  </a:moveTo>
                  <a:lnTo>
                    <a:pt x="4762" y="304800"/>
                  </a:lnTo>
                  <a:lnTo>
                    <a:pt x="9525" y="304800"/>
                  </a:lnTo>
                  <a:lnTo>
                    <a:pt x="9525" y="309562"/>
                  </a:lnTo>
                  <a:close/>
                </a:path>
                <a:path w="460375" h="314325">
                  <a:moveTo>
                    <a:pt x="450761" y="309562"/>
                  </a:moveTo>
                  <a:lnTo>
                    <a:pt x="9525" y="309562"/>
                  </a:lnTo>
                  <a:lnTo>
                    <a:pt x="9525" y="304800"/>
                  </a:lnTo>
                  <a:lnTo>
                    <a:pt x="450761" y="304800"/>
                  </a:lnTo>
                  <a:lnTo>
                    <a:pt x="450761" y="309562"/>
                  </a:lnTo>
                  <a:close/>
                </a:path>
                <a:path w="460375" h="314325">
                  <a:moveTo>
                    <a:pt x="460286" y="309562"/>
                  </a:moveTo>
                  <a:lnTo>
                    <a:pt x="450761" y="309562"/>
                  </a:lnTo>
                  <a:lnTo>
                    <a:pt x="455523" y="304800"/>
                  </a:lnTo>
                  <a:lnTo>
                    <a:pt x="460286" y="304800"/>
                  </a:lnTo>
                  <a:lnTo>
                    <a:pt x="460286" y="3095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5843015" y="1179575"/>
            <a:ext cx="449580" cy="30480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20955">
              <a:lnSpc>
                <a:spcPct val="100000"/>
              </a:lnSpc>
              <a:spcBef>
                <a:spcPts val="155"/>
              </a:spcBef>
            </a:pPr>
            <a:r>
              <a:rPr dirty="0" sz="1600">
                <a:latin typeface="Noto Sans CJK JP Black"/>
                <a:cs typeface="Noto Sans CJK JP Black"/>
              </a:rPr>
              <a:t>指</a:t>
            </a:r>
            <a:r>
              <a:rPr dirty="0" sz="1600" spc="-5">
                <a:latin typeface="Noto Sans CJK JP Black"/>
                <a:cs typeface="Noto Sans CJK JP Black"/>
              </a:rPr>
              <a:t>示</a:t>
            </a:r>
            <a:endParaRPr sz="1600">
              <a:latin typeface="Noto Sans CJK JP Black"/>
              <a:cs typeface="Noto Sans CJK JP Black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231669" y="489229"/>
            <a:ext cx="3551554" cy="2828925"/>
            <a:chOff x="2231669" y="489229"/>
            <a:chExt cx="3551554" cy="2828925"/>
          </a:xfrm>
        </p:grpSpPr>
        <p:sp>
          <p:nvSpPr>
            <p:cNvPr id="24" name="object 24"/>
            <p:cNvSpPr/>
            <p:nvPr/>
          </p:nvSpPr>
          <p:spPr>
            <a:xfrm>
              <a:off x="2489314" y="3022866"/>
              <a:ext cx="3293745" cy="295910"/>
            </a:xfrm>
            <a:custGeom>
              <a:avLst/>
              <a:gdLst/>
              <a:ahLst/>
              <a:cxnLst/>
              <a:rect l="l" t="t" r="r" b="b"/>
              <a:pathLst>
                <a:path w="3293745" h="295910">
                  <a:moveTo>
                    <a:pt x="9486" y="289699"/>
                  </a:moveTo>
                  <a:lnTo>
                    <a:pt x="8915" y="288150"/>
                  </a:lnTo>
                  <a:lnTo>
                    <a:pt x="7848" y="286880"/>
                  </a:lnTo>
                  <a:lnTo>
                    <a:pt x="6413" y="286054"/>
                  </a:lnTo>
                  <a:lnTo>
                    <a:pt x="4787" y="285762"/>
                  </a:lnTo>
                  <a:lnTo>
                    <a:pt x="3060" y="286054"/>
                  </a:lnTo>
                  <a:lnTo>
                    <a:pt x="1638" y="286880"/>
                  </a:lnTo>
                  <a:lnTo>
                    <a:pt x="571" y="288150"/>
                  </a:lnTo>
                  <a:lnTo>
                    <a:pt x="0" y="289699"/>
                  </a:lnTo>
                  <a:lnTo>
                    <a:pt x="0" y="291350"/>
                  </a:lnTo>
                  <a:lnTo>
                    <a:pt x="571" y="292912"/>
                  </a:lnTo>
                  <a:lnTo>
                    <a:pt x="1638" y="294182"/>
                  </a:lnTo>
                  <a:lnTo>
                    <a:pt x="3060" y="295008"/>
                  </a:lnTo>
                  <a:lnTo>
                    <a:pt x="4699" y="295287"/>
                  </a:lnTo>
                  <a:lnTo>
                    <a:pt x="6413" y="295008"/>
                  </a:lnTo>
                  <a:lnTo>
                    <a:pt x="7848" y="294182"/>
                  </a:lnTo>
                  <a:lnTo>
                    <a:pt x="8915" y="292912"/>
                  </a:lnTo>
                  <a:lnTo>
                    <a:pt x="9486" y="291350"/>
                  </a:lnTo>
                  <a:lnTo>
                    <a:pt x="9486" y="289699"/>
                  </a:lnTo>
                  <a:close/>
                </a:path>
                <a:path w="3293745" h="295910">
                  <a:moveTo>
                    <a:pt x="28536" y="289699"/>
                  </a:moveTo>
                  <a:lnTo>
                    <a:pt x="27965" y="288150"/>
                  </a:lnTo>
                  <a:lnTo>
                    <a:pt x="26898" y="286880"/>
                  </a:lnTo>
                  <a:lnTo>
                    <a:pt x="25463" y="286054"/>
                  </a:lnTo>
                  <a:lnTo>
                    <a:pt x="23837" y="285762"/>
                  </a:lnTo>
                  <a:lnTo>
                    <a:pt x="22110" y="286054"/>
                  </a:lnTo>
                  <a:lnTo>
                    <a:pt x="20688" y="286880"/>
                  </a:lnTo>
                  <a:lnTo>
                    <a:pt x="19621" y="288150"/>
                  </a:lnTo>
                  <a:lnTo>
                    <a:pt x="19050" y="289699"/>
                  </a:lnTo>
                  <a:lnTo>
                    <a:pt x="19050" y="291350"/>
                  </a:lnTo>
                  <a:lnTo>
                    <a:pt x="19621" y="292912"/>
                  </a:lnTo>
                  <a:lnTo>
                    <a:pt x="20688" y="294182"/>
                  </a:lnTo>
                  <a:lnTo>
                    <a:pt x="22110" y="295008"/>
                  </a:lnTo>
                  <a:lnTo>
                    <a:pt x="23749" y="295287"/>
                  </a:lnTo>
                  <a:lnTo>
                    <a:pt x="25463" y="295008"/>
                  </a:lnTo>
                  <a:lnTo>
                    <a:pt x="26898" y="294182"/>
                  </a:lnTo>
                  <a:lnTo>
                    <a:pt x="27965" y="292912"/>
                  </a:lnTo>
                  <a:lnTo>
                    <a:pt x="28536" y="291350"/>
                  </a:lnTo>
                  <a:lnTo>
                    <a:pt x="28536" y="289699"/>
                  </a:lnTo>
                  <a:close/>
                </a:path>
                <a:path w="3293745" h="295910">
                  <a:moveTo>
                    <a:pt x="47586" y="289699"/>
                  </a:moveTo>
                  <a:lnTo>
                    <a:pt x="47015" y="288150"/>
                  </a:lnTo>
                  <a:lnTo>
                    <a:pt x="45948" y="286880"/>
                  </a:lnTo>
                  <a:lnTo>
                    <a:pt x="44513" y="286054"/>
                  </a:lnTo>
                  <a:lnTo>
                    <a:pt x="42887" y="285762"/>
                  </a:lnTo>
                  <a:lnTo>
                    <a:pt x="41160" y="286054"/>
                  </a:lnTo>
                  <a:lnTo>
                    <a:pt x="39738" y="286880"/>
                  </a:lnTo>
                  <a:lnTo>
                    <a:pt x="38671" y="288150"/>
                  </a:lnTo>
                  <a:lnTo>
                    <a:pt x="38100" y="289699"/>
                  </a:lnTo>
                  <a:lnTo>
                    <a:pt x="38100" y="291350"/>
                  </a:lnTo>
                  <a:lnTo>
                    <a:pt x="38671" y="292912"/>
                  </a:lnTo>
                  <a:lnTo>
                    <a:pt x="39738" y="294182"/>
                  </a:lnTo>
                  <a:lnTo>
                    <a:pt x="41160" y="295008"/>
                  </a:lnTo>
                  <a:lnTo>
                    <a:pt x="42799" y="295287"/>
                  </a:lnTo>
                  <a:lnTo>
                    <a:pt x="44513" y="295008"/>
                  </a:lnTo>
                  <a:lnTo>
                    <a:pt x="45948" y="294182"/>
                  </a:lnTo>
                  <a:lnTo>
                    <a:pt x="47015" y="292912"/>
                  </a:lnTo>
                  <a:lnTo>
                    <a:pt x="47586" y="291350"/>
                  </a:lnTo>
                  <a:lnTo>
                    <a:pt x="47586" y="289699"/>
                  </a:lnTo>
                  <a:close/>
                </a:path>
                <a:path w="3293745" h="295910">
                  <a:moveTo>
                    <a:pt x="66636" y="289699"/>
                  </a:moveTo>
                  <a:lnTo>
                    <a:pt x="66065" y="288150"/>
                  </a:lnTo>
                  <a:lnTo>
                    <a:pt x="64998" y="286880"/>
                  </a:lnTo>
                  <a:lnTo>
                    <a:pt x="63563" y="286054"/>
                  </a:lnTo>
                  <a:lnTo>
                    <a:pt x="61937" y="285762"/>
                  </a:lnTo>
                  <a:lnTo>
                    <a:pt x="60210" y="286054"/>
                  </a:lnTo>
                  <a:lnTo>
                    <a:pt x="58788" y="286880"/>
                  </a:lnTo>
                  <a:lnTo>
                    <a:pt x="57721" y="288150"/>
                  </a:lnTo>
                  <a:lnTo>
                    <a:pt x="57150" y="289699"/>
                  </a:lnTo>
                  <a:lnTo>
                    <a:pt x="57150" y="291350"/>
                  </a:lnTo>
                  <a:lnTo>
                    <a:pt x="57721" y="292912"/>
                  </a:lnTo>
                  <a:lnTo>
                    <a:pt x="58788" y="294182"/>
                  </a:lnTo>
                  <a:lnTo>
                    <a:pt x="60210" y="295008"/>
                  </a:lnTo>
                  <a:lnTo>
                    <a:pt x="61849" y="295287"/>
                  </a:lnTo>
                  <a:lnTo>
                    <a:pt x="63563" y="295008"/>
                  </a:lnTo>
                  <a:lnTo>
                    <a:pt x="64998" y="294182"/>
                  </a:lnTo>
                  <a:lnTo>
                    <a:pt x="66065" y="292912"/>
                  </a:lnTo>
                  <a:lnTo>
                    <a:pt x="66636" y="291350"/>
                  </a:lnTo>
                  <a:lnTo>
                    <a:pt x="66636" y="289699"/>
                  </a:lnTo>
                  <a:close/>
                </a:path>
                <a:path w="3293745" h="295910">
                  <a:moveTo>
                    <a:pt x="85686" y="289699"/>
                  </a:moveTo>
                  <a:lnTo>
                    <a:pt x="85115" y="288150"/>
                  </a:lnTo>
                  <a:lnTo>
                    <a:pt x="84048" y="286880"/>
                  </a:lnTo>
                  <a:lnTo>
                    <a:pt x="82613" y="286054"/>
                  </a:lnTo>
                  <a:lnTo>
                    <a:pt x="80987" y="285762"/>
                  </a:lnTo>
                  <a:lnTo>
                    <a:pt x="79260" y="286054"/>
                  </a:lnTo>
                  <a:lnTo>
                    <a:pt x="77838" y="286880"/>
                  </a:lnTo>
                  <a:lnTo>
                    <a:pt x="76771" y="288150"/>
                  </a:lnTo>
                  <a:lnTo>
                    <a:pt x="76200" y="289699"/>
                  </a:lnTo>
                  <a:lnTo>
                    <a:pt x="76200" y="291350"/>
                  </a:lnTo>
                  <a:lnTo>
                    <a:pt x="76771" y="292912"/>
                  </a:lnTo>
                  <a:lnTo>
                    <a:pt x="77838" y="294182"/>
                  </a:lnTo>
                  <a:lnTo>
                    <a:pt x="79260" y="295008"/>
                  </a:lnTo>
                  <a:lnTo>
                    <a:pt x="80899" y="295287"/>
                  </a:lnTo>
                  <a:lnTo>
                    <a:pt x="82613" y="295008"/>
                  </a:lnTo>
                  <a:lnTo>
                    <a:pt x="84048" y="294182"/>
                  </a:lnTo>
                  <a:lnTo>
                    <a:pt x="85115" y="292912"/>
                  </a:lnTo>
                  <a:lnTo>
                    <a:pt x="85686" y="291350"/>
                  </a:lnTo>
                  <a:lnTo>
                    <a:pt x="85686" y="289699"/>
                  </a:lnTo>
                  <a:close/>
                </a:path>
                <a:path w="3293745" h="295910">
                  <a:moveTo>
                    <a:pt x="104736" y="289699"/>
                  </a:moveTo>
                  <a:lnTo>
                    <a:pt x="104165" y="288150"/>
                  </a:lnTo>
                  <a:lnTo>
                    <a:pt x="103098" y="286880"/>
                  </a:lnTo>
                  <a:lnTo>
                    <a:pt x="101663" y="286054"/>
                  </a:lnTo>
                  <a:lnTo>
                    <a:pt x="100037" y="285762"/>
                  </a:lnTo>
                  <a:lnTo>
                    <a:pt x="98310" y="286054"/>
                  </a:lnTo>
                  <a:lnTo>
                    <a:pt x="96888" y="286880"/>
                  </a:lnTo>
                  <a:lnTo>
                    <a:pt x="95821" y="288150"/>
                  </a:lnTo>
                  <a:lnTo>
                    <a:pt x="95250" y="289699"/>
                  </a:lnTo>
                  <a:lnTo>
                    <a:pt x="95250" y="291350"/>
                  </a:lnTo>
                  <a:lnTo>
                    <a:pt x="95821" y="292912"/>
                  </a:lnTo>
                  <a:lnTo>
                    <a:pt x="96888" y="294182"/>
                  </a:lnTo>
                  <a:lnTo>
                    <a:pt x="98310" y="295008"/>
                  </a:lnTo>
                  <a:lnTo>
                    <a:pt x="99949" y="295287"/>
                  </a:lnTo>
                  <a:lnTo>
                    <a:pt x="101663" y="295008"/>
                  </a:lnTo>
                  <a:lnTo>
                    <a:pt x="103098" y="294182"/>
                  </a:lnTo>
                  <a:lnTo>
                    <a:pt x="104165" y="292912"/>
                  </a:lnTo>
                  <a:lnTo>
                    <a:pt x="104736" y="291350"/>
                  </a:lnTo>
                  <a:lnTo>
                    <a:pt x="104736" y="289699"/>
                  </a:lnTo>
                  <a:close/>
                </a:path>
                <a:path w="3293745" h="295910">
                  <a:moveTo>
                    <a:pt x="123786" y="289699"/>
                  </a:moveTo>
                  <a:lnTo>
                    <a:pt x="123215" y="288150"/>
                  </a:lnTo>
                  <a:lnTo>
                    <a:pt x="122148" y="286880"/>
                  </a:lnTo>
                  <a:lnTo>
                    <a:pt x="120713" y="286054"/>
                  </a:lnTo>
                  <a:lnTo>
                    <a:pt x="119087" y="285762"/>
                  </a:lnTo>
                  <a:lnTo>
                    <a:pt x="117360" y="286054"/>
                  </a:lnTo>
                  <a:lnTo>
                    <a:pt x="115938" y="286880"/>
                  </a:lnTo>
                  <a:lnTo>
                    <a:pt x="114871" y="288150"/>
                  </a:lnTo>
                  <a:lnTo>
                    <a:pt x="114300" y="289699"/>
                  </a:lnTo>
                  <a:lnTo>
                    <a:pt x="114300" y="291350"/>
                  </a:lnTo>
                  <a:lnTo>
                    <a:pt x="114871" y="292912"/>
                  </a:lnTo>
                  <a:lnTo>
                    <a:pt x="115938" y="294182"/>
                  </a:lnTo>
                  <a:lnTo>
                    <a:pt x="117360" y="295008"/>
                  </a:lnTo>
                  <a:lnTo>
                    <a:pt x="118999" y="295287"/>
                  </a:lnTo>
                  <a:lnTo>
                    <a:pt x="120713" y="295008"/>
                  </a:lnTo>
                  <a:lnTo>
                    <a:pt x="122148" y="294182"/>
                  </a:lnTo>
                  <a:lnTo>
                    <a:pt x="123215" y="292912"/>
                  </a:lnTo>
                  <a:lnTo>
                    <a:pt x="123786" y="291350"/>
                  </a:lnTo>
                  <a:lnTo>
                    <a:pt x="123786" y="289699"/>
                  </a:lnTo>
                  <a:close/>
                </a:path>
                <a:path w="3293745" h="295910">
                  <a:moveTo>
                    <a:pt x="142836" y="289699"/>
                  </a:moveTo>
                  <a:lnTo>
                    <a:pt x="142265" y="288150"/>
                  </a:lnTo>
                  <a:lnTo>
                    <a:pt x="141198" y="286880"/>
                  </a:lnTo>
                  <a:lnTo>
                    <a:pt x="139763" y="286054"/>
                  </a:lnTo>
                  <a:lnTo>
                    <a:pt x="138137" y="285762"/>
                  </a:lnTo>
                  <a:lnTo>
                    <a:pt x="136410" y="286054"/>
                  </a:lnTo>
                  <a:lnTo>
                    <a:pt x="134988" y="286880"/>
                  </a:lnTo>
                  <a:lnTo>
                    <a:pt x="133921" y="288150"/>
                  </a:lnTo>
                  <a:lnTo>
                    <a:pt x="133350" y="289699"/>
                  </a:lnTo>
                  <a:lnTo>
                    <a:pt x="133350" y="291350"/>
                  </a:lnTo>
                  <a:lnTo>
                    <a:pt x="133921" y="292912"/>
                  </a:lnTo>
                  <a:lnTo>
                    <a:pt x="134988" y="294182"/>
                  </a:lnTo>
                  <a:lnTo>
                    <a:pt x="136410" y="295008"/>
                  </a:lnTo>
                  <a:lnTo>
                    <a:pt x="138049" y="295287"/>
                  </a:lnTo>
                  <a:lnTo>
                    <a:pt x="139763" y="295008"/>
                  </a:lnTo>
                  <a:lnTo>
                    <a:pt x="141198" y="294182"/>
                  </a:lnTo>
                  <a:lnTo>
                    <a:pt x="142265" y="292912"/>
                  </a:lnTo>
                  <a:lnTo>
                    <a:pt x="142836" y="291350"/>
                  </a:lnTo>
                  <a:lnTo>
                    <a:pt x="142836" y="289699"/>
                  </a:lnTo>
                  <a:close/>
                </a:path>
                <a:path w="3293745" h="295910">
                  <a:moveTo>
                    <a:pt x="161886" y="289699"/>
                  </a:moveTo>
                  <a:lnTo>
                    <a:pt x="161315" y="288150"/>
                  </a:lnTo>
                  <a:lnTo>
                    <a:pt x="160248" y="286880"/>
                  </a:lnTo>
                  <a:lnTo>
                    <a:pt x="158813" y="286054"/>
                  </a:lnTo>
                  <a:lnTo>
                    <a:pt x="157187" y="285762"/>
                  </a:lnTo>
                  <a:lnTo>
                    <a:pt x="155460" y="286054"/>
                  </a:lnTo>
                  <a:lnTo>
                    <a:pt x="154038" y="286880"/>
                  </a:lnTo>
                  <a:lnTo>
                    <a:pt x="152971" y="288150"/>
                  </a:lnTo>
                  <a:lnTo>
                    <a:pt x="152400" y="289699"/>
                  </a:lnTo>
                  <a:lnTo>
                    <a:pt x="152400" y="291350"/>
                  </a:lnTo>
                  <a:lnTo>
                    <a:pt x="152971" y="292912"/>
                  </a:lnTo>
                  <a:lnTo>
                    <a:pt x="154038" y="294182"/>
                  </a:lnTo>
                  <a:lnTo>
                    <a:pt x="155460" y="295008"/>
                  </a:lnTo>
                  <a:lnTo>
                    <a:pt x="157099" y="295287"/>
                  </a:lnTo>
                  <a:lnTo>
                    <a:pt x="158813" y="295008"/>
                  </a:lnTo>
                  <a:lnTo>
                    <a:pt x="160248" y="294182"/>
                  </a:lnTo>
                  <a:lnTo>
                    <a:pt x="161315" y="292912"/>
                  </a:lnTo>
                  <a:lnTo>
                    <a:pt x="161886" y="291350"/>
                  </a:lnTo>
                  <a:lnTo>
                    <a:pt x="161886" y="289699"/>
                  </a:lnTo>
                  <a:close/>
                </a:path>
                <a:path w="3293745" h="295910">
                  <a:moveTo>
                    <a:pt x="180936" y="289699"/>
                  </a:moveTo>
                  <a:lnTo>
                    <a:pt x="180365" y="288150"/>
                  </a:lnTo>
                  <a:lnTo>
                    <a:pt x="179298" y="286880"/>
                  </a:lnTo>
                  <a:lnTo>
                    <a:pt x="177863" y="286054"/>
                  </a:lnTo>
                  <a:lnTo>
                    <a:pt x="176237" y="285762"/>
                  </a:lnTo>
                  <a:lnTo>
                    <a:pt x="174510" y="286054"/>
                  </a:lnTo>
                  <a:lnTo>
                    <a:pt x="173088" y="286880"/>
                  </a:lnTo>
                  <a:lnTo>
                    <a:pt x="172021" y="288150"/>
                  </a:lnTo>
                  <a:lnTo>
                    <a:pt x="171450" y="289699"/>
                  </a:lnTo>
                  <a:lnTo>
                    <a:pt x="171450" y="291350"/>
                  </a:lnTo>
                  <a:lnTo>
                    <a:pt x="172021" y="292912"/>
                  </a:lnTo>
                  <a:lnTo>
                    <a:pt x="173088" y="294182"/>
                  </a:lnTo>
                  <a:lnTo>
                    <a:pt x="174510" y="295008"/>
                  </a:lnTo>
                  <a:lnTo>
                    <a:pt x="176149" y="295287"/>
                  </a:lnTo>
                  <a:lnTo>
                    <a:pt x="177863" y="295008"/>
                  </a:lnTo>
                  <a:lnTo>
                    <a:pt x="179298" y="294182"/>
                  </a:lnTo>
                  <a:lnTo>
                    <a:pt x="180365" y="292912"/>
                  </a:lnTo>
                  <a:lnTo>
                    <a:pt x="180936" y="291350"/>
                  </a:lnTo>
                  <a:lnTo>
                    <a:pt x="180936" y="289699"/>
                  </a:lnTo>
                  <a:close/>
                </a:path>
                <a:path w="3293745" h="295910">
                  <a:moveTo>
                    <a:pt x="199986" y="289699"/>
                  </a:moveTo>
                  <a:lnTo>
                    <a:pt x="199415" y="288150"/>
                  </a:lnTo>
                  <a:lnTo>
                    <a:pt x="198348" y="286880"/>
                  </a:lnTo>
                  <a:lnTo>
                    <a:pt x="196913" y="286054"/>
                  </a:lnTo>
                  <a:lnTo>
                    <a:pt x="195287" y="285762"/>
                  </a:lnTo>
                  <a:lnTo>
                    <a:pt x="193560" y="286054"/>
                  </a:lnTo>
                  <a:lnTo>
                    <a:pt x="192138" y="286880"/>
                  </a:lnTo>
                  <a:lnTo>
                    <a:pt x="191071" y="288150"/>
                  </a:lnTo>
                  <a:lnTo>
                    <a:pt x="190500" y="289699"/>
                  </a:lnTo>
                  <a:lnTo>
                    <a:pt x="190500" y="291350"/>
                  </a:lnTo>
                  <a:lnTo>
                    <a:pt x="191071" y="292912"/>
                  </a:lnTo>
                  <a:lnTo>
                    <a:pt x="192138" y="294182"/>
                  </a:lnTo>
                  <a:lnTo>
                    <a:pt x="193560" y="295008"/>
                  </a:lnTo>
                  <a:lnTo>
                    <a:pt x="195199" y="295287"/>
                  </a:lnTo>
                  <a:lnTo>
                    <a:pt x="196913" y="295008"/>
                  </a:lnTo>
                  <a:lnTo>
                    <a:pt x="198348" y="294182"/>
                  </a:lnTo>
                  <a:lnTo>
                    <a:pt x="199415" y="292912"/>
                  </a:lnTo>
                  <a:lnTo>
                    <a:pt x="199986" y="291350"/>
                  </a:lnTo>
                  <a:lnTo>
                    <a:pt x="199986" y="289699"/>
                  </a:lnTo>
                  <a:close/>
                </a:path>
                <a:path w="3293745" h="295910">
                  <a:moveTo>
                    <a:pt x="219036" y="289699"/>
                  </a:moveTo>
                  <a:lnTo>
                    <a:pt x="218465" y="288150"/>
                  </a:lnTo>
                  <a:lnTo>
                    <a:pt x="217398" y="286880"/>
                  </a:lnTo>
                  <a:lnTo>
                    <a:pt x="215963" y="286054"/>
                  </a:lnTo>
                  <a:lnTo>
                    <a:pt x="214337" y="285762"/>
                  </a:lnTo>
                  <a:lnTo>
                    <a:pt x="212610" y="286054"/>
                  </a:lnTo>
                  <a:lnTo>
                    <a:pt x="211188" y="286880"/>
                  </a:lnTo>
                  <a:lnTo>
                    <a:pt x="210121" y="288150"/>
                  </a:lnTo>
                  <a:lnTo>
                    <a:pt x="209550" y="289699"/>
                  </a:lnTo>
                  <a:lnTo>
                    <a:pt x="209550" y="291350"/>
                  </a:lnTo>
                  <a:lnTo>
                    <a:pt x="210121" y="292912"/>
                  </a:lnTo>
                  <a:lnTo>
                    <a:pt x="211188" y="294182"/>
                  </a:lnTo>
                  <a:lnTo>
                    <a:pt x="212610" y="295008"/>
                  </a:lnTo>
                  <a:lnTo>
                    <a:pt x="214249" y="295287"/>
                  </a:lnTo>
                  <a:lnTo>
                    <a:pt x="215963" y="295008"/>
                  </a:lnTo>
                  <a:lnTo>
                    <a:pt x="217398" y="294182"/>
                  </a:lnTo>
                  <a:lnTo>
                    <a:pt x="218465" y="292912"/>
                  </a:lnTo>
                  <a:lnTo>
                    <a:pt x="219036" y="291350"/>
                  </a:lnTo>
                  <a:lnTo>
                    <a:pt x="219036" y="289699"/>
                  </a:lnTo>
                  <a:close/>
                </a:path>
                <a:path w="3293745" h="295910">
                  <a:moveTo>
                    <a:pt x="238086" y="289699"/>
                  </a:moveTo>
                  <a:lnTo>
                    <a:pt x="237515" y="288150"/>
                  </a:lnTo>
                  <a:lnTo>
                    <a:pt x="236448" y="286880"/>
                  </a:lnTo>
                  <a:lnTo>
                    <a:pt x="235013" y="286054"/>
                  </a:lnTo>
                  <a:lnTo>
                    <a:pt x="233387" y="285762"/>
                  </a:lnTo>
                  <a:lnTo>
                    <a:pt x="231660" y="286054"/>
                  </a:lnTo>
                  <a:lnTo>
                    <a:pt x="230238" y="286880"/>
                  </a:lnTo>
                  <a:lnTo>
                    <a:pt x="229171" y="288150"/>
                  </a:lnTo>
                  <a:lnTo>
                    <a:pt x="228600" y="289699"/>
                  </a:lnTo>
                  <a:lnTo>
                    <a:pt x="228600" y="291350"/>
                  </a:lnTo>
                  <a:lnTo>
                    <a:pt x="229171" y="292912"/>
                  </a:lnTo>
                  <a:lnTo>
                    <a:pt x="230238" y="294182"/>
                  </a:lnTo>
                  <a:lnTo>
                    <a:pt x="231660" y="295008"/>
                  </a:lnTo>
                  <a:lnTo>
                    <a:pt x="233299" y="295287"/>
                  </a:lnTo>
                  <a:lnTo>
                    <a:pt x="235013" y="295008"/>
                  </a:lnTo>
                  <a:lnTo>
                    <a:pt x="236448" y="294182"/>
                  </a:lnTo>
                  <a:lnTo>
                    <a:pt x="237515" y="292912"/>
                  </a:lnTo>
                  <a:lnTo>
                    <a:pt x="238086" y="291350"/>
                  </a:lnTo>
                  <a:lnTo>
                    <a:pt x="238086" y="289699"/>
                  </a:lnTo>
                  <a:close/>
                </a:path>
                <a:path w="3293745" h="295910">
                  <a:moveTo>
                    <a:pt x="257136" y="289699"/>
                  </a:moveTo>
                  <a:lnTo>
                    <a:pt x="256565" y="288150"/>
                  </a:lnTo>
                  <a:lnTo>
                    <a:pt x="255498" y="286880"/>
                  </a:lnTo>
                  <a:lnTo>
                    <a:pt x="254063" y="286054"/>
                  </a:lnTo>
                  <a:lnTo>
                    <a:pt x="252437" y="285762"/>
                  </a:lnTo>
                  <a:lnTo>
                    <a:pt x="250710" y="286054"/>
                  </a:lnTo>
                  <a:lnTo>
                    <a:pt x="249288" y="286880"/>
                  </a:lnTo>
                  <a:lnTo>
                    <a:pt x="248221" y="288150"/>
                  </a:lnTo>
                  <a:lnTo>
                    <a:pt x="247650" y="289699"/>
                  </a:lnTo>
                  <a:lnTo>
                    <a:pt x="247650" y="291350"/>
                  </a:lnTo>
                  <a:lnTo>
                    <a:pt x="248221" y="292912"/>
                  </a:lnTo>
                  <a:lnTo>
                    <a:pt x="249288" y="294182"/>
                  </a:lnTo>
                  <a:lnTo>
                    <a:pt x="250710" y="295008"/>
                  </a:lnTo>
                  <a:lnTo>
                    <a:pt x="252349" y="295287"/>
                  </a:lnTo>
                  <a:lnTo>
                    <a:pt x="254063" y="295008"/>
                  </a:lnTo>
                  <a:lnTo>
                    <a:pt x="255498" y="294182"/>
                  </a:lnTo>
                  <a:lnTo>
                    <a:pt x="256565" y="292912"/>
                  </a:lnTo>
                  <a:lnTo>
                    <a:pt x="257136" y="291350"/>
                  </a:lnTo>
                  <a:lnTo>
                    <a:pt x="257136" y="289699"/>
                  </a:lnTo>
                  <a:close/>
                </a:path>
                <a:path w="3293745" h="295910">
                  <a:moveTo>
                    <a:pt x="276186" y="289699"/>
                  </a:moveTo>
                  <a:lnTo>
                    <a:pt x="275615" y="288150"/>
                  </a:lnTo>
                  <a:lnTo>
                    <a:pt x="274548" y="286880"/>
                  </a:lnTo>
                  <a:lnTo>
                    <a:pt x="273113" y="286054"/>
                  </a:lnTo>
                  <a:lnTo>
                    <a:pt x="271487" y="285762"/>
                  </a:lnTo>
                  <a:lnTo>
                    <a:pt x="269760" y="286054"/>
                  </a:lnTo>
                  <a:lnTo>
                    <a:pt x="268338" y="286880"/>
                  </a:lnTo>
                  <a:lnTo>
                    <a:pt x="267271" y="288150"/>
                  </a:lnTo>
                  <a:lnTo>
                    <a:pt x="266700" y="289699"/>
                  </a:lnTo>
                  <a:lnTo>
                    <a:pt x="266700" y="291350"/>
                  </a:lnTo>
                  <a:lnTo>
                    <a:pt x="267271" y="292912"/>
                  </a:lnTo>
                  <a:lnTo>
                    <a:pt x="268338" y="294182"/>
                  </a:lnTo>
                  <a:lnTo>
                    <a:pt x="269760" y="295008"/>
                  </a:lnTo>
                  <a:lnTo>
                    <a:pt x="271399" y="295287"/>
                  </a:lnTo>
                  <a:lnTo>
                    <a:pt x="273113" y="295008"/>
                  </a:lnTo>
                  <a:lnTo>
                    <a:pt x="274548" y="294182"/>
                  </a:lnTo>
                  <a:lnTo>
                    <a:pt x="275615" y="292912"/>
                  </a:lnTo>
                  <a:lnTo>
                    <a:pt x="276186" y="291350"/>
                  </a:lnTo>
                  <a:lnTo>
                    <a:pt x="276186" y="289699"/>
                  </a:lnTo>
                  <a:close/>
                </a:path>
                <a:path w="3293745" h="295910">
                  <a:moveTo>
                    <a:pt x="295236" y="289699"/>
                  </a:moveTo>
                  <a:lnTo>
                    <a:pt x="294665" y="288150"/>
                  </a:lnTo>
                  <a:lnTo>
                    <a:pt x="293598" y="286880"/>
                  </a:lnTo>
                  <a:lnTo>
                    <a:pt x="292163" y="286054"/>
                  </a:lnTo>
                  <a:lnTo>
                    <a:pt x="290537" y="285762"/>
                  </a:lnTo>
                  <a:lnTo>
                    <a:pt x="288810" y="286054"/>
                  </a:lnTo>
                  <a:lnTo>
                    <a:pt x="287388" y="286880"/>
                  </a:lnTo>
                  <a:lnTo>
                    <a:pt x="286321" y="288150"/>
                  </a:lnTo>
                  <a:lnTo>
                    <a:pt x="285750" y="289699"/>
                  </a:lnTo>
                  <a:lnTo>
                    <a:pt x="285750" y="291350"/>
                  </a:lnTo>
                  <a:lnTo>
                    <a:pt x="286321" y="292912"/>
                  </a:lnTo>
                  <a:lnTo>
                    <a:pt x="287388" y="294182"/>
                  </a:lnTo>
                  <a:lnTo>
                    <a:pt x="288810" y="295008"/>
                  </a:lnTo>
                  <a:lnTo>
                    <a:pt x="290449" y="295287"/>
                  </a:lnTo>
                  <a:lnTo>
                    <a:pt x="292163" y="295008"/>
                  </a:lnTo>
                  <a:lnTo>
                    <a:pt x="293598" y="294182"/>
                  </a:lnTo>
                  <a:lnTo>
                    <a:pt x="294665" y="292912"/>
                  </a:lnTo>
                  <a:lnTo>
                    <a:pt x="295236" y="291350"/>
                  </a:lnTo>
                  <a:lnTo>
                    <a:pt x="295236" y="289699"/>
                  </a:lnTo>
                  <a:close/>
                </a:path>
                <a:path w="3293745" h="295910">
                  <a:moveTo>
                    <a:pt x="314286" y="289699"/>
                  </a:moveTo>
                  <a:lnTo>
                    <a:pt x="313715" y="288150"/>
                  </a:lnTo>
                  <a:lnTo>
                    <a:pt x="312648" y="286880"/>
                  </a:lnTo>
                  <a:lnTo>
                    <a:pt x="311213" y="286054"/>
                  </a:lnTo>
                  <a:lnTo>
                    <a:pt x="309587" y="285762"/>
                  </a:lnTo>
                  <a:lnTo>
                    <a:pt x="307860" y="286054"/>
                  </a:lnTo>
                  <a:lnTo>
                    <a:pt x="306438" y="286880"/>
                  </a:lnTo>
                  <a:lnTo>
                    <a:pt x="305371" y="288150"/>
                  </a:lnTo>
                  <a:lnTo>
                    <a:pt x="304800" y="289699"/>
                  </a:lnTo>
                  <a:lnTo>
                    <a:pt x="304800" y="291350"/>
                  </a:lnTo>
                  <a:lnTo>
                    <a:pt x="305371" y="292912"/>
                  </a:lnTo>
                  <a:lnTo>
                    <a:pt x="306438" y="294182"/>
                  </a:lnTo>
                  <a:lnTo>
                    <a:pt x="307860" y="295008"/>
                  </a:lnTo>
                  <a:lnTo>
                    <a:pt x="309499" y="295287"/>
                  </a:lnTo>
                  <a:lnTo>
                    <a:pt x="311213" y="295008"/>
                  </a:lnTo>
                  <a:lnTo>
                    <a:pt x="312648" y="294182"/>
                  </a:lnTo>
                  <a:lnTo>
                    <a:pt x="313715" y="292912"/>
                  </a:lnTo>
                  <a:lnTo>
                    <a:pt x="314286" y="291350"/>
                  </a:lnTo>
                  <a:lnTo>
                    <a:pt x="314286" y="289699"/>
                  </a:lnTo>
                  <a:close/>
                </a:path>
                <a:path w="3293745" h="295910">
                  <a:moveTo>
                    <a:pt x="333336" y="289699"/>
                  </a:moveTo>
                  <a:lnTo>
                    <a:pt x="332765" y="288150"/>
                  </a:lnTo>
                  <a:lnTo>
                    <a:pt x="331698" y="286880"/>
                  </a:lnTo>
                  <a:lnTo>
                    <a:pt x="330263" y="286054"/>
                  </a:lnTo>
                  <a:lnTo>
                    <a:pt x="328637" y="285762"/>
                  </a:lnTo>
                  <a:lnTo>
                    <a:pt x="326910" y="286054"/>
                  </a:lnTo>
                  <a:lnTo>
                    <a:pt x="325488" y="286880"/>
                  </a:lnTo>
                  <a:lnTo>
                    <a:pt x="324421" y="288150"/>
                  </a:lnTo>
                  <a:lnTo>
                    <a:pt x="323850" y="289699"/>
                  </a:lnTo>
                  <a:lnTo>
                    <a:pt x="323850" y="291350"/>
                  </a:lnTo>
                  <a:lnTo>
                    <a:pt x="324421" y="292912"/>
                  </a:lnTo>
                  <a:lnTo>
                    <a:pt x="325488" y="294182"/>
                  </a:lnTo>
                  <a:lnTo>
                    <a:pt x="326910" y="295008"/>
                  </a:lnTo>
                  <a:lnTo>
                    <a:pt x="328549" y="295287"/>
                  </a:lnTo>
                  <a:lnTo>
                    <a:pt x="330263" y="295008"/>
                  </a:lnTo>
                  <a:lnTo>
                    <a:pt x="331698" y="294182"/>
                  </a:lnTo>
                  <a:lnTo>
                    <a:pt x="332765" y="292912"/>
                  </a:lnTo>
                  <a:lnTo>
                    <a:pt x="333336" y="291350"/>
                  </a:lnTo>
                  <a:lnTo>
                    <a:pt x="333336" y="289699"/>
                  </a:lnTo>
                  <a:close/>
                </a:path>
                <a:path w="3293745" h="295910">
                  <a:moveTo>
                    <a:pt x="352386" y="289699"/>
                  </a:moveTo>
                  <a:lnTo>
                    <a:pt x="351815" y="288150"/>
                  </a:lnTo>
                  <a:lnTo>
                    <a:pt x="350748" y="286880"/>
                  </a:lnTo>
                  <a:lnTo>
                    <a:pt x="349313" y="286054"/>
                  </a:lnTo>
                  <a:lnTo>
                    <a:pt x="347687" y="285762"/>
                  </a:lnTo>
                  <a:lnTo>
                    <a:pt x="345960" y="286054"/>
                  </a:lnTo>
                  <a:lnTo>
                    <a:pt x="344538" y="286880"/>
                  </a:lnTo>
                  <a:lnTo>
                    <a:pt x="343471" y="288150"/>
                  </a:lnTo>
                  <a:lnTo>
                    <a:pt x="342900" y="289699"/>
                  </a:lnTo>
                  <a:lnTo>
                    <a:pt x="342900" y="291350"/>
                  </a:lnTo>
                  <a:lnTo>
                    <a:pt x="343471" y="292912"/>
                  </a:lnTo>
                  <a:lnTo>
                    <a:pt x="344538" y="294182"/>
                  </a:lnTo>
                  <a:lnTo>
                    <a:pt x="345960" y="295008"/>
                  </a:lnTo>
                  <a:lnTo>
                    <a:pt x="347599" y="295287"/>
                  </a:lnTo>
                  <a:lnTo>
                    <a:pt x="349313" y="295008"/>
                  </a:lnTo>
                  <a:lnTo>
                    <a:pt x="350748" y="294182"/>
                  </a:lnTo>
                  <a:lnTo>
                    <a:pt x="351815" y="292912"/>
                  </a:lnTo>
                  <a:lnTo>
                    <a:pt x="352386" y="291350"/>
                  </a:lnTo>
                  <a:lnTo>
                    <a:pt x="352386" y="289699"/>
                  </a:lnTo>
                  <a:close/>
                </a:path>
                <a:path w="3293745" h="295910">
                  <a:moveTo>
                    <a:pt x="371436" y="289699"/>
                  </a:moveTo>
                  <a:lnTo>
                    <a:pt x="370865" y="288150"/>
                  </a:lnTo>
                  <a:lnTo>
                    <a:pt x="369798" y="286880"/>
                  </a:lnTo>
                  <a:lnTo>
                    <a:pt x="368363" y="286054"/>
                  </a:lnTo>
                  <a:lnTo>
                    <a:pt x="366737" y="285762"/>
                  </a:lnTo>
                  <a:lnTo>
                    <a:pt x="365010" y="286054"/>
                  </a:lnTo>
                  <a:lnTo>
                    <a:pt x="363588" y="286880"/>
                  </a:lnTo>
                  <a:lnTo>
                    <a:pt x="362521" y="288150"/>
                  </a:lnTo>
                  <a:lnTo>
                    <a:pt x="361950" y="289699"/>
                  </a:lnTo>
                  <a:lnTo>
                    <a:pt x="361950" y="291350"/>
                  </a:lnTo>
                  <a:lnTo>
                    <a:pt x="362521" y="292912"/>
                  </a:lnTo>
                  <a:lnTo>
                    <a:pt x="363588" y="294182"/>
                  </a:lnTo>
                  <a:lnTo>
                    <a:pt x="365010" y="295008"/>
                  </a:lnTo>
                  <a:lnTo>
                    <a:pt x="366649" y="295287"/>
                  </a:lnTo>
                  <a:lnTo>
                    <a:pt x="368363" y="295008"/>
                  </a:lnTo>
                  <a:lnTo>
                    <a:pt x="369798" y="294182"/>
                  </a:lnTo>
                  <a:lnTo>
                    <a:pt x="370865" y="292912"/>
                  </a:lnTo>
                  <a:lnTo>
                    <a:pt x="371436" y="291350"/>
                  </a:lnTo>
                  <a:lnTo>
                    <a:pt x="371436" y="289699"/>
                  </a:lnTo>
                  <a:close/>
                </a:path>
                <a:path w="3293745" h="295910">
                  <a:moveTo>
                    <a:pt x="390486" y="289699"/>
                  </a:moveTo>
                  <a:lnTo>
                    <a:pt x="389915" y="288150"/>
                  </a:lnTo>
                  <a:lnTo>
                    <a:pt x="388848" y="286880"/>
                  </a:lnTo>
                  <a:lnTo>
                    <a:pt x="387413" y="286054"/>
                  </a:lnTo>
                  <a:lnTo>
                    <a:pt x="385787" y="285762"/>
                  </a:lnTo>
                  <a:lnTo>
                    <a:pt x="384060" y="286054"/>
                  </a:lnTo>
                  <a:lnTo>
                    <a:pt x="382638" y="286880"/>
                  </a:lnTo>
                  <a:lnTo>
                    <a:pt x="381571" y="288150"/>
                  </a:lnTo>
                  <a:lnTo>
                    <a:pt x="381000" y="289699"/>
                  </a:lnTo>
                  <a:lnTo>
                    <a:pt x="381000" y="291350"/>
                  </a:lnTo>
                  <a:lnTo>
                    <a:pt x="381571" y="292912"/>
                  </a:lnTo>
                  <a:lnTo>
                    <a:pt x="382638" y="294182"/>
                  </a:lnTo>
                  <a:lnTo>
                    <a:pt x="384060" y="295008"/>
                  </a:lnTo>
                  <a:lnTo>
                    <a:pt x="385699" y="295287"/>
                  </a:lnTo>
                  <a:lnTo>
                    <a:pt x="387413" y="295008"/>
                  </a:lnTo>
                  <a:lnTo>
                    <a:pt x="388848" y="294182"/>
                  </a:lnTo>
                  <a:lnTo>
                    <a:pt x="389915" y="292912"/>
                  </a:lnTo>
                  <a:lnTo>
                    <a:pt x="390486" y="291350"/>
                  </a:lnTo>
                  <a:lnTo>
                    <a:pt x="390486" y="289699"/>
                  </a:lnTo>
                  <a:close/>
                </a:path>
                <a:path w="3293745" h="295910">
                  <a:moveTo>
                    <a:pt x="409536" y="289699"/>
                  </a:moveTo>
                  <a:lnTo>
                    <a:pt x="408965" y="288150"/>
                  </a:lnTo>
                  <a:lnTo>
                    <a:pt x="407898" y="286880"/>
                  </a:lnTo>
                  <a:lnTo>
                    <a:pt x="406463" y="286054"/>
                  </a:lnTo>
                  <a:lnTo>
                    <a:pt x="404837" y="285762"/>
                  </a:lnTo>
                  <a:lnTo>
                    <a:pt x="403110" y="286054"/>
                  </a:lnTo>
                  <a:lnTo>
                    <a:pt x="401688" y="286880"/>
                  </a:lnTo>
                  <a:lnTo>
                    <a:pt x="400621" y="288150"/>
                  </a:lnTo>
                  <a:lnTo>
                    <a:pt x="400050" y="289699"/>
                  </a:lnTo>
                  <a:lnTo>
                    <a:pt x="400050" y="291350"/>
                  </a:lnTo>
                  <a:lnTo>
                    <a:pt x="400621" y="292912"/>
                  </a:lnTo>
                  <a:lnTo>
                    <a:pt x="401688" y="294182"/>
                  </a:lnTo>
                  <a:lnTo>
                    <a:pt x="403110" y="295008"/>
                  </a:lnTo>
                  <a:lnTo>
                    <a:pt x="404749" y="295287"/>
                  </a:lnTo>
                  <a:lnTo>
                    <a:pt x="406463" y="295008"/>
                  </a:lnTo>
                  <a:lnTo>
                    <a:pt x="407898" y="294182"/>
                  </a:lnTo>
                  <a:lnTo>
                    <a:pt x="408965" y="292912"/>
                  </a:lnTo>
                  <a:lnTo>
                    <a:pt x="409536" y="291350"/>
                  </a:lnTo>
                  <a:lnTo>
                    <a:pt x="409536" y="289699"/>
                  </a:lnTo>
                  <a:close/>
                </a:path>
                <a:path w="3293745" h="295910">
                  <a:moveTo>
                    <a:pt x="428586" y="289699"/>
                  </a:moveTo>
                  <a:lnTo>
                    <a:pt x="428015" y="288150"/>
                  </a:lnTo>
                  <a:lnTo>
                    <a:pt x="426948" y="286880"/>
                  </a:lnTo>
                  <a:lnTo>
                    <a:pt x="425513" y="286054"/>
                  </a:lnTo>
                  <a:lnTo>
                    <a:pt x="423887" y="285762"/>
                  </a:lnTo>
                  <a:lnTo>
                    <a:pt x="422160" y="286054"/>
                  </a:lnTo>
                  <a:lnTo>
                    <a:pt x="420738" y="286880"/>
                  </a:lnTo>
                  <a:lnTo>
                    <a:pt x="419671" y="288150"/>
                  </a:lnTo>
                  <a:lnTo>
                    <a:pt x="419100" y="289699"/>
                  </a:lnTo>
                  <a:lnTo>
                    <a:pt x="419100" y="291350"/>
                  </a:lnTo>
                  <a:lnTo>
                    <a:pt x="419671" y="292912"/>
                  </a:lnTo>
                  <a:lnTo>
                    <a:pt x="420738" y="294182"/>
                  </a:lnTo>
                  <a:lnTo>
                    <a:pt x="422160" y="295008"/>
                  </a:lnTo>
                  <a:lnTo>
                    <a:pt x="423799" y="295287"/>
                  </a:lnTo>
                  <a:lnTo>
                    <a:pt x="425513" y="295008"/>
                  </a:lnTo>
                  <a:lnTo>
                    <a:pt x="426948" y="294182"/>
                  </a:lnTo>
                  <a:lnTo>
                    <a:pt x="428015" y="292912"/>
                  </a:lnTo>
                  <a:lnTo>
                    <a:pt x="428586" y="291350"/>
                  </a:lnTo>
                  <a:lnTo>
                    <a:pt x="428586" y="289699"/>
                  </a:lnTo>
                  <a:close/>
                </a:path>
                <a:path w="3293745" h="295910">
                  <a:moveTo>
                    <a:pt x="447636" y="289699"/>
                  </a:moveTo>
                  <a:lnTo>
                    <a:pt x="447065" y="288150"/>
                  </a:lnTo>
                  <a:lnTo>
                    <a:pt x="445998" y="286880"/>
                  </a:lnTo>
                  <a:lnTo>
                    <a:pt x="444563" y="286054"/>
                  </a:lnTo>
                  <a:lnTo>
                    <a:pt x="442937" y="285762"/>
                  </a:lnTo>
                  <a:lnTo>
                    <a:pt x="441210" y="286054"/>
                  </a:lnTo>
                  <a:lnTo>
                    <a:pt x="439788" y="286880"/>
                  </a:lnTo>
                  <a:lnTo>
                    <a:pt x="438721" y="288150"/>
                  </a:lnTo>
                  <a:lnTo>
                    <a:pt x="438150" y="289699"/>
                  </a:lnTo>
                  <a:lnTo>
                    <a:pt x="438150" y="291350"/>
                  </a:lnTo>
                  <a:lnTo>
                    <a:pt x="438721" y="292912"/>
                  </a:lnTo>
                  <a:lnTo>
                    <a:pt x="439788" y="294182"/>
                  </a:lnTo>
                  <a:lnTo>
                    <a:pt x="441210" y="295008"/>
                  </a:lnTo>
                  <a:lnTo>
                    <a:pt x="442849" y="295287"/>
                  </a:lnTo>
                  <a:lnTo>
                    <a:pt x="444563" y="295008"/>
                  </a:lnTo>
                  <a:lnTo>
                    <a:pt x="445998" y="294182"/>
                  </a:lnTo>
                  <a:lnTo>
                    <a:pt x="447065" y="292912"/>
                  </a:lnTo>
                  <a:lnTo>
                    <a:pt x="447636" y="291350"/>
                  </a:lnTo>
                  <a:lnTo>
                    <a:pt x="447636" y="289699"/>
                  </a:lnTo>
                  <a:close/>
                </a:path>
                <a:path w="3293745" h="295910">
                  <a:moveTo>
                    <a:pt x="466686" y="289699"/>
                  </a:moveTo>
                  <a:lnTo>
                    <a:pt x="466115" y="288150"/>
                  </a:lnTo>
                  <a:lnTo>
                    <a:pt x="465048" y="286880"/>
                  </a:lnTo>
                  <a:lnTo>
                    <a:pt x="463613" y="286054"/>
                  </a:lnTo>
                  <a:lnTo>
                    <a:pt x="461987" y="285762"/>
                  </a:lnTo>
                  <a:lnTo>
                    <a:pt x="460260" y="286054"/>
                  </a:lnTo>
                  <a:lnTo>
                    <a:pt x="458838" y="286880"/>
                  </a:lnTo>
                  <a:lnTo>
                    <a:pt x="457771" y="288150"/>
                  </a:lnTo>
                  <a:lnTo>
                    <a:pt x="457200" y="289699"/>
                  </a:lnTo>
                  <a:lnTo>
                    <a:pt x="457200" y="291350"/>
                  </a:lnTo>
                  <a:lnTo>
                    <a:pt x="457771" y="292912"/>
                  </a:lnTo>
                  <a:lnTo>
                    <a:pt x="458838" y="294182"/>
                  </a:lnTo>
                  <a:lnTo>
                    <a:pt x="460260" y="295008"/>
                  </a:lnTo>
                  <a:lnTo>
                    <a:pt x="461899" y="295287"/>
                  </a:lnTo>
                  <a:lnTo>
                    <a:pt x="463613" y="295008"/>
                  </a:lnTo>
                  <a:lnTo>
                    <a:pt x="465048" y="294182"/>
                  </a:lnTo>
                  <a:lnTo>
                    <a:pt x="466115" y="292912"/>
                  </a:lnTo>
                  <a:lnTo>
                    <a:pt x="466686" y="291350"/>
                  </a:lnTo>
                  <a:lnTo>
                    <a:pt x="466686" y="289699"/>
                  </a:lnTo>
                  <a:close/>
                </a:path>
                <a:path w="3293745" h="295910">
                  <a:moveTo>
                    <a:pt x="485736" y="289699"/>
                  </a:moveTo>
                  <a:lnTo>
                    <a:pt x="485165" y="288150"/>
                  </a:lnTo>
                  <a:lnTo>
                    <a:pt x="484098" y="286880"/>
                  </a:lnTo>
                  <a:lnTo>
                    <a:pt x="482663" y="286054"/>
                  </a:lnTo>
                  <a:lnTo>
                    <a:pt x="481037" y="285762"/>
                  </a:lnTo>
                  <a:lnTo>
                    <a:pt x="479310" y="286054"/>
                  </a:lnTo>
                  <a:lnTo>
                    <a:pt x="477888" y="286880"/>
                  </a:lnTo>
                  <a:lnTo>
                    <a:pt x="476821" y="288150"/>
                  </a:lnTo>
                  <a:lnTo>
                    <a:pt x="476250" y="289699"/>
                  </a:lnTo>
                  <a:lnTo>
                    <a:pt x="476250" y="291350"/>
                  </a:lnTo>
                  <a:lnTo>
                    <a:pt x="476821" y="292912"/>
                  </a:lnTo>
                  <a:lnTo>
                    <a:pt x="477888" y="294182"/>
                  </a:lnTo>
                  <a:lnTo>
                    <a:pt x="479310" y="295008"/>
                  </a:lnTo>
                  <a:lnTo>
                    <a:pt x="480949" y="295287"/>
                  </a:lnTo>
                  <a:lnTo>
                    <a:pt x="482663" y="295008"/>
                  </a:lnTo>
                  <a:lnTo>
                    <a:pt x="484098" y="294182"/>
                  </a:lnTo>
                  <a:lnTo>
                    <a:pt x="485165" y="292912"/>
                  </a:lnTo>
                  <a:lnTo>
                    <a:pt x="485736" y="291350"/>
                  </a:lnTo>
                  <a:lnTo>
                    <a:pt x="485736" y="289699"/>
                  </a:lnTo>
                  <a:close/>
                </a:path>
                <a:path w="3293745" h="295910">
                  <a:moveTo>
                    <a:pt x="504786" y="289699"/>
                  </a:moveTo>
                  <a:lnTo>
                    <a:pt x="504215" y="288150"/>
                  </a:lnTo>
                  <a:lnTo>
                    <a:pt x="503148" y="286880"/>
                  </a:lnTo>
                  <a:lnTo>
                    <a:pt x="501713" y="286054"/>
                  </a:lnTo>
                  <a:lnTo>
                    <a:pt x="500087" y="285762"/>
                  </a:lnTo>
                  <a:lnTo>
                    <a:pt x="498360" y="286054"/>
                  </a:lnTo>
                  <a:lnTo>
                    <a:pt x="496938" y="286880"/>
                  </a:lnTo>
                  <a:lnTo>
                    <a:pt x="495871" y="288150"/>
                  </a:lnTo>
                  <a:lnTo>
                    <a:pt x="495300" y="289699"/>
                  </a:lnTo>
                  <a:lnTo>
                    <a:pt x="495300" y="291350"/>
                  </a:lnTo>
                  <a:lnTo>
                    <a:pt x="495871" y="292912"/>
                  </a:lnTo>
                  <a:lnTo>
                    <a:pt x="496938" y="294182"/>
                  </a:lnTo>
                  <a:lnTo>
                    <a:pt x="498360" y="295008"/>
                  </a:lnTo>
                  <a:lnTo>
                    <a:pt x="499999" y="295287"/>
                  </a:lnTo>
                  <a:lnTo>
                    <a:pt x="501713" y="295008"/>
                  </a:lnTo>
                  <a:lnTo>
                    <a:pt x="503148" y="294182"/>
                  </a:lnTo>
                  <a:lnTo>
                    <a:pt x="504215" y="292912"/>
                  </a:lnTo>
                  <a:lnTo>
                    <a:pt x="504786" y="291350"/>
                  </a:lnTo>
                  <a:lnTo>
                    <a:pt x="504786" y="289699"/>
                  </a:lnTo>
                  <a:close/>
                </a:path>
                <a:path w="3293745" h="295910">
                  <a:moveTo>
                    <a:pt x="523836" y="289699"/>
                  </a:moveTo>
                  <a:lnTo>
                    <a:pt x="523265" y="288150"/>
                  </a:lnTo>
                  <a:lnTo>
                    <a:pt x="522198" y="286880"/>
                  </a:lnTo>
                  <a:lnTo>
                    <a:pt x="520763" y="286054"/>
                  </a:lnTo>
                  <a:lnTo>
                    <a:pt x="519137" y="285762"/>
                  </a:lnTo>
                  <a:lnTo>
                    <a:pt x="517410" y="286054"/>
                  </a:lnTo>
                  <a:lnTo>
                    <a:pt x="515988" y="286880"/>
                  </a:lnTo>
                  <a:lnTo>
                    <a:pt x="514921" y="288150"/>
                  </a:lnTo>
                  <a:lnTo>
                    <a:pt x="514350" y="289699"/>
                  </a:lnTo>
                  <a:lnTo>
                    <a:pt x="514350" y="291350"/>
                  </a:lnTo>
                  <a:lnTo>
                    <a:pt x="514921" y="292912"/>
                  </a:lnTo>
                  <a:lnTo>
                    <a:pt x="515988" y="294182"/>
                  </a:lnTo>
                  <a:lnTo>
                    <a:pt x="517410" y="295008"/>
                  </a:lnTo>
                  <a:lnTo>
                    <a:pt x="519049" y="295287"/>
                  </a:lnTo>
                  <a:lnTo>
                    <a:pt x="520763" y="295008"/>
                  </a:lnTo>
                  <a:lnTo>
                    <a:pt x="522198" y="294182"/>
                  </a:lnTo>
                  <a:lnTo>
                    <a:pt x="523265" y="292912"/>
                  </a:lnTo>
                  <a:lnTo>
                    <a:pt x="523836" y="291350"/>
                  </a:lnTo>
                  <a:lnTo>
                    <a:pt x="523836" y="289699"/>
                  </a:lnTo>
                  <a:close/>
                </a:path>
                <a:path w="3293745" h="295910">
                  <a:moveTo>
                    <a:pt x="542886" y="289699"/>
                  </a:moveTo>
                  <a:lnTo>
                    <a:pt x="542315" y="288150"/>
                  </a:lnTo>
                  <a:lnTo>
                    <a:pt x="541248" y="286880"/>
                  </a:lnTo>
                  <a:lnTo>
                    <a:pt x="539813" y="286054"/>
                  </a:lnTo>
                  <a:lnTo>
                    <a:pt x="538187" y="285762"/>
                  </a:lnTo>
                  <a:lnTo>
                    <a:pt x="536460" y="286054"/>
                  </a:lnTo>
                  <a:lnTo>
                    <a:pt x="535038" y="286880"/>
                  </a:lnTo>
                  <a:lnTo>
                    <a:pt x="533971" y="288150"/>
                  </a:lnTo>
                  <a:lnTo>
                    <a:pt x="533400" y="289699"/>
                  </a:lnTo>
                  <a:lnTo>
                    <a:pt x="533400" y="291350"/>
                  </a:lnTo>
                  <a:lnTo>
                    <a:pt x="533971" y="292912"/>
                  </a:lnTo>
                  <a:lnTo>
                    <a:pt x="535038" y="294182"/>
                  </a:lnTo>
                  <a:lnTo>
                    <a:pt x="536460" y="295008"/>
                  </a:lnTo>
                  <a:lnTo>
                    <a:pt x="538099" y="295287"/>
                  </a:lnTo>
                  <a:lnTo>
                    <a:pt x="539813" y="295008"/>
                  </a:lnTo>
                  <a:lnTo>
                    <a:pt x="541248" y="294182"/>
                  </a:lnTo>
                  <a:lnTo>
                    <a:pt x="542315" y="292912"/>
                  </a:lnTo>
                  <a:lnTo>
                    <a:pt x="542886" y="291350"/>
                  </a:lnTo>
                  <a:lnTo>
                    <a:pt x="542886" y="289699"/>
                  </a:lnTo>
                  <a:close/>
                </a:path>
                <a:path w="3293745" h="295910">
                  <a:moveTo>
                    <a:pt x="561936" y="289699"/>
                  </a:moveTo>
                  <a:lnTo>
                    <a:pt x="561365" y="288150"/>
                  </a:lnTo>
                  <a:lnTo>
                    <a:pt x="560298" y="286880"/>
                  </a:lnTo>
                  <a:lnTo>
                    <a:pt x="558863" y="286054"/>
                  </a:lnTo>
                  <a:lnTo>
                    <a:pt x="557237" y="285762"/>
                  </a:lnTo>
                  <a:lnTo>
                    <a:pt x="555510" y="286054"/>
                  </a:lnTo>
                  <a:lnTo>
                    <a:pt x="554088" y="286880"/>
                  </a:lnTo>
                  <a:lnTo>
                    <a:pt x="553021" y="288150"/>
                  </a:lnTo>
                  <a:lnTo>
                    <a:pt x="552450" y="289699"/>
                  </a:lnTo>
                  <a:lnTo>
                    <a:pt x="552450" y="291350"/>
                  </a:lnTo>
                  <a:lnTo>
                    <a:pt x="553021" y="292912"/>
                  </a:lnTo>
                  <a:lnTo>
                    <a:pt x="554088" y="294182"/>
                  </a:lnTo>
                  <a:lnTo>
                    <a:pt x="555510" y="295008"/>
                  </a:lnTo>
                  <a:lnTo>
                    <a:pt x="557149" y="295287"/>
                  </a:lnTo>
                  <a:lnTo>
                    <a:pt x="558863" y="295008"/>
                  </a:lnTo>
                  <a:lnTo>
                    <a:pt x="560298" y="294182"/>
                  </a:lnTo>
                  <a:lnTo>
                    <a:pt x="561365" y="292912"/>
                  </a:lnTo>
                  <a:lnTo>
                    <a:pt x="561936" y="291350"/>
                  </a:lnTo>
                  <a:lnTo>
                    <a:pt x="561936" y="289699"/>
                  </a:lnTo>
                  <a:close/>
                </a:path>
                <a:path w="3293745" h="295910">
                  <a:moveTo>
                    <a:pt x="580986" y="289699"/>
                  </a:moveTo>
                  <a:lnTo>
                    <a:pt x="580415" y="288150"/>
                  </a:lnTo>
                  <a:lnTo>
                    <a:pt x="579348" y="286880"/>
                  </a:lnTo>
                  <a:lnTo>
                    <a:pt x="577913" y="286054"/>
                  </a:lnTo>
                  <a:lnTo>
                    <a:pt x="576287" y="285762"/>
                  </a:lnTo>
                  <a:lnTo>
                    <a:pt x="574560" y="286054"/>
                  </a:lnTo>
                  <a:lnTo>
                    <a:pt x="573138" y="286880"/>
                  </a:lnTo>
                  <a:lnTo>
                    <a:pt x="572071" y="288150"/>
                  </a:lnTo>
                  <a:lnTo>
                    <a:pt x="571500" y="289699"/>
                  </a:lnTo>
                  <a:lnTo>
                    <a:pt x="571500" y="291350"/>
                  </a:lnTo>
                  <a:lnTo>
                    <a:pt x="572071" y="292912"/>
                  </a:lnTo>
                  <a:lnTo>
                    <a:pt x="573138" y="294182"/>
                  </a:lnTo>
                  <a:lnTo>
                    <a:pt x="574560" y="295008"/>
                  </a:lnTo>
                  <a:lnTo>
                    <a:pt x="576199" y="295287"/>
                  </a:lnTo>
                  <a:lnTo>
                    <a:pt x="577913" y="295008"/>
                  </a:lnTo>
                  <a:lnTo>
                    <a:pt x="579348" y="294182"/>
                  </a:lnTo>
                  <a:lnTo>
                    <a:pt x="580415" y="292912"/>
                  </a:lnTo>
                  <a:lnTo>
                    <a:pt x="580986" y="291350"/>
                  </a:lnTo>
                  <a:lnTo>
                    <a:pt x="580986" y="289699"/>
                  </a:lnTo>
                  <a:close/>
                </a:path>
                <a:path w="3293745" h="295910">
                  <a:moveTo>
                    <a:pt x="600036" y="289699"/>
                  </a:moveTo>
                  <a:lnTo>
                    <a:pt x="599465" y="288150"/>
                  </a:lnTo>
                  <a:lnTo>
                    <a:pt x="598398" y="286880"/>
                  </a:lnTo>
                  <a:lnTo>
                    <a:pt x="596963" y="286054"/>
                  </a:lnTo>
                  <a:lnTo>
                    <a:pt x="595337" y="285762"/>
                  </a:lnTo>
                  <a:lnTo>
                    <a:pt x="593610" y="286054"/>
                  </a:lnTo>
                  <a:lnTo>
                    <a:pt x="592188" y="286880"/>
                  </a:lnTo>
                  <a:lnTo>
                    <a:pt x="591121" y="288150"/>
                  </a:lnTo>
                  <a:lnTo>
                    <a:pt x="590550" y="289699"/>
                  </a:lnTo>
                  <a:lnTo>
                    <a:pt x="590550" y="291350"/>
                  </a:lnTo>
                  <a:lnTo>
                    <a:pt x="591121" y="292912"/>
                  </a:lnTo>
                  <a:lnTo>
                    <a:pt x="592188" y="294182"/>
                  </a:lnTo>
                  <a:lnTo>
                    <a:pt x="593610" y="295008"/>
                  </a:lnTo>
                  <a:lnTo>
                    <a:pt x="595249" y="295287"/>
                  </a:lnTo>
                  <a:lnTo>
                    <a:pt x="596963" y="295008"/>
                  </a:lnTo>
                  <a:lnTo>
                    <a:pt x="598398" y="294182"/>
                  </a:lnTo>
                  <a:lnTo>
                    <a:pt x="599465" y="292912"/>
                  </a:lnTo>
                  <a:lnTo>
                    <a:pt x="600036" y="291350"/>
                  </a:lnTo>
                  <a:lnTo>
                    <a:pt x="600036" y="289699"/>
                  </a:lnTo>
                  <a:close/>
                </a:path>
                <a:path w="3293745" h="295910">
                  <a:moveTo>
                    <a:pt x="619086" y="289699"/>
                  </a:moveTo>
                  <a:lnTo>
                    <a:pt x="618515" y="288150"/>
                  </a:lnTo>
                  <a:lnTo>
                    <a:pt x="617448" y="286880"/>
                  </a:lnTo>
                  <a:lnTo>
                    <a:pt x="616013" y="286054"/>
                  </a:lnTo>
                  <a:lnTo>
                    <a:pt x="614387" y="285762"/>
                  </a:lnTo>
                  <a:lnTo>
                    <a:pt x="612660" y="286054"/>
                  </a:lnTo>
                  <a:lnTo>
                    <a:pt x="611238" y="286880"/>
                  </a:lnTo>
                  <a:lnTo>
                    <a:pt x="610171" y="288150"/>
                  </a:lnTo>
                  <a:lnTo>
                    <a:pt x="609600" y="289699"/>
                  </a:lnTo>
                  <a:lnTo>
                    <a:pt x="609600" y="291350"/>
                  </a:lnTo>
                  <a:lnTo>
                    <a:pt x="610171" y="292912"/>
                  </a:lnTo>
                  <a:lnTo>
                    <a:pt x="611238" y="294182"/>
                  </a:lnTo>
                  <a:lnTo>
                    <a:pt x="612660" y="295008"/>
                  </a:lnTo>
                  <a:lnTo>
                    <a:pt x="614299" y="295287"/>
                  </a:lnTo>
                  <a:lnTo>
                    <a:pt x="616013" y="295008"/>
                  </a:lnTo>
                  <a:lnTo>
                    <a:pt x="617448" y="294182"/>
                  </a:lnTo>
                  <a:lnTo>
                    <a:pt x="618515" y="292912"/>
                  </a:lnTo>
                  <a:lnTo>
                    <a:pt x="619086" y="291350"/>
                  </a:lnTo>
                  <a:lnTo>
                    <a:pt x="619086" y="289699"/>
                  </a:lnTo>
                  <a:close/>
                </a:path>
                <a:path w="3293745" h="295910">
                  <a:moveTo>
                    <a:pt x="638136" y="289699"/>
                  </a:moveTo>
                  <a:lnTo>
                    <a:pt x="637565" y="288150"/>
                  </a:lnTo>
                  <a:lnTo>
                    <a:pt x="636498" y="286880"/>
                  </a:lnTo>
                  <a:lnTo>
                    <a:pt x="635063" y="286054"/>
                  </a:lnTo>
                  <a:lnTo>
                    <a:pt x="633437" y="285762"/>
                  </a:lnTo>
                  <a:lnTo>
                    <a:pt x="631710" y="286054"/>
                  </a:lnTo>
                  <a:lnTo>
                    <a:pt x="630288" y="286880"/>
                  </a:lnTo>
                  <a:lnTo>
                    <a:pt x="629221" y="288150"/>
                  </a:lnTo>
                  <a:lnTo>
                    <a:pt x="628650" y="289699"/>
                  </a:lnTo>
                  <a:lnTo>
                    <a:pt x="628650" y="291350"/>
                  </a:lnTo>
                  <a:lnTo>
                    <a:pt x="629221" y="292912"/>
                  </a:lnTo>
                  <a:lnTo>
                    <a:pt x="630288" y="294182"/>
                  </a:lnTo>
                  <a:lnTo>
                    <a:pt x="631710" y="295008"/>
                  </a:lnTo>
                  <a:lnTo>
                    <a:pt x="633349" y="295287"/>
                  </a:lnTo>
                  <a:lnTo>
                    <a:pt x="635063" y="295008"/>
                  </a:lnTo>
                  <a:lnTo>
                    <a:pt x="636498" y="294182"/>
                  </a:lnTo>
                  <a:lnTo>
                    <a:pt x="637565" y="292912"/>
                  </a:lnTo>
                  <a:lnTo>
                    <a:pt x="638136" y="291350"/>
                  </a:lnTo>
                  <a:lnTo>
                    <a:pt x="638136" y="289699"/>
                  </a:lnTo>
                  <a:close/>
                </a:path>
                <a:path w="3293745" h="295910">
                  <a:moveTo>
                    <a:pt x="657186" y="289699"/>
                  </a:moveTo>
                  <a:lnTo>
                    <a:pt x="656615" y="288150"/>
                  </a:lnTo>
                  <a:lnTo>
                    <a:pt x="655548" y="286880"/>
                  </a:lnTo>
                  <a:lnTo>
                    <a:pt x="654113" y="286054"/>
                  </a:lnTo>
                  <a:lnTo>
                    <a:pt x="652487" y="285762"/>
                  </a:lnTo>
                  <a:lnTo>
                    <a:pt x="650760" y="286054"/>
                  </a:lnTo>
                  <a:lnTo>
                    <a:pt x="649338" y="286880"/>
                  </a:lnTo>
                  <a:lnTo>
                    <a:pt x="648271" y="288150"/>
                  </a:lnTo>
                  <a:lnTo>
                    <a:pt x="647700" y="289699"/>
                  </a:lnTo>
                  <a:lnTo>
                    <a:pt x="647700" y="291350"/>
                  </a:lnTo>
                  <a:lnTo>
                    <a:pt x="648271" y="292912"/>
                  </a:lnTo>
                  <a:lnTo>
                    <a:pt x="649338" y="294182"/>
                  </a:lnTo>
                  <a:lnTo>
                    <a:pt x="650760" y="295008"/>
                  </a:lnTo>
                  <a:lnTo>
                    <a:pt x="652399" y="295287"/>
                  </a:lnTo>
                  <a:lnTo>
                    <a:pt x="654113" y="295008"/>
                  </a:lnTo>
                  <a:lnTo>
                    <a:pt x="655548" y="294182"/>
                  </a:lnTo>
                  <a:lnTo>
                    <a:pt x="656615" y="292912"/>
                  </a:lnTo>
                  <a:lnTo>
                    <a:pt x="657186" y="291350"/>
                  </a:lnTo>
                  <a:lnTo>
                    <a:pt x="657186" y="289699"/>
                  </a:lnTo>
                  <a:close/>
                </a:path>
                <a:path w="3293745" h="295910">
                  <a:moveTo>
                    <a:pt x="676236" y="289699"/>
                  </a:moveTo>
                  <a:lnTo>
                    <a:pt x="675665" y="288150"/>
                  </a:lnTo>
                  <a:lnTo>
                    <a:pt x="674598" y="286880"/>
                  </a:lnTo>
                  <a:lnTo>
                    <a:pt x="673163" y="286054"/>
                  </a:lnTo>
                  <a:lnTo>
                    <a:pt x="671537" y="285762"/>
                  </a:lnTo>
                  <a:lnTo>
                    <a:pt x="669810" y="286054"/>
                  </a:lnTo>
                  <a:lnTo>
                    <a:pt x="668388" y="286880"/>
                  </a:lnTo>
                  <a:lnTo>
                    <a:pt x="667321" y="288150"/>
                  </a:lnTo>
                  <a:lnTo>
                    <a:pt x="666750" y="289699"/>
                  </a:lnTo>
                  <a:lnTo>
                    <a:pt x="666750" y="291350"/>
                  </a:lnTo>
                  <a:lnTo>
                    <a:pt x="667321" y="292912"/>
                  </a:lnTo>
                  <a:lnTo>
                    <a:pt x="668388" y="294182"/>
                  </a:lnTo>
                  <a:lnTo>
                    <a:pt x="669810" y="295008"/>
                  </a:lnTo>
                  <a:lnTo>
                    <a:pt x="671449" y="295287"/>
                  </a:lnTo>
                  <a:lnTo>
                    <a:pt x="673163" y="295008"/>
                  </a:lnTo>
                  <a:lnTo>
                    <a:pt x="674598" y="294182"/>
                  </a:lnTo>
                  <a:lnTo>
                    <a:pt x="675665" y="292912"/>
                  </a:lnTo>
                  <a:lnTo>
                    <a:pt x="676236" y="291350"/>
                  </a:lnTo>
                  <a:lnTo>
                    <a:pt x="676236" y="289699"/>
                  </a:lnTo>
                  <a:close/>
                </a:path>
                <a:path w="3293745" h="295910">
                  <a:moveTo>
                    <a:pt x="695286" y="289699"/>
                  </a:moveTo>
                  <a:lnTo>
                    <a:pt x="694715" y="288150"/>
                  </a:lnTo>
                  <a:lnTo>
                    <a:pt x="693648" y="286880"/>
                  </a:lnTo>
                  <a:lnTo>
                    <a:pt x="692213" y="286054"/>
                  </a:lnTo>
                  <a:lnTo>
                    <a:pt x="690587" y="285762"/>
                  </a:lnTo>
                  <a:lnTo>
                    <a:pt x="688860" y="286054"/>
                  </a:lnTo>
                  <a:lnTo>
                    <a:pt x="687438" y="286880"/>
                  </a:lnTo>
                  <a:lnTo>
                    <a:pt x="686371" y="288150"/>
                  </a:lnTo>
                  <a:lnTo>
                    <a:pt x="685800" y="289699"/>
                  </a:lnTo>
                  <a:lnTo>
                    <a:pt x="685800" y="291350"/>
                  </a:lnTo>
                  <a:lnTo>
                    <a:pt x="686371" y="292912"/>
                  </a:lnTo>
                  <a:lnTo>
                    <a:pt x="687438" y="294182"/>
                  </a:lnTo>
                  <a:lnTo>
                    <a:pt x="688860" y="295008"/>
                  </a:lnTo>
                  <a:lnTo>
                    <a:pt x="690499" y="295287"/>
                  </a:lnTo>
                  <a:lnTo>
                    <a:pt x="692213" y="295008"/>
                  </a:lnTo>
                  <a:lnTo>
                    <a:pt x="693648" y="294182"/>
                  </a:lnTo>
                  <a:lnTo>
                    <a:pt x="694715" y="292912"/>
                  </a:lnTo>
                  <a:lnTo>
                    <a:pt x="695286" y="291350"/>
                  </a:lnTo>
                  <a:lnTo>
                    <a:pt x="695286" y="289699"/>
                  </a:lnTo>
                  <a:close/>
                </a:path>
                <a:path w="3293745" h="295910">
                  <a:moveTo>
                    <a:pt x="714336" y="289699"/>
                  </a:moveTo>
                  <a:lnTo>
                    <a:pt x="713765" y="288150"/>
                  </a:lnTo>
                  <a:lnTo>
                    <a:pt x="712698" y="286880"/>
                  </a:lnTo>
                  <a:lnTo>
                    <a:pt x="711263" y="286054"/>
                  </a:lnTo>
                  <a:lnTo>
                    <a:pt x="709637" y="285762"/>
                  </a:lnTo>
                  <a:lnTo>
                    <a:pt x="707910" y="286054"/>
                  </a:lnTo>
                  <a:lnTo>
                    <a:pt x="706488" y="286880"/>
                  </a:lnTo>
                  <a:lnTo>
                    <a:pt x="705421" y="288150"/>
                  </a:lnTo>
                  <a:lnTo>
                    <a:pt x="704850" y="289699"/>
                  </a:lnTo>
                  <a:lnTo>
                    <a:pt x="704850" y="291350"/>
                  </a:lnTo>
                  <a:lnTo>
                    <a:pt x="705421" y="292912"/>
                  </a:lnTo>
                  <a:lnTo>
                    <a:pt x="706488" y="294182"/>
                  </a:lnTo>
                  <a:lnTo>
                    <a:pt x="707910" y="295008"/>
                  </a:lnTo>
                  <a:lnTo>
                    <a:pt x="709549" y="295287"/>
                  </a:lnTo>
                  <a:lnTo>
                    <a:pt x="711263" y="295008"/>
                  </a:lnTo>
                  <a:lnTo>
                    <a:pt x="712698" y="294182"/>
                  </a:lnTo>
                  <a:lnTo>
                    <a:pt x="713765" y="292912"/>
                  </a:lnTo>
                  <a:lnTo>
                    <a:pt x="714336" y="291350"/>
                  </a:lnTo>
                  <a:lnTo>
                    <a:pt x="714336" y="289699"/>
                  </a:lnTo>
                  <a:close/>
                </a:path>
                <a:path w="3293745" h="295910">
                  <a:moveTo>
                    <a:pt x="733386" y="289699"/>
                  </a:moveTo>
                  <a:lnTo>
                    <a:pt x="732815" y="288150"/>
                  </a:lnTo>
                  <a:lnTo>
                    <a:pt x="731748" y="286880"/>
                  </a:lnTo>
                  <a:lnTo>
                    <a:pt x="730313" y="286054"/>
                  </a:lnTo>
                  <a:lnTo>
                    <a:pt x="728687" y="285762"/>
                  </a:lnTo>
                  <a:lnTo>
                    <a:pt x="726960" y="286054"/>
                  </a:lnTo>
                  <a:lnTo>
                    <a:pt x="725538" y="286880"/>
                  </a:lnTo>
                  <a:lnTo>
                    <a:pt x="724471" y="288150"/>
                  </a:lnTo>
                  <a:lnTo>
                    <a:pt x="723900" y="289699"/>
                  </a:lnTo>
                  <a:lnTo>
                    <a:pt x="723900" y="291350"/>
                  </a:lnTo>
                  <a:lnTo>
                    <a:pt x="724471" y="292912"/>
                  </a:lnTo>
                  <a:lnTo>
                    <a:pt x="725538" y="294182"/>
                  </a:lnTo>
                  <a:lnTo>
                    <a:pt x="726960" y="295008"/>
                  </a:lnTo>
                  <a:lnTo>
                    <a:pt x="728599" y="295287"/>
                  </a:lnTo>
                  <a:lnTo>
                    <a:pt x="730313" y="295008"/>
                  </a:lnTo>
                  <a:lnTo>
                    <a:pt x="731748" y="294182"/>
                  </a:lnTo>
                  <a:lnTo>
                    <a:pt x="732815" y="292912"/>
                  </a:lnTo>
                  <a:lnTo>
                    <a:pt x="733386" y="291350"/>
                  </a:lnTo>
                  <a:lnTo>
                    <a:pt x="733386" y="289699"/>
                  </a:lnTo>
                  <a:close/>
                </a:path>
                <a:path w="3293745" h="295910">
                  <a:moveTo>
                    <a:pt x="752436" y="289699"/>
                  </a:moveTo>
                  <a:lnTo>
                    <a:pt x="751865" y="288150"/>
                  </a:lnTo>
                  <a:lnTo>
                    <a:pt x="750798" y="286880"/>
                  </a:lnTo>
                  <a:lnTo>
                    <a:pt x="749363" y="286054"/>
                  </a:lnTo>
                  <a:lnTo>
                    <a:pt x="747737" y="285762"/>
                  </a:lnTo>
                  <a:lnTo>
                    <a:pt x="746010" y="286054"/>
                  </a:lnTo>
                  <a:lnTo>
                    <a:pt x="744588" y="286880"/>
                  </a:lnTo>
                  <a:lnTo>
                    <a:pt x="743521" y="288150"/>
                  </a:lnTo>
                  <a:lnTo>
                    <a:pt x="742950" y="289699"/>
                  </a:lnTo>
                  <a:lnTo>
                    <a:pt x="742950" y="291350"/>
                  </a:lnTo>
                  <a:lnTo>
                    <a:pt x="743521" y="292912"/>
                  </a:lnTo>
                  <a:lnTo>
                    <a:pt x="744588" y="294182"/>
                  </a:lnTo>
                  <a:lnTo>
                    <a:pt x="746010" y="295008"/>
                  </a:lnTo>
                  <a:lnTo>
                    <a:pt x="747649" y="295287"/>
                  </a:lnTo>
                  <a:lnTo>
                    <a:pt x="749363" y="295008"/>
                  </a:lnTo>
                  <a:lnTo>
                    <a:pt x="750798" y="294182"/>
                  </a:lnTo>
                  <a:lnTo>
                    <a:pt x="751865" y="292912"/>
                  </a:lnTo>
                  <a:lnTo>
                    <a:pt x="752436" y="291350"/>
                  </a:lnTo>
                  <a:lnTo>
                    <a:pt x="752436" y="289699"/>
                  </a:lnTo>
                  <a:close/>
                </a:path>
                <a:path w="3293745" h="295910">
                  <a:moveTo>
                    <a:pt x="771474" y="289699"/>
                  </a:moveTo>
                  <a:lnTo>
                    <a:pt x="770915" y="288150"/>
                  </a:lnTo>
                  <a:lnTo>
                    <a:pt x="769848" y="286880"/>
                  </a:lnTo>
                  <a:lnTo>
                    <a:pt x="768413" y="286054"/>
                  </a:lnTo>
                  <a:lnTo>
                    <a:pt x="766787" y="285762"/>
                  </a:lnTo>
                  <a:lnTo>
                    <a:pt x="765060" y="286054"/>
                  </a:lnTo>
                  <a:lnTo>
                    <a:pt x="763625" y="286880"/>
                  </a:lnTo>
                  <a:lnTo>
                    <a:pt x="762558" y="288150"/>
                  </a:lnTo>
                  <a:lnTo>
                    <a:pt x="762000" y="289699"/>
                  </a:lnTo>
                  <a:lnTo>
                    <a:pt x="762000" y="291350"/>
                  </a:lnTo>
                  <a:lnTo>
                    <a:pt x="762558" y="292912"/>
                  </a:lnTo>
                  <a:lnTo>
                    <a:pt x="763625" y="294182"/>
                  </a:lnTo>
                  <a:lnTo>
                    <a:pt x="765060" y="295008"/>
                  </a:lnTo>
                  <a:lnTo>
                    <a:pt x="766699" y="295287"/>
                  </a:lnTo>
                  <a:lnTo>
                    <a:pt x="768413" y="295008"/>
                  </a:lnTo>
                  <a:lnTo>
                    <a:pt x="769848" y="294182"/>
                  </a:lnTo>
                  <a:lnTo>
                    <a:pt x="770915" y="292912"/>
                  </a:lnTo>
                  <a:lnTo>
                    <a:pt x="771474" y="291350"/>
                  </a:lnTo>
                  <a:lnTo>
                    <a:pt x="771474" y="289699"/>
                  </a:lnTo>
                  <a:close/>
                </a:path>
                <a:path w="3293745" h="295910">
                  <a:moveTo>
                    <a:pt x="790524" y="289699"/>
                  </a:moveTo>
                  <a:lnTo>
                    <a:pt x="789965" y="288150"/>
                  </a:lnTo>
                  <a:lnTo>
                    <a:pt x="788898" y="286880"/>
                  </a:lnTo>
                  <a:lnTo>
                    <a:pt x="787463" y="286054"/>
                  </a:lnTo>
                  <a:lnTo>
                    <a:pt x="785837" y="285762"/>
                  </a:lnTo>
                  <a:lnTo>
                    <a:pt x="784110" y="286054"/>
                  </a:lnTo>
                  <a:lnTo>
                    <a:pt x="782675" y="286880"/>
                  </a:lnTo>
                  <a:lnTo>
                    <a:pt x="781608" y="288150"/>
                  </a:lnTo>
                  <a:lnTo>
                    <a:pt x="781050" y="289699"/>
                  </a:lnTo>
                  <a:lnTo>
                    <a:pt x="781050" y="291350"/>
                  </a:lnTo>
                  <a:lnTo>
                    <a:pt x="781608" y="292912"/>
                  </a:lnTo>
                  <a:lnTo>
                    <a:pt x="782675" y="294182"/>
                  </a:lnTo>
                  <a:lnTo>
                    <a:pt x="784110" y="295008"/>
                  </a:lnTo>
                  <a:lnTo>
                    <a:pt x="785749" y="295287"/>
                  </a:lnTo>
                  <a:lnTo>
                    <a:pt x="787463" y="295008"/>
                  </a:lnTo>
                  <a:lnTo>
                    <a:pt x="788898" y="294182"/>
                  </a:lnTo>
                  <a:lnTo>
                    <a:pt x="789965" y="292912"/>
                  </a:lnTo>
                  <a:lnTo>
                    <a:pt x="790524" y="291350"/>
                  </a:lnTo>
                  <a:lnTo>
                    <a:pt x="790524" y="289699"/>
                  </a:lnTo>
                  <a:close/>
                </a:path>
                <a:path w="3293745" h="295910">
                  <a:moveTo>
                    <a:pt x="809574" y="289699"/>
                  </a:moveTo>
                  <a:lnTo>
                    <a:pt x="809015" y="288150"/>
                  </a:lnTo>
                  <a:lnTo>
                    <a:pt x="807948" y="286880"/>
                  </a:lnTo>
                  <a:lnTo>
                    <a:pt x="806513" y="286054"/>
                  </a:lnTo>
                  <a:lnTo>
                    <a:pt x="804887" y="285762"/>
                  </a:lnTo>
                  <a:lnTo>
                    <a:pt x="803160" y="286054"/>
                  </a:lnTo>
                  <a:lnTo>
                    <a:pt x="801725" y="286880"/>
                  </a:lnTo>
                  <a:lnTo>
                    <a:pt x="800658" y="288150"/>
                  </a:lnTo>
                  <a:lnTo>
                    <a:pt x="800100" y="289699"/>
                  </a:lnTo>
                  <a:lnTo>
                    <a:pt x="800100" y="291350"/>
                  </a:lnTo>
                  <a:lnTo>
                    <a:pt x="800658" y="292912"/>
                  </a:lnTo>
                  <a:lnTo>
                    <a:pt x="801725" y="294182"/>
                  </a:lnTo>
                  <a:lnTo>
                    <a:pt x="803160" y="295008"/>
                  </a:lnTo>
                  <a:lnTo>
                    <a:pt x="804799" y="295287"/>
                  </a:lnTo>
                  <a:lnTo>
                    <a:pt x="806513" y="295008"/>
                  </a:lnTo>
                  <a:lnTo>
                    <a:pt x="807948" y="294182"/>
                  </a:lnTo>
                  <a:lnTo>
                    <a:pt x="809015" y="292912"/>
                  </a:lnTo>
                  <a:lnTo>
                    <a:pt x="809574" y="291350"/>
                  </a:lnTo>
                  <a:lnTo>
                    <a:pt x="809574" y="289699"/>
                  </a:lnTo>
                  <a:close/>
                </a:path>
                <a:path w="3293745" h="295910">
                  <a:moveTo>
                    <a:pt x="828624" y="289699"/>
                  </a:moveTo>
                  <a:lnTo>
                    <a:pt x="828065" y="288150"/>
                  </a:lnTo>
                  <a:lnTo>
                    <a:pt x="826998" y="286880"/>
                  </a:lnTo>
                  <a:lnTo>
                    <a:pt x="825563" y="286054"/>
                  </a:lnTo>
                  <a:lnTo>
                    <a:pt x="823937" y="285762"/>
                  </a:lnTo>
                  <a:lnTo>
                    <a:pt x="822210" y="286054"/>
                  </a:lnTo>
                  <a:lnTo>
                    <a:pt x="820775" y="286880"/>
                  </a:lnTo>
                  <a:lnTo>
                    <a:pt x="819708" y="288150"/>
                  </a:lnTo>
                  <a:lnTo>
                    <a:pt x="819150" y="289699"/>
                  </a:lnTo>
                  <a:lnTo>
                    <a:pt x="819150" y="291350"/>
                  </a:lnTo>
                  <a:lnTo>
                    <a:pt x="819708" y="292912"/>
                  </a:lnTo>
                  <a:lnTo>
                    <a:pt x="820775" y="294182"/>
                  </a:lnTo>
                  <a:lnTo>
                    <a:pt x="822210" y="295008"/>
                  </a:lnTo>
                  <a:lnTo>
                    <a:pt x="823849" y="295287"/>
                  </a:lnTo>
                  <a:lnTo>
                    <a:pt x="825563" y="295008"/>
                  </a:lnTo>
                  <a:lnTo>
                    <a:pt x="826998" y="294182"/>
                  </a:lnTo>
                  <a:lnTo>
                    <a:pt x="828065" y="292912"/>
                  </a:lnTo>
                  <a:lnTo>
                    <a:pt x="828624" y="291350"/>
                  </a:lnTo>
                  <a:lnTo>
                    <a:pt x="828624" y="289699"/>
                  </a:lnTo>
                  <a:close/>
                </a:path>
                <a:path w="3293745" h="295910">
                  <a:moveTo>
                    <a:pt x="847674" y="289699"/>
                  </a:moveTo>
                  <a:lnTo>
                    <a:pt x="847115" y="288150"/>
                  </a:lnTo>
                  <a:lnTo>
                    <a:pt x="846048" y="286880"/>
                  </a:lnTo>
                  <a:lnTo>
                    <a:pt x="844613" y="286054"/>
                  </a:lnTo>
                  <a:lnTo>
                    <a:pt x="842987" y="285762"/>
                  </a:lnTo>
                  <a:lnTo>
                    <a:pt x="841260" y="286054"/>
                  </a:lnTo>
                  <a:lnTo>
                    <a:pt x="839825" y="286880"/>
                  </a:lnTo>
                  <a:lnTo>
                    <a:pt x="838758" y="288150"/>
                  </a:lnTo>
                  <a:lnTo>
                    <a:pt x="838200" y="289699"/>
                  </a:lnTo>
                  <a:lnTo>
                    <a:pt x="838200" y="291350"/>
                  </a:lnTo>
                  <a:lnTo>
                    <a:pt x="838758" y="292912"/>
                  </a:lnTo>
                  <a:lnTo>
                    <a:pt x="839825" y="294182"/>
                  </a:lnTo>
                  <a:lnTo>
                    <a:pt x="841260" y="295008"/>
                  </a:lnTo>
                  <a:lnTo>
                    <a:pt x="842899" y="295287"/>
                  </a:lnTo>
                  <a:lnTo>
                    <a:pt x="844613" y="295008"/>
                  </a:lnTo>
                  <a:lnTo>
                    <a:pt x="846048" y="294182"/>
                  </a:lnTo>
                  <a:lnTo>
                    <a:pt x="847115" y="292912"/>
                  </a:lnTo>
                  <a:lnTo>
                    <a:pt x="847674" y="291350"/>
                  </a:lnTo>
                  <a:lnTo>
                    <a:pt x="847674" y="289699"/>
                  </a:lnTo>
                  <a:close/>
                </a:path>
                <a:path w="3293745" h="295910">
                  <a:moveTo>
                    <a:pt x="866724" y="289699"/>
                  </a:moveTo>
                  <a:lnTo>
                    <a:pt x="866165" y="288150"/>
                  </a:lnTo>
                  <a:lnTo>
                    <a:pt x="865098" y="286880"/>
                  </a:lnTo>
                  <a:lnTo>
                    <a:pt x="863663" y="286054"/>
                  </a:lnTo>
                  <a:lnTo>
                    <a:pt x="862037" y="285762"/>
                  </a:lnTo>
                  <a:lnTo>
                    <a:pt x="860310" y="286054"/>
                  </a:lnTo>
                  <a:lnTo>
                    <a:pt x="858888" y="286880"/>
                  </a:lnTo>
                  <a:lnTo>
                    <a:pt x="857821" y="288150"/>
                  </a:lnTo>
                  <a:lnTo>
                    <a:pt x="857250" y="289699"/>
                  </a:lnTo>
                  <a:lnTo>
                    <a:pt x="857250" y="291350"/>
                  </a:lnTo>
                  <a:lnTo>
                    <a:pt x="857821" y="292912"/>
                  </a:lnTo>
                  <a:lnTo>
                    <a:pt x="858888" y="294182"/>
                  </a:lnTo>
                  <a:lnTo>
                    <a:pt x="860310" y="295008"/>
                  </a:lnTo>
                  <a:lnTo>
                    <a:pt x="861949" y="295287"/>
                  </a:lnTo>
                  <a:lnTo>
                    <a:pt x="863663" y="295008"/>
                  </a:lnTo>
                  <a:lnTo>
                    <a:pt x="865098" y="294182"/>
                  </a:lnTo>
                  <a:lnTo>
                    <a:pt x="866165" y="292912"/>
                  </a:lnTo>
                  <a:lnTo>
                    <a:pt x="866724" y="291350"/>
                  </a:lnTo>
                  <a:lnTo>
                    <a:pt x="866724" y="289699"/>
                  </a:lnTo>
                  <a:close/>
                </a:path>
                <a:path w="3293745" h="295910">
                  <a:moveTo>
                    <a:pt x="885774" y="289699"/>
                  </a:moveTo>
                  <a:lnTo>
                    <a:pt x="885215" y="288150"/>
                  </a:lnTo>
                  <a:lnTo>
                    <a:pt x="884148" y="286880"/>
                  </a:lnTo>
                  <a:lnTo>
                    <a:pt x="882713" y="286054"/>
                  </a:lnTo>
                  <a:lnTo>
                    <a:pt x="881087" y="285762"/>
                  </a:lnTo>
                  <a:lnTo>
                    <a:pt x="879360" y="286054"/>
                  </a:lnTo>
                  <a:lnTo>
                    <a:pt x="877938" y="286880"/>
                  </a:lnTo>
                  <a:lnTo>
                    <a:pt x="876871" y="288150"/>
                  </a:lnTo>
                  <a:lnTo>
                    <a:pt x="876300" y="289699"/>
                  </a:lnTo>
                  <a:lnTo>
                    <a:pt x="876300" y="291350"/>
                  </a:lnTo>
                  <a:lnTo>
                    <a:pt x="876871" y="292912"/>
                  </a:lnTo>
                  <a:lnTo>
                    <a:pt x="877938" y="294182"/>
                  </a:lnTo>
                  <a:lnTo>
                    <a:pt x="879360" y="295008"/>
                  </a:lnTo>
                  <a:lnTo>
                    <a:pt x="880999" y="295287"/>
                  </a:lnTo>
                  <a:lnTo>
                    <a:pt x="882713" y="295008"/>
                  </a:lnTo>
                  <a:lnTo>
                    <a:pt x="884148" y="294182"/>
                  </a:lnTo>
                  <a:lnTo>
                    <a:pt x="885215" y="292912"/>
                  </a:lnTo>
                  <a:lnTo>
                    <a:pt x="885774" y="291350"/>
                  </a:lnTo>
                  <a:lnTo>
                    <a:pt x="885774" y="289699"/>
                  </a:lnTo>
                  <a:close/>
                </a:path>
                <a:path w="3293745" h="295910">
                  <a:moveTo>
                    <a:pt x="904824" y="289699"/>
                  </a:moveTo>
                  <a:lnTo>
                    <a:pt x="904265" y="288150"/>
                  </a:lnTo>
                  <a:lnTo>
                    <a:pt x="903198" y="286880"/>
                  </a:lnTo>
                  <a:lnTo>
                    <a:pt x="901763" y="286054"/>
                  </a:lnTo>
                  <a:lnTo>
                    <a:pt x="900137" y="285762"/>
                  </a:lnTo>
                  <a:lnTo>
                    <a:pt x="898410" y="286054"/>
                  </a:lnTo>
                  <a:lnTo>
                    <a:pt x="896988" y="286880"/>
                  </a:lnTo>
                  <a:lnTo>
                    <a:pt x="895921" y="288150"/>
                  </a:lnTo>
                  <a:lnTo>
                    <a:pt x="895350" y="289699"/>
                  </a:lnTo>
                  <a:lnTo>
                    <a:pt x="895350" y="291350"/>
                  </a:lnTo>
                  <a:lnTo>
                    <a:pt x="895921" y="292912"/>
                  </a:lnTo>
                  <a:lnTo>
                    <a:pt x="896988" y="294182"/>
                  </a:lnTo>
                  <a:lnTo>
                    <a:pt x="898410" y="295008"/>
                  </a:lnTo>
                  <a:lnTo>
                    <a:pt x="900049" y="295287"/>
                  </a:lnTo>
                  <a:lnTo>
                    <a:pt x="901763" y="295008"/>
                  </a:lnTo>
                  <a:lnTo>
                    <a:pt x="903198" y="294182"/>
                  </a:lnTo>
                  <a:lnTo>
                    <a:pt x="904265" y="292912"/>
                  </a:lnTo>
                  <a:lnTo>
                    <a:pt x="904824" y="291350"/>
                  </a:lnTo>
                  <a:lnTo>
                    <a:pt x="904824" y="289699"/>
                  </a:lnTo>
                  <a:close/>
                </a:path>
                <a:path w="3293745" h="295910">
                  <a:moveTo>
                    <a:pt x="923874" y="289699"/>
                  </a:moveTo>
                  <a:lnTo>
                    <a:pt x="923315" y="288150"/>
                  </a:lnTo>
                  <a:lnTo>
                    <a:pt x="922248" y="286880"/>
                  </a:lnTo>
                  <a:lnTo>
                    <a:pt x="920813" y="286054"/>
                  </a:lnTo>
                  <a:lnTo>
                    <a:pt x="919187" y="285762"/>
                  </a:lnTo>
                  <a:lnTo>
                    <a:pt x="917460" y="286054"/>
                  </a:lnTo>
                  <a:lnTo>
                    <a:pt x="916038" y="286880"/>
                  </a:lnTo>
                  <a:lnTo>
                    <a:pt x="914971" y="288150"/>
                  </a:lnTo>
                  <a:lnTo>
                    <a:pt x="914400" y="289699"/>
                  </a:lnTo>
                  <a:lnTo>
                    <a:pt x="914400" y="291350"/>
                  </a:lnTo>
                  <a:lnTo>
                    <a:pt x="914971" y="292912"/>
                  </a:lnTo>
                  <a:lnTo>
                    <a:pt x="916038" y="294182"/>
                  </a:lnTo>
                  <a:lnTo>
                    <a:pt x="917460" y="295008"/>
                  </a:lnTo>
                  <a:lnTo>
                    <a:pt x="919099" y="295287"/>
                  </a:lnTo>
                  <a:lnTo>
                    <a:pt x="920813" y="295008"/>
                  </a:lnTo>
                  <a:lnTo>
                    <a:pt x="922248" y="294182"/>
                  </a:lnTo>
                  <a:lnTo>
                    <a:pt x="923315" y="292912"/>
                  </a:lnTo>
                  <a:lnTo>
                    <a:pt x="923874" y="291350"/>
                  </a:lnTo>
                  <a:lnTo>
                    <a:pt x="923874" y="289699"/>
                  </a:lnTo>
                  <a:close/>
                </a:path>
                <a:path w="3293745" h="295910">
                  <a:moveTo>
                    <a:pt x="942924" y="289699"/>
                  </a:moveTo>
                  <a:lnTo>
                    <a:pt x="942365" y="288150"/>
                  </a:lnTo>
                  <a:lnTo>
                    <a:pt x="941298" y="286880"/>
                  </a:lnTo>
                  <a:lnTo>
                    <a:pt x="939863" y="286054"/>
                  </a:lnTo>
                  <a:lnTo>
                    <a:pt x="938237" y="285762"/>
                  </a:lnTo>
                  <a:lnTo>
                    <a:pt x="936510" y="286054"/>
                  </a:lnTo>
                  <a:lnTo>
                    <a:pt x="935088" y="286880"/>
                  </a:lnTo>
                  <a:lnTo>
                    <a:pt x="934021" y="288150"/>
                  </a:lnTo>
                  <a:lnTo>
                    <a:pt x="933450" y="289699"/>
                  </a:lnTo>
                  <a:lnTo>
                    <a:pt x="933450" y="291350"/>
                  </a:lnTo>
                  <a:lnTo>
                    <a:pt x="934021" y="292912"/>
                  </a:lnTo>
                  <a:lnTo>
                    <a:pt x="935088" y="294182"/>
                  </a:lnTo>
                  <a:lnTo>
                    <a:pt x="936510" y="295008"/>
                  </a:lnTo>
                  <a:lnTo>
                    <a:pt x="938149" y="295287"/>
                  </a:lnTo>
                  <a:lnTo>
                    <a:pt x="939863" y="295008"/>
                  </a:lnTo>
                  <a:lnTo>
                    <a:pt x="941298" y="294182"/>
                  </a:lnTo>
                  <a:lnTo>
                    <a:pt x="942365" y="292912"/>
                  </a:lnTo>
                  <a:lnTo>
                    <a:pt x="942924" y="291350"/>
                  </a:lnTo>
                  <a:lnTo>
                    <a:pt x="942924" y="289699"/>
                  </a:lnTo>
                  <a:close/>
                </a:path>
                <a:path w="3293745" h="295910">
                  <a:moveTo>
                    <a:pt x="961974" y="289699"/>
                  </a:moveTo>
                  <a:lnTo>
                    <a:pt x="961415" y="288150"/>
                  </a:lnTo>
                  <a:lnTo>
                    <a:pt x="960348" y="286880"/>
                  </a:lnTo>
                  <a:lnTo>
                    <a:pt x="958913" y="286054"/>
                  </a:lnTo>
                  <a:lnTo>
                    <a:pt x="957287" y="285762"/>
                  </a:lnTo>
                  <a:lnTo>
                    <a:pt x="955560" y="286054"/>
                  </a:lnTo>
                  <a:lnTo>
                    <a:pt x="954138" y="286880"/>
                  </a:lnTo>
                  <a:lnTo>
                    <a:pt x="953071" y="288150"/>
                  </a:lnTo>
                  <a:lnTo>
                    <a:pt x="952500" y="289699"/>
                  </a:lnTo>
                  <a:lnTo>
                    <a:pt x="952500" y="291350"/>
                  </a:lnTo>
                  <a:lnTo>
                    <a:pt x="953071" y="292912"/>
                  </a:lnTo>
                  <a:lnTo>
                    <a:pt x="954138" y="294182"/>
                  </a:lnTo>
                  <a:lnTo>
                    <a:pt x="955560" y="295008"/>
                  </a:lnTo>
                  <a:lnTo>
                    <a:pt x="957199" y="295287"/>
                  </a:lnTo>
                  <a:lnTo>
                    <a:pt x="958913" y="295008"/>
                  </a:lnTo>
                  <a:lnTo>
                    <a:pt x="960348" y="294182"/>
                  </a:lnTo>
                  <a:lnTo>
                    <a:pt x="961415" y="292912"/>
                  </a:lnTo>
                  <a:lnTo>
                    <a:pt x="961974" y="291350"/>
                  </a:lnTo>
                  <a:lnTo>
                    <a:pt x="961974" y="289699"/>
                  </a:lnTo>
                  <a:close/>
                </a:path>
                <a:path w="3293745" h="295910">
                  <a:moveTo>
                    <a:pt x="981024" y="289699"/>
                  </a:moveTo>
                  <a:lnTo>
                    <a:pt x="980465" y="288150"/>
                  </a:lnTo>
                  <a:lnTo>
                    <a:pt x="979398" y="286880"/>
                  </a:lnTo>
                  <a:lnTo>
                    <a:pt x="977963" y="286054"/>
                  </a:lnTo>
                  <a:lnTo>
                    <a:pt x="976337" y="285762"/>
                  </a:lnTo>
                  <a:lnTo>
                    <a:pt x="974610" y="286054"/>
                  </a:lnTo>
                  <a:lnTo>
                    <a:pt x="973188" y="286880"/>
                  </a:lnTo>
                  <a:lnTo>
                    <a:pt x="972121" y="288150"/>
                  </a:lnTo>
                  <a:lnTo>
                    <a:pt x="971550" y="289699"/>
                  </a:lnTo>
                  <a:lnTo>
                    <a:pt x="971550" y="291350"/>
                  </a:lnTo>
                  <a:lnTo>
                    <a:pt x="972121" y="292912"/>
                  </a:lnTo>
                  <a:lnTo>
                    <a:pt x="973188" y="294182"/>
                  </a:lnTo>
                  <a:lnTo>
                    <a:pt x="974610" y="295008"/>
                  </a:lnTo>
                  <a:lnTo>
                    <a:pt x="976249" y="295287"/>
                  </a:lnTo>
                  <a:lnTo>
                    <a:pt x="977963" y="295008"/>
                  </a:lnTo>
                  <a:lnTo>
                    <a:pt x="979398" y="294182"/>
                  </a:lnTo>
                  <a:lnTo>
                    <a:pt x="980465" y="292912"/>
                  </a:lnTo>
                  <a:lnTo>
                    <a:pt x="981024" y="291350"/>
                  </a:lnTo>
                  <a:lnTo>
                    <a:pt x="981024" y="289699"/>
                  </a:lnTo>
                  <a:close/>
                </a:path>
                <a:path w="3293745" h="295910">
                  <a:moveTo>
                    <a:pt x="1000074" y="289699"/>
                  </a:moveTo>
                  <a:lnTo>
                    <a:pt x="999515" y="288150"/>
                  </a:lnTo>
                  <a:lnTo>
                    <a:pt x="998448" y="286880"/>
                  </a:lnTo>
                  <a:lnTo>
                    <a:pt x="997013" y="286054"/>
                  </a:lnTo>
                  <a:lnTo>
                    <a:pt x="995387" y="285762"/>
                  </a:lnTo>
                  <a:lnTo>
                    <a:pt x="993660" y="286054"/>
                  </a:lnTo>
                  <a:lnTo>
                    <a:pt x="992238" y="286880"/>
                  </a:lnTo>
                  <a:lnTo>
                    <a:pt x="991171" y="288150"/>
                  </a:lnTo>
                  <a:lnTo>
                    <a:pt x="990600" y="289699"/>
                  </a:lnTo>
                  <a:lnTo>
                    <a:pt x="990600" y="291350"/>
                  </a:lnTo>
                  <a:lnTo>
                    <a:pt x="991171" y="292912"/>
                  </a:lnTo>
                  <a:lnTo>
                    <a:pt x="992238" y="294182"/>
                  </a:lnTo>
                  <a:lnTo>
                    <a:pt x="993660" y="295008"/>
                  </a:lnTo>
                  <a:lnTo>
                    <a:pt x="995299" y="295287"/>
                  </a:lnTo>
                  <a:lnTo>
                    <a:pt x="997013" y="295008"/>
                  </a:lnTo>
                  <a:lnTo>
                    <a:pt x="998448" y="294182"/>
                  </a:lnTo>
                  <a:lnTo>
                    <a:pt x="999515" y="292912"/>
                  </a:lnTo>
                  <a:lnTo>
                    <a:pt x="1000074" y="291350"/>
                  </a:lnTo>
                  <a:lnTo>
                    <a:pt x="1000074" y="289699"/>
                  </a:lnTo>
                  <a:close/>
                </a:path>
                <a:path w="3293745" h="295910">
                  <a:moveTo>
                    <a:pt x="1019124" y="289699"/>
                  </a:moveTo>
                  <a:lnTo>
                    <a:pt x="1018565" y="288150"/>
                  </a:lnTo>
                  <a:lnTo>
                    <a:pt x="1017498" y="286880"/>
                  </a:lnTo>
                  <a:lnTo>
                    <a:pt x="1016063" y="286054"/>
                  </a:lnTo>
                  <a:lnTo>
                    <a:pt x="1014437" y="285762"/>
                  </a:lnTo>
                  <a:lnTo>
                    <a:pt x="1012710" y="286054"/>
                  </a:lnTo>
                  <a:lnTo>
                    <a:pt x="1011288" y="286880"/>
                  </a:lnTo>
                  <a:lnTo>
                    <a:pt x="1010221" y="288150"/>
                  </a:lnTo>
                  <a:lnTo>
                    <a:pt x="1009650" y="289699"/>
                  </a:lnTo>
                  <a:lnTo>
                    <a:pt x="1009650" y="291350"/>
                  </a:lnTo>
                  <a:lnTo>
                    <a:pt x="1010221" y="292912"/>
                  </a:lnTo>
                  <a:lnTo>
                    <a:pt x="1011288" y="294182"/>
                  </a:lnTo>
                  <a:lnTo>
                    <a:pt x="1012710" y="295008"/>
                  </a:lnTo>
                  <a:lnTo>
                    <a:pt x="1014349" y="295287"/>
                  </a:lnTo>
                  <a:lnTo>
                    <a:pt x="1016063" y="295008"/>
                  </a:lnTo>
                  <a:lnTo>
                    <a:pt x="1017498" y="294182"/>
                  </a:lnTo>
                  <a:lnTo>
                    <a:pt x="1018565" y="292912"/>
                  </a:lnTo>
                  <a:lnTo>
                    <a:pt x="1019124" y="291350"/>
                  </a:lnTo>
                  <a:lnTo>
                    <a:pt x="1019124" y="289699"/>
                  </a:lnTo>
                  <a:close/>
                </a:path>
                <a:path w="3293745" h="295910">
                  <a:moveTo>
                    <a:pt x="1038174" y="289699"/>
                  </a:moveTo>
                  <a:lnTo>
                    <a:pt x="1037615" y="288150"/>
                  </a:lnTo>
                  <a:lnTo>
                    <a:pt x="1036548" y="286880"/>
                  </a:lnTo>
                  <a:lnTo>
                    <a:pt x="1035113" y="286054"/>
                  </a:lnTo>
                  <a:lnTo>
                    <a:pt x="1033487" y="285762"/>
                  </a:lnTo>
                  <a:lnTo>
                    <a:pt x="1031760" y="286054"/>
                  </a:lnTo>
                  <a:lnTo>
                    <a:pt x="1030338" y="286880"/>
                  </a:lnTo>
                  <a:lnTo>
                    <a:pt x="1029271" y="288150"/>
                  </a:lnTo>
                  <a:lnTo>
                    <a:pt x="1028700" y="289699"/>
                  </a:lnTo>
                  <a:lnTo>
                    <a:pt x="1028700" y="291350"/>
                  </a:lnTo>
                  <a:lnTo>
                    <a:pt x="1029271" y="292912"/>
                  </a:lnTo>
                  <a:lnTo>
                    <a:pt x="1030338" y="294182"/>
                  </a:lnTo>
                  <a:lnTo>
                    <a:pt x="1031760" y="295008"/>
                  </a:lnTo>
                  <a:lnTo>
                    <a:pt x="1033399" y="295287"/>
                  </a:lnTo>
                  <a:lnTo>
                    <a:pt x="1035113" y="295008"/>
                  </a:lnTo>
                  <a:lnTo>
                    <a:pt x="1036548" y="294182"/>
                  </a:lnTo>
                  <a:lnTo>
                    <a:pt x="1037615" y="292912"/>
                  </a:lnTo>
                  <a:lnTo>
                    <a:pt x="1038174" y="291350"/>
                  </a:lnTo>
                  <a:lnTo>
                    <a:pt x="1038174" y="289699"/>
                  </a:lnTo>
                  <a:close/>
                </a:path>
                <a:path w="3293745" h="295910">
                  <a:moveTo>
                    <a:pt x="1057224" y="289699"/>
                  </a:moveTo>
                  <a:lnTo>
                    <a:pt x="1056665" y="288150"/>
                  </a:lnTo>
                  <a:lnTo>
                    <a:pt x="1055598" y="286880"/>
                  </a:lnTo>
                  <a:lnTo>
                    <a:pt x="1054163" y="286054"/>
                  </a:lnTo>
                  <a:lnTo>
                    <a:pt x="1052537" y="285762"/>
                  </a:lnTo>
                  <a:lnTo>
                    <a:pt x="1050810" y="286054"/>
                  </a:lnTo>
                  <a:lnTo>
                    <a:pt x="1049388" y="286880"/>
                  </a:lnTo>
                  <a:lnTo>
                    <a:pt x="1048321" y="288150"/>
                  </a:lnTo>
                  <a:lnTo>
                    <a:pt x="1047750" y="289699"/>
                  </a:lnTo>
                  <a:lnTo>
                    <a:pt x="1047750" y="291350"/>
                  </a:lnTo>
                  <a:lnTo>
                    <a:pt x="1048321" y="292912"/>
                  </a:lnTo>
                  <a:lnTo>
                    <a:pt x="1049388" y="294182"/>
                  </a:lnTo>
                  <a:lnTo>
                    <a:pt x="1050810" y="295008"/>
                  </a:lnTo>
                  <a:lnTo>
                    <a:pt x="1052449" y="295287"/>
                  </a:lnTo>
                  <a:lnTo>
                    <a:pt x="1054163" y="295008"/>
                  </a:lnTo>
                  <a:lnTo>
                    <a:pt x="1055598" y="294182"/>
                  </a:lnTo>
                  <a:lnTo>
                    <a:pt x="1056665" y="292912"/>
                  </a:lnTo>
                  <a:lnTo>
                    <a:pt x="1057224" y="291350"/>
                  </a:lnTo>
                  <a:lnTo>
                    <a:pt x="1057224" y="289699"/>
                  </a:lnTo>
                  <a:close/>
                </a:path>
                <a:path w="3293745" h="295910">
                  <a:moveTo>
                    <a:pt x="1076274" y="289699"/>
                  </a:moveTo>
                  <a:lnTo>
                    <a:pt x="1075715" y="288150"/>
                  </a:lnTo>
                  <a:lnTo>
                    <a:pt x="1074648" y="286880"/>
                  </a:lnTo>
                  <a:lnTo>
                    <a:pt x="1073213" y="286054"/>
                  </a:lnTo>
                  <a:lnTo>
                    <a:pt x="1071587" y="285762"/>
                  </a:lnTo>
                  <a:lnTo>
                    <a:pt x="1069860" y="286054"/>
                  </a:lnTo>
                  <a:lnTo>
                    <a:pt x="1068438" y="286880"/>
                  </a:lnTo>
                  <a:lnTo>
                    <a:pt x="1067371" y="288150"/>
                  </a:lnTo>
                  <a:lnTo>
                    <a:pt x="1066800" y="289699"/>
                  </a:lnTo>
                  <a:lnTo>
                    <a:pt x="1066800" y="291350"/>
                  </a:lnTo>
                  <a:lnTo>
                    <a:pt x="1067371" y="292912"/>
                  </a:lnTo>
                  <a:lnTo>
                    <a:pt x="1068438" y="294182"/>
                  </a:lnTo>
                  <a:lnTo>
                    <a:pt x="1069860" y="295008"/>
                  </a:lnTo>
                  <a:lnTo>
                    <a:pt x="1071499" y="295287"/>
                  </a:lnTo>
                  <a:lnTo>
                    <a:pt x="1073213" y="295008"/>
                  </a:lnTo>
                  <a:lnTo>
                    <a:pt x="1074648" y="294182"/>
                  </a:lnTo>
                  <a:lnTo>
                    <a:pt x="1075715" y="292912"/>
                  </a:lnTo>
                  <a:lnTo>
                    <a:pt x="1076274" y="291350"/>
                  </a:lnTo>
                  <a:lnTo>
                    <a:pt x="1076274" y="289699"/>
                  </a:lnTo>
                  <a:close/>
                </a:path>
                <a:path w="3293745" h="295910">
                  <a:moveTo>
                    <a:pt x="1095324" y="289699"/>
                  </a:moveTo>
                  <a:lnTo>
                    <a:pt x="1094765" y="288150"/>
                  </a:lnTo>
                  <a:lnTo>
                    <a:pt x="1093698" y="286880"/>
                  </a:lnTo>
                  <a:lnTo>
                    <a:pt x="1092263" y="286054"/>
                  </a:lnTo>
                  <a:lnTo>
                    <a:pt x="1090637" y="285762"/>
                  </a:lnTo>
                  <a:lnTo>
                    <a:pt x="1088910" y="286054"/>
                  </a:lnTo>
                  <a:lnTo>
                    <a:pt x="1087488" y="286880"/>
                  </a:lnTo>
                  <a:lnTo>
                    <a:pt x="1086421" y="288150"/>
                  </a:lnTo>
                  <a:lnTo>
                    <a:pt x="1085850" y="289699"/>
                  </a:lnTo>
                  <a:lnTo>
                    <a:pt x="1085850" y="291350"/>
                  </a:lnTo>
                  <a:lnTo>
                    <a:pt x="1086421" y="292912"/>
                  </a:lnTo>
                  <a:lnTo>
                    <a:pt x="1087488" y="294182"/>
                  </a:lnTo>
                  <a:lnTo>
                    <a:pt x="1088910" y="295008"/>
                  </a:lnTo>
                  <a:lnTo>
                    <a:pt x="1090549" y="295287"/>
                  </a:lnTo>
                  <a:lnTo>
                    <a:pt x="1092263" y="295008"/>
                  </a:lnTo>
                  <a:lnTo>
                    <a:pt x="1093698" y="294182"/>
                  </a:lnTo>
                  <a:lnTo>
                    <a:pt x="1094765" y="292912"/>
                  </a:lnTo>
                  <a:lnTo>
                    <a:pt x="1095324" y="291350"/>
                  </a:lnTo>
                  <a:lnTo>
                    <a:pt x="1095324" y="289699"/>
                  </a:lnTo>
                  <a:close/>
                </a:path>
                <a:path w="3293745" h="295910">
                  <a:moveTo>
                    <a:pt x="1114374" y="289699"/>
                  </a:moveTo>
                  <a:lnTo>
                    <a:pt x="1113815" y="288150"/>
                  </a:lnTo>
                  <a:lnTo>
                    <a:pt x="1112748" y="286880"/>
                  </a:lnTo>
                  <a:lnTo>
                    <a:pt x="1111313" y="286054"/>
                  </a:lnTo>
                  <a:lnTo>
                    <a:pt x="1109687" y="285762"/>
                  </a:lnTo>
                  <a:lnTo>
                    <a:pt x="1107960" y="286054"/>
                  </a:lnTo>
                  <a:lnTo>
                    <a:pt x="1106538" y="286880"/>
                  </a:lnTo>
                  <a:lnTo>
                    <a:pt x="1105471" y="288150"/>
                  </a:lnTo>
                  <a:lnTo>
                    <a:pt x="1104900" y="289699"/>
                  </a:lnTo>
                  <a:lnTo>
                    <a:pt x="1104900" y="291350"/>
                  </a:lnTo>
                  <a:lnTo>
                    <a:pt x="1105471" y="292912"/>
                  </a:lnTo>
                  <a:lnTo>
                    <a:pt x="1106538" y="294182"/>
                  </a:lnTo>
                  <a:lnTo>
                    <a:pt x="1107960" y="295008"/>
                  </a:lnTo>
                  <a:lnTo>
                    <a:pt x="1109599" y="295287"/>
                  </a:lnTo>
                  <a:lnTo>
                    <a:pt x="1111313" y="295008"/>
                  </a:lnTo>
                  <a:lnTo>
                    <a:pt x="1112748" y="294182"/>
                  </a:lnTo>
                  <a:lnTo>
                    <a:pt x="1113815" y="292912"/>
                  </a:lnTo>
                  <a:lnTo>
                    <a:pt x="1114374" y="291350"/>
                  </a:lnTo>
                  <a:lnTo>
                    <a:pt x="1114374" y="289699"/>
                  </a:lnTo>
                  <a:close/>
                </a:path>
                <a:path w="3293745" h="295910">
                  <a:moveTo>
                    <a:pt x="1133424" y="289699"/>
                  </a:moveTo>
                  <a:lnTo>
                    <a:pt x="1132865" y="288150"/>
                  </a:lnTo>
                  <a:lnTo>
                    <a:pt x="1131798" y="286880"/>
                  </a:lnTo>
                  <a:lnTo>
                    <a:pt x="1130363" y="286054"/>
                  </a:lnTo>
                  <a:lnTo>
                    <a:pt x="1128737" y="285762"/>
                  </a:lnTo>
                  <a:lnTo>
                    <a:pt x="1127010" y="286054"/>
                  </a:lnTo>
                  <a:lnTo>
                    <a:pt x="1125588" y="286880"/>
                  </a:lnTo>
                  <a:lnTo>
                    <a:pt x="1124521" y="288150"/>
                  </a:lnTo>
                  <a:lnTo>
                    <a:pt x="1123950" y="289699"/>
                  </a:lnTo>
                  <a:lnTo>
                    <a:pt x="1123950" y="291350"/>
                  </a:lnTo>
                  <a:lnTo>
                    <a:pt x="1124521" y="292912"/>
                  </a:lnTo>
                  <a:lnTo>
                    <a:pt x="1125588" y="294182"/>
                  </a:lnTo>
                  <a:lnTo>
                    <a:pt x="1127010" y="295008"/>
                  </a:lnTo>
                  <a:lnTo>
                    <a:pt x="1128649" y="295287"/>
                  </a:lnTo>
                  <a:lnTo>
                    <a:pt x="1130363" y="295008"/>
                  </a:lnTo>
                  <a:lnTo>
                    <a:pt x="1131798" y="294182"/>
                  </a:lnTo>
                  <a:lnTo>
                    <a:pt x="1132865" y="292912"/>
                  </a:lnTo>
                  <a:lnTo>
                    <a:pt x="1133424" y="291350"/>
                  </a:lnTo>
                  <a:lnTo>
                    <a:pt x="1133424" y="289699"/>
                  </a:lnTo>
                  <a:close/>
                </a:path>
                <a:path w="3293745" h="295910">
                  <a:moveTo>
                    <a:pt x="1152474" y="289699"/>
                  </a:moveTo>
                  <a:lnTo>
                    <a:pt x="1151915" y="288150"/>
                  </a:lnTo>
                  <a:lnTo>
                    <a:pt x="1150848" y="286880"/>
                  </a:lnTo>
                  <a:lnTo>
                    <a:pt x="1149413" y="286054"/>
                  </a:lnTo>
                  <a:lnTo>
                    <a:pt x="1147787" y="285762"/>
                  </a:lnTo>
                  <a:lnTo>
                    <a:pt x="1146060" y="286054"/>
                  </a:lnTo>
                  <a:lnTo>
                    <a:pt x="1144638" y="286880"/>
                  </a:lnTo>
                  <a:lnTo>
                    <a:pt x="1143571" y="288150"/>
                  </a:lnTo>
                  <a:lnTo>
                    <a:pt x="1143000" y="289699"/>
                  </a:lnTo>
                  <a:lnTo>
                    <a:pt x="1143000" y="291350"/>
                  </a:lnTo>
                  <a:lnTo>
                    <a:pt x="1143571" y="292912"/>
                  </a:lnTo>
                  <a:lnTo>
                    <a:pt x="1144638" y="294182"/>
                  </a:lnTo>
                  <a:lnTo>
                    <a:pt x="1146060" y="295008"/>
                  </a:lnTo>
                  <a:lnTo>
                    <a:pt x="1147699" y="295287"/>
                  </a:lnTo>
                  <a:lnTo>
                    <a:pt x="1149413" y="295008"/>
                  </a:lnTo>
                  <a:lnTo>
                    <a:pt x="1150848" y="294182"/>
                  </a:lnTo>
                  <a:lnTo>
                    <a:pt x="1151915" y="292912"/>
                  </a:lnTo>
                  <a:lnTo>
                    <a:pt x="1152474" y="291350"/>
                  </a:lnTo>
                  <a:lnTo>
                    <a:pt x="1152474" y="289699"/>
                  </a:lnTo>
                  <a:close/>
                </a:path>
                <a:path w="3293745" h="295910">
                  <a:moveTo>
                    <a:pt x="1171524" y="289699"/>
                  </a:moveTo>
                  <a:lnTo>
                    <a:pt x="1170965" y="288150"/>
                  </a:lnTo>
                  <a:lnTo>
                    <a:pt x="1169898" y="286880"/>
                  </a:lnTo>
                  <a:lnTo>
                    <a:pt x="1168463" y="286054"/>
                  </a:lnTo>
                  <a:lnTo>
                    <a:pt x="1166837" y="285762"/>
                  </a:lnTo>
                  <a:lnTo>
                    <a:pt x="1165110" y="286054"/>
                  </a:lnTo>
                  <a:lnTo>
                    <a:pt x="1163688" y="286880"/>
                  </a:lnTo>
                  <a:lnTo>
                    <a:pt x="1162621" y="288150"/>
                  </a:lnTo>
                  <a:lnTo>
                    <a:pt x="1162050" y="289699"/>
                  </a:lnTo>
                  <a:lnTo>
                    <a:pt x="1162050" y="291350"/>
                  </a:lnTo>
                  <a:lnTo>
                    <a:pt x="1162621" y="292912"/>
                  </a:lnTo>
                  <a:lnTo>
                    <a:pt x="1163688" y="294182"/>
                  </a:lnTo>
                  <a:lnTo>
                    <a:pt x="1165110" y="295008"/>
                  </a:lnTo>
                  <a:lnTo>
                    <a:pt x="1166749" y="295287"/>
                  </a:lnTo>
                  <a:lnTo>
                    <a:pt x="1168463" y="295008"/>
                  </a:lnTo>
                  <a:lnTo>
                    <a:pt x="1169898" y="294182"/>
                  </a:lnTo>
                  <a:lnTo>
                    <a:pt x="1170965" y="292912"/>
                  </a:lnTo>
                  <a:lnTo>
                    <a:pt x="1171524" y="291350"/>
                  </a:lnTo>
                  <a:lnTo>
                    <a:pt x="1171524" y="289699"/>
                  </a:lnTo>
                  <a:close/>
                </a:path>
                <a:path w="3293745" h="295910">
                  <a:moveTo>
                    <a:pt x="1190574" y="289699"/>
                  </a:moveTo>
                  <a:lnTo>
                    <a:pt x="1190015" y="288150"/>
                  </a:lnTo>
                  <a:lnTo>
                    <a:pt x="1188948" y="286880"/>
                  </a:lnTo>
                  <a:lnTo>
                    <a:pt x="1187513" y="286054"/>
                  </a:lnTo>
                  <a:lnTo>
                    <a:pt x="1185887" y="285762"/>
                  </a:lnTo>
                  <a:lnTo>
                    <a:pt x="1184160" y="286054"/>
                  </a:lnTo>
                  <a:lnTo>
                    <a:pt x="1182738" y="286880"/>
                  </a:lnTo>
                  <a:lnTo>
                    <a:pt x="1181671" y="288150"/>
                  </a:lnTo>
                  <a:lnTo>
                    <a:pt x="1181100" y="289699"/>
                  </a:lnTo>
                  <a:lnTo>
                    <a:pt x="1181100" y="291350"/>
                  </a:lnTo>
                  <a:lnTo>
                    <a:pt x="1181671" y="292912"/>
                  </a:lnTo>
                  <a:lnTo>
                    <a:pt x="1182738" y="294182"/>
                  </a:lnTo>
                  <a:lnTo>
                    <a:pt x="1184160" y="295008"/>
                  </a:lnTo>
                  <a:lnTo>
                    <a:pt x="1185799" y="295287"/>
                  </a:lnTo>
                  <a:lnTo>
                    <a:pt x="1187513" y="295008"/>
                  </a:lnTo>
                  <a:lnTo>
                    <a:pt x="1188948" y="294182"/>
                  </a:lnTo>
                  <a:lnTo>
                    <a:pt x="1190015" y="292912"/>
                  </a:lnTo>
                  <a:lnTo>
                    <a:pt x="1190574" y="291350"/>
                  </a:lnTo>
                  <a:lnTo>
                    <a:pt x="1190574" y="289699"/>
                  </a:lnTo>
                  <a:close/>
                </a:path>
                <a:path w="3293745" h="295910">
                  <a:moveTo>
                    <a:pt x="1209624" y="289699"/>
                  </a:moveTo>
                  <a:lnTo>
                    <a:pt x="1209065" y="288150"/>
                  </a:lnTo>
                  <a:lnTo>
                    <a:pt x="1207998" y="286880"/>
                  </a:lnTo>
                  <a:lnTo>
                    <a:pt x="1206563" y="286054"/>
                  </a:lnTo>
                  <a:lnTo>
                    <a:pt x="1204937" y="285762"/>
                  </a:lnTo>
                  <a:lnTo>
                    <a:pt x="1203210" y="286054"/>
                  </a:lnTo>
                  <a:lnTo>
                    <a:pt x="1201788" y="286880"/>
                  </a:lnTo>
                  <a:lnTo>
                    <a:pt x="1200721" y="288150"/>
                  </a:lnTo>
                  <a:lnTo>
                    <a:pt x="1200150" y="289699"/>
                  </a:lnTo>
                  <a:lnTo>
                    <a:pt x="1200150" y="291350"/>
                  </a:lnTo>
                  <a:lnTo>
                    <a:pt x="1200721" y="292912"/>
                  </a:lnTo>
                  <a:lnTo>
                    <a:pt x="1201788" y="294182"/>
                  </a:lnTo>
                  <a:lnTo>
                    <a:pt x="1203210" y="295008"/>
                  </a:lnTo>
                  <a:lnTo>
                    <a:pt x="1204849" y="295287"/>
                  </a:lnTo>
                  <a:lnTo>
                    <a:pt x="1206563" y="295008"/>
                  </a:lnTo>
                  <a:lnTo>
                    <a:pt x="1207998" y="294182"/>
                  </a:lnTo>
                  <a:lnTo>
                    <a:pt x="1209065" y="292912"/>
                  </a:lnTo>
                  <a:lnTo>
                    <a:pt x="1209624" y="291350"/>
                  </a:lnTo>
                  <a:lnTo>
                    <a:pt x="1209624" y="289699"/>
                  </a:lnTo>
                  <a:close/>
                </a:path>
                <a:path w="3293745" h="295910">
                  <a:moveTo>
                    <a:pt x="1228674" y="289699"/>
                  </a:moveTo>
                  <a:lnTo>
                    <a:pt x="1228115" y="288150"/>
                  </a:lnTo>
                  <a:lnTo>
                    <a:pt x="1227048" y="286880"/>
                  </a:lnTo>
                  <a:lnTo>
                    <a:pt x="1225613" y="286054"/>
                  </a:lnTo>
                  <a:lnTo>
                    <a:pt x="1223987" y="285762"/>
                  </a:lnTo>
                  <a:lnTo>
                    <a:pt x="1222260" y="286054"/>
                  </a:lnTo>
                  <a:lnTo>
                    <a:pt x="1220838" y="286880"/>
                  </a:lnTo>
                  <a:lnTo>
                    <a:pt x="1219771" y="288150"/>
                  </a:lnTo>
                  <a:lnTo>
                    <a:pt x="1219200" y="289699"/>
                  </a:lnTo>
                  <a:lnTo>
                    <a:pt x="1219200" y="291350"/>
                  </a:lnTo>
                  <a:lnTo>
                    <a:pt x="1219771" y="292912"/>
                  </a:lnTo>
                  <a:lnTo>
                    <a:pt x="1220838" y="294182"/>
                  </a:lnTo>
                  <a:lnTo>
                    <a:pt x="1222260" y="295008"/>
                  </a:lnTo>
                  <a:lnTo>
                    <a:pt x="1223899" y="295287"/>
                  </a:lnTo>
                  <a:lnTo>
                    <a:pt x="1225613" y="295008"/>
                  </a:lnTo>
                  <a:lnTo>
                    <a:pt x="1227048" y="294182"/>
                  </a:lnTo>
                  <a:lnTo>
                    <a:pt x="1228115" y="292912"/>
                  </a:lnTo>
                  <a:lnTo>
                    <a:pt x="1228674" y="291350"/>
                  </a:lnTo>
                  <a:lnTo>
                    <a:pt x="1228674" y="289699"/>
                  </a:lnTo>
                  <a:close/>
                </a:path>
                <a:path w="3293745" h="295910">
                  <a:moveTo>
                    <a:pt x="1247724" y="289699"/>
                  </a:moveTo>
                  <a:lnTo>
                    <a:pt x="1247165" y="288150"/>
                  </a:lnTo>
                  <a:lnTo>
                    <a:pt x="1246098" y="286880"/>
                  </a:lnTo>
                  <a:lnTo>
                    <a:pt x="1244663" y="286054"/>
                  </a:lnTo>
                  <a:lnTo>
                    <a:pt x="1243037" y="285762"/>
                  </a:lnTo>
                  <a:lnTo>
                    <a:pt x="1241310" y="286054"/>
                  </a:lnTo>
                  <a:lnTo>
                    <a:pt x="1239888" y="286880"/>
                  </a:lnTo>
                  <a:lnTo>
                    <a:pt x="1238821" y="288150"/>
                  </a:lnTo>
                  <a:lnTo>
                    <a:pt x="1238250" y="289699"/>
                  </a:lnTo>
                  <a:lnTo>
                    <a:pt x="1238250" y="291350"/>
                  </a:lnTo>
                  <a:lnTo>
                    <a:pt x="1238821" y="292912"/>
                  </a:lnTo>
                  <a:lnTo>
                    <a:pt x="1239888" y="294182"/>
                  </a:lnTo>
                  <a:lnTo>
                    <a:pt x="1241310" y="295008"/>
                  </a:lnTo>
                  <a:lnTo>
                    <a:pt x="1242949" y="295287"/>
                  </a:lnTo>
                  <a:lnTo>
                    <a:pt x="1244663" y="295008"/>
                  </a:lnTo>
                  <a:lnTo>
                    <a:pt x="1246098" y="294182"/>
                  </a:lnTo>
                  <a:lnTo>
                    <a:pt x="1247165" y="292912"/>
                  </a:lnTo>
                  <a:lnTo>
                    <a:pt x="1247724" y="291350"/>
                  </a:lnTo>
                  <a:lnTo>
                    <a:pt x="1247724" y="289699"/>
                  </a:lnTo>
                  <a:close/>
                </a:path>
                <a:path w="3293745" h="295910">
                  <a:moveTo>
                    <a:pt x="1266774" y="289699"/>
                  </a:moveTo>
                  <a:lnTo>
                    <a:pt x="1266215" y="288150"/>
                  </a:lnTo>
                  <a:lnTo>
                    <a:pt x="1265148" y="286880"/>
                  </a:lnTo>
                  <a:lnTo>
                    <a:pt x="1263713" y="286054"/>
                  </a:lnTo>
                  <a:lnTo>
                    <a:pt x="1262087" y="285762"/>
                  </a:lnTo>
                  <a:lnTo>
                    <a:pt x="1260360" y="286054"/>
                  </a:lnTo>
                  <a:lnTo>
                    <a:pt x="1258938" y="286880"/>
                  </a:lnTo>
                  <a:lnTo>
                    <a:pt x="1257871" y="288150"/>
                  </a:lnTo>
                  <a:lnTo>
                    <a:pt x="1257300" y="289699"/>
                  </a:lnTo>
                  <a:lnTo>
                    <a:pt x="1257300" y="291350"/>
                  </a:lnTo>
                  <a:lnTo>
                    <a:pt x="1257871" y="292912"/>
                  </a:lnTo>
                  <a:lnTo>
                    <a:pt x="1258938" y="294182"/>
                  </a:lnTo>
                  <a:lnTo>
                    <a:pt x="1260360" y="295008"/>
                  </a:lnTo>
                  <a:lnTo>
                    <a:pt x="1261999" y="295287"/>
                  </a:lnTo>
                  <a:lnTo>
                    <a:pt x="1263713" y="295008"/>
                  </a:lnTo>
                  <a:lnTo>
                    <a:pt x="1265148" y="294182"/>
                  </a:lnTo>
                  <a:lnTo>
                    <a:pt x="1266215" y="292912"/>
                  </a:lnTo>
                  <a:lnTo>
                    <a:pt x="1266774" y="291350"/>
                  </a:lnTo>
                  <a:lnTo>
                    <a:pt x="1266774" y="289699"/>
                  </a:lnTo>
                  <a:close/>
                </a:path>
                <a:path w="3293745" h="295910">
                  <a:moveTo>
                    <a:pt x="1285824" y="289699"/>
                  </a:moveTo>
                  <a:lnTo>
                    <a:pt x="1285265" y="288150"/>
                  </a:lnTo>
                  <a:lnTo>
                    <a:pt x="1284198" y="286880"/>
                  </a:lnTo>
                  <a:lnTo>
                    <a:pt x="1282763" y="286054"/>
                  </a:lnTo>
                  <a:lnTo>
                    <a:pt x="1281137" y="285762"/>
                  </a:lnTo>
                  <a:lnTo>
                    <a:pt x="1279410" y="286054"/>
                  </a:lnTo>
                  <a:lnTo>
                    <a:pt x="1277988" y="286880"/>
                  </a:lnTo>
                  <a:lnTo>
                    <a:pt x="1276921" y="288150"/>
                  </a:lnTo>
                  <a:lnTo>
                    <a:pt x="1276350" y="289699"/>
                  </a:lnTo>
                  <a:lnTo>
                    <a:pt x="1276350" y="291350"/>
                  </a:lnTo>
                  <a:lnTo>
                    <a:pt x="1276921" y="292912"/>
                  </a:lnTo>
                  <a:lnTo>
                    <a:pt x="1277988" y="294182"/>
                  </a:lnTo>
                  <a:lnTo>
                    <a:pt x="1279410" y="295008"/>
                  </a:lnTo>
                  <a:lnTo>
                    <a:pt x="1281049" y="295287"/>
                  </a:lnTo>
                  <a:lnTo>
                    <a:pt x="1282763" y="295008"/>
                  </a:lnTo>
                  <a:lnTo>
                    <a:pt x="1284198" y="294182"/>
                  </a:lnTo>
                  <a:lnTo>
                    <a:pt x="1285265" y="292912"/>
                  </a:lnTo>
                  <a:lnTo>
                    <a:pt x="1285824" y="291350"/>
                  </a:lnTo>
                  <a:lnTo>
                    <a:pt x="1285824" y="289699"/>
                  </a:lnTo>
                  <a:close/>
                </a:path>
                <a:path w="3293745" h="295910">
                  <a:moveTo>
                    <a:pt x="1304874" y="289699"/>
                  </a:moveTo>
                  <a:lnTo>
                    <a:pt x="1304315" y="288150"/>
                  </a:lnTo>
                  <a:lnTo>
                    <a:pt x="1303248" y="286880"/>
                  </a:lnTo>
                  <a:lnTo>
                    <a:pt x="1301813" y="286054"/>
                  </a:lnTo>
                  <a:lnTo>
                    <a:pt x="1300187" y="285762"/>
                  </a:lnTo>
                  <a:lnTo>
                    <a:pt x="1298460" y="286054"/>
                  </a:lnTo>
                  <a:lnTo>
                    <a:pt x="1297038" y="286880"/>
                  </a:lnTo>
                  <a:lnTo>
                    <a:pt x="1295971" y="288150"/>
                  </a:lnTo>
                  <a:lnTo>
                    <a:pt x="1295400" y="289699"/>
                  </a:lnTo>
                  <a:lnTo>
                    <a:pt x="1295400" y="291350"/>
                  </a:lnTo>
                  <a:lnTo>
                    <a:pt x="1295971" y="292912"/>
                  </a:lnTo>
                  <a:lnTo>
                    <a:pt x="1297038" y="294182"/>
                  </a:lnTo>
                  <a:lnTo>
                    <a:pt x="1298460" y="295008"/>
                  </a:lnTo>
                  <a:lnTo>
                    <a:pt x="1300099" y="295287"/>
                  </a:lnTo>
                  <a:lnTo>
                    <a:pt x="1301813" y="295008"/>
                  </a:lnTo>
                  <a:lnTo>
                    <a:pt x="1303248" y="294182"/>
                  </a:lnTo>
                  <a:lnTo>
                    <a:pt x="1304315" y="292912"/>
                  </a:lnTo>
                  <a:lnTo>
                    <a:pt x="1304874" y="291350"/>
                  </a:lnTo>
                  <a:lnTo>
                    <a:pt x="1304874" y="289699"/>
                  </a:lnTo>
                  <a:close/>
                </a:path>
                <a:path w="3293745" h="295910">
                  <a:moveTo>
                    <a:pt x="1323924" y="289699"/>
                  </a:moveTo>
                  <a:lnTo>
                    <a:pt x="1323365" y="288150"/>
                  </a:lnTo>
                  <a:lnTo>
                    <a:pt x="1322298" y="286880"/>
                  </a:lnTo>
                  <a:lnTo>
                    <a:pt x="1320863" y="286054"/>
                  </a:lnTo>
                  <a:lnTo>
                    <a:pt x="1319237" y="285762"/>
                  </a:lnTo>
                  <a:lnTo>
                    <a:pt x="1317510" y="286054"/>
                  </a:lnTo>
                  <a:lnTo>
                    <a:pt x="1316088" y="286880"/>
                  </a:lnTo>
                  <a:lnTo>
                    <a:pt x="1315021" y="288150"/>
                  </a:lnTo>
                  <a:lnTo>
                    <a:pt x="1314450" y="289699"/>
                  </a:lnTo>
                  <a:lnTo>
                    <a:pt x="1314450" y="291350"/>
                  </a:lnTo>
                  <a:lnTo>
                    <a:pt x="1315021" y="292912"/>
                  </a:lnTo>
                  <a:lnTo>
                    <a:pt x="1316088" y="294182"/>
                  </a:lnTo>
                  <a:lnTo>
                    <a:pt x="1317510" y="295008"/>
                  </a:lnTo>
                  <a:lnTo>
                    <a:pt x="1319149" y="295287"/>
                  </a:lnTo>
                  <a:lnTo>
                    <a:pt x="1320863" y="295008"/>
                  </a:lnTo>
                  <a:lnTo>
                    <a:pt x="1322298" y="294182"/>
                  </a:lnTo>
                  <a:lnTo>
                    <a:pt x="1323365" y="292912"/>
                  </a:lnTo>
                  <a:lnTo>
                    <a:pt x="1323924" y="291350"/>
                  </a:lnTo>
                  <a:lnTo>
                    <a:pt x="1323924" y="289699"/>
                  </a:lnTo>
                  <a:close/>
                </a:path>
                <a:path w="3293745" h="295910">
                  <a:moveTo>
                    <a:pt x="1342974" y="289699"/>
                  </a:moveTo>
                  <a:lnTo>
                    <a:pt x="1342415" y="288150"/>
                  </a:lnTo>
                  <a:lnTo>
                    <a:pt x="1341348" y="286880"/>
                  </a:lnTo>
                  <a:lnTo>
                    <a:pt x="1339913" y="286054"/>
                  </a:lnTo>
                  <a:lnTo>
                    <a:pt x="1338287" y="285762"/>
                  </a:lnTo>
                  <a:lnTo>
                    <a:pt x="1336560" y="286054"/>
                  </a:lnTo>
                  <a:lnTo>
                    <a:pt x="1335138" y="286880"/>
                  </a:lnTo>
                  <a:lnTo>
                    <a:pt x="1334071" y="288150"/>
                  </a:lnTo>
                  <a:lnTo>
                    <a:pt x="1333500" y="289699"/>
                  </a:lnTo>
                  <a:lnTo>
                    <a:pt x="1333500" y="291350"/>
                  </a:lnTo>
                  <a:lnTo>
                    <a:pt x="1334071" y="292912"/>
                  </a:lnTo>
                  <a:lnTo>
                    <a:pt x="1335138" y="294182"/>
                  </a:lnTo>
                  <a:lnTo>
                    <a:pt x="1336560" y="295008"/>
                  </a:lnTo>
                  <a:lnTo>
                    <a:pt x="1338199" y="295287"/>
                  </a:lnTo>
                  <a:lnTo>
                    <a:pt x="1339913" y="295008"/>
                  </a:lnTo>
                  <a:lnTo>
                    <a:pt x="1341348" y="294182"/>
                  </a:lnTo>
                  <a:lnTo>
                    <a:pt x="1342415" y="292912"/>
                  </a:lnTo>
                  <a:lnTo>
                    <a:pt x="1342974" y="291350"/>
                  </a:lnTo>
                  <a:lnTo>
                    <a:pt x="1342974" y="289699"/>
                  </a:lnTo>
                  <a:close/>
                </a:path>
                <a:path w="3293745" h="295910">
                  <a:moveTo>
                    <a:pt x="1362024" y="289699"/>
                  </a:moveTo>
                  <a:lnTo>
                    <a:pt x="1361465" y="288150"/>
                  </a:lnTo>
                  <a:lnTo>
                    <a:pt x="1360398" y="286880"/>
                  </a:lnTo>
                  <a:lnTo>
                    <a:pt x="1358963" y="286054"/>
                  </a:lnTo>
                  <a:lnTo>
                    <a:pt x="1357337" y="285762"/>
                  </a:lnTo>
                  <a:lnTo>
                    <a:pt x="1355610" y="286054"/>
                  </a:lnTo>
                  <a:lnTo>
                    <a:pt x="1354188" y="286880"/>
                  </a:lnTo>
                  <a:lnTo>
                    <a:pt x="1353121" y="288150"/>
                  </a:lnTo>
                  <a:lnTo>
                    <a:pt x="1352550" y="289699"/>
                  </a:lnTo>
                  <a:lnTo>
                    <a:pt x="1352550" y="291350"/>
                  </a:lnTo>
                  <a:lnTo>
                    <a:pt x="1353121" y="292912"/>
                  </a:lnTo>
                  <a:lnTo>
                    <a:pt x="1354188" y="294182"/>
                  </a:lnTo>
                  <a:lnTo>
                    <a:pt x="1355610" y="295008"/>
                  </a:lnTo>
                  <a:lnTo>
                    <a:pt x="1357249" y="295287"/>
                  </a:lnTo>
                  <a:lnTo>
                    <a:pt x="1358963" y="295008"/>
                  </a:lnTo>
                  <a:lnTo>
                    <a:pt x="1360398" y="294182"/>
                  </a:lnTo>
                  <a:lnTo>
                    <a:pt x="1361465" y="292912"/>
                  </a:lnTo>
                  <a:lnTo>
                    <a:pt x="1362024" y="291350"/>
                  </a:lnTo>
                  <a:lnTo>
                    <a:pt x="1362024" y="289699"/>
                  </a:lnTo>
                  <a:close/>
                </a:path>
                <a:path w="3293745" h="295910">
                  <a:moveTo>
                    <a:pt x="1381074" y="289699"/>
                  </a:moveTo>
                  <a:lnTo>
                    <a:pt x="1380515" y="288150"/>
                  </a:lnTo>
                  <a:lnTo>
                    <a:pt x="1379448" y="286880"/>
                  </a:lnTo>
                  <a:lnTo>
                    <a:pt x="1378013" y="286054"/>
                  </a:lnTo>
                  <a:lnTo>
                    <a:pt x="1376387" y="285762"/>
                  </a:lnTo>
                  <a:lnTo>
                    <a:pt x="1374660" y="286054"/>
                  </a:lnTo>
                  <a:lnTo>
                    <a:pt x="1373238" y="286880"/>
                  </a:lnTo>
                  <a:lnTo>
                    <a:pt x="1372171" y="288150"/>
                  </a:lnTo>
                  <a:lnTo>
                    <a:pt x="1371600" y="289699"/>
                  </a:lnTo>
                  <a:lnTo>
                    <a:pt x="1371600" y="291350"/>
                  </a:lnTo>
                  <a:lnTo>
                    <a:pt x="1372171" y="292912"/>
                  </a:lnTo>
                  <a:lnTo>
                    <a:pt x="1373238" y="294182"/>
                  </a:lnTo>
                  <a:lnTo>
                    <a:pt x="1374660" y="295008"/>
                  </a:lnTo>
                  <a:lnTo>
                    <a:pt x="1376299" y="295287"/>
                  </a:lnTo>
                  <a:lnTo>
                    <a:pt x="1378013" y="295008"/>
                  </a:lnTo>
                  <a:lnTo>
                    <a:pt x="1379448" y="294182"/>
                  </a:lnTo>
                  <a:lnTo>
                    <a:pt x="1380515" y="292912"/>
                  </a:lnTo>
                  <a:lnTo>
                    <a:pt x="1381074" y="291350"/>
                  </a:lnTo>
                  <a:lnTo>
                    <a:pt x="1381074" y="289699"/>
                  </a:lnTo>
                  <a:close/>
                </a:path>
                <a:path w="3293745" h="295910">
                  <a:moveTo>
                    <a:pt x="1400124" y="289699"/>
                  </a:moveTo>
                  <a:lnTo>
                    <a:pt x="1399565" y="288150"/>
                  </a:lnTo>
                  <a:lnTo>
                    <a:pt x="1398498" y="286880"/>
                  </a:lnTo>
                  <a:lnTo>
                    <a:pt x="1397063" y="286054"/>
                  </a:lnTo>
                  <a:lnTo>
                    <a:pt x="1395437" y="285762"/>
                  </a:lnTo>
                  <a:lnTo>
                    <a:pt x="1393710" y="286054"/>
                  </a:lnTo>
                  <a:lnTo>
                    <a:pt x="1392288" y="286880"/>
                  </a:lnTo>
                  <a:lnTo>
                    <a:pt x="1391221" y="288150"/>
                  </a:lnTo>
                  <a:lnTo>
                    <a:pt x="1390650" y="289699"/>
                  </a:lnTo>
                  <a:lnTo>
                    <a:pt x="1390650" y="291350"/>
                  </a:lnTo>
                  <a:lnTo>
                    <a:pt x="1391221" y="292912"/>
                  </a:lnTo>
                  <a:lnTo>
                    <a:pt x="1392288" y="294182"/>
                  </a:lnTo>
                  <a:lnTo>
                    <a:pt x="1393710" y="295008"/>
                  </a:lnTo>
                  <a:lnTo>
                    <a:pt x="1395349" y="295287"/>
                  </a:lnTo>
                  <a:lnTo>
                    <a:pt x="1397063" y="295008"/>
                  </a:lnTo>
                  <a:lnTo>
                    <a:pt x="1398498" y="294182"/>
                  </a:lnTo>
                  <a:lnTo>
                    <a:pt x="1399565" y="292912"/>
                  </a:lnTo>
                  <a:lnTo>
                    <a:pt x="1400124" y="291350"/>
                  </a:lnTo>
                  <a:lnTo>
                    <a:pt x="1400124" y="289699"/>
                  </a:lnTo>
                  <a:close/>
                </a:path>
                <a:path w="3293745" h="295910">
                  <a:moveTo>
                    <a:pt x="1419174" y="289699"/>
                  </a:moveTo>
                  <a:lnTo>
                    <a:pt x="1418615" y="288150"/>
                  </a:lnTo>
                  <a:lnTo>
                    <a:pt x="1417548" y="286880"/>
                  </a:lnTo>
                  <a:lnTo>
                    <a:pt x="1416113" y="286054"/>
                  </a:lnTo>
                  <a:lnTo>
                    <a:pt x="1414487" y="285762"/>
                  </a:lnTo>
                  <a:lnTo>
                    <a:pt x="1412760" y="286054"/>
                  </a:lnTo>
                  <a:lnTo>
                    <a:pt x="1411338" y="286880"/>
                  </a:lnTo>
                  <a:lnTo>
                    <a:pt x="1410271" y="288150"/>
                  </a:lnTo>
                  <a:lnTo>
                    <a:pt x="1409700" y="289699"/>
                  </a:lnTo>
                  <a:lnTo>
                    <a:pt x="1409700" y="291350"/>
                  </a:lnTo>
                  <a:lnTo>
                    <a:pt x="1410271" y="292912"/>
                  </a:lnTo>
                  <a:lnTo>
                    <a:pt x="1411338" y="294182"/>
                  </a:lnTo>
                  <a:lnTo>
                    <a:pt x="1412760" y="295008"/>
                  </a:lnTo>
                  <a:lnTo>
                    <a:pt x="1414399" y="295287"/>
                  </a:lnTo>
                  <a:lnTo>
                    <a:pt x="1416113" y="295008"/>
                  </a:lnTo>
                  <a:lnTo>
                    <a:pt x="1417548" y="294182"/>
                  </a:lnTo>
                  <a:lnTo>
                    <a:pt x="1418615" y="292912"/>
                  </a:lnTo>
                  <a:lnTo>
                    <a:pt x="1419174" y="291350"/>
                  </a:lnTo>
                  <a:lnTo>
                    <a:pt x="1419174" y="289699"/>
                  </a:lnTo>
                  <a:close/>
                </a:path>
                <a:path w="3293745" h="295910">
                  <a:moveTo>
                    <a:pt x="1438224" y="289699"/>
                  </a:moveTo>
                  <a:lnTo>
                    <a:pt x="1437665" y="288150"/>
                  </a:lnTo>
                  <a:lnTo>
                    <a:pt x="1436598" y="286880"/>
                  </a:lnTo>
                  <a:lnTo>
                    <a:pt x="1435163" y="286054"/>
                  </a:lnTo>
                  <a:lnTo>
                    <a:pt x="1433537" y="285762"/>
                  </a:lnTo>
                  <a:lnTo>
                    <a:pt x="1431810" y="286054"/>
                  </a:lnTo>
                  <a:lnTo>
                    <a:pt x="1430388" y="286880"/>
                  </a:lnTo>
                  <a:lnTo>
                    <a:pt x="1429321" y="288150"/>
                  </a:lnTo>
                  <a:lnTo>
                    <a:pt x="1428750" y="289699"/>
                  </a:lnTo>
                  <a:lnTo>
                    <a:pt x="1428750" y="291350"/>
                  </a:lnTo>
                  <a:lnTo>
                    <a:pt x="1429321" y="292912"/>
                  </a:lnTo>
                  <a:lnTo>
                    <a:pt x="1430388" y="294182"/>
                  </a:lnTo>
                  <a:lnTo>
                    <a:pt x="1431810" y="295008"/>
                  </a:lnTo>
                  <a:lnTo>
                    <a:pt x="1433449" y="295287"/>
                  </a:lnTo>
                  <a:lnTo>
                    <a:pt x="1435163" y="295008"/>
                  </a:lnTo>
                  <a:lnTo>
                    <a:pt x="1436598" y="294182"/>
                  </a:lnTo>
                  <a:lnTo>
                    <a:pt x="1437665" y="292912"/>
                  </a:lnTo>
                  <a:lnTo>
                    <a:pt x="1438224" y="291350"/>
                  </a:lnTo>
                  <a:lnTo>
                    <a:pt x="1438224" y="289699"/>
                  </a:lnTo>
                  <a:close/>
                </a:path>
                <a:path w="3293745" h="295910">
                  <a:moveTo>
                    <a:pt x="1457274" y="289699"/>
                  </a:moveTo>
                  <a:lnTo>
                    <a:pt x="1456715" y="288150"/>
                  </a:lnTo>
                  <a:lnTo>
                    <a:pt x="1455648" y="286880"/>
                  </a:lnTo>
                  <a:lnTo>
                    <a:pt x="1454213" y="286054"/>
                  </a:lnTo>
                  <a:lnTo>
                    <a:pt x="1452587" y="285762"/>
                  </a:lnTo>
                  <a:lnTo>
                    <a:pt x="1450860" y="286054"/>
                  </a:lnTo>
                  <a:lnTo>
                    <a:pt x="1449438" y="286880"/>
                  </a:lnTo>
                  <a:lnTo>
                    <a:pt x="1448371" y="288150"/>
                  </a:lnTo>
                  <a:lnTo>
                    <a:pt x="1447800" y="289699"/>
                  </a:lnTo>
                  <a:lnTo>
                    <a:pt x="1447800" y="291350"/>
                  </a:lnTo>
                  <a:lnTo>
                    <a:pt x="1448371" y="292912"/>
                  </a:lnTo>
                  <a:lnTo>
                    <a:pt x="1449438" y="294182"/>
                  </a:lnTo>
                  <a:lnTo>
                    <a:pt x="1450860" y="295008"/>
                  </a:lnTo>
                  <a:lnTo>
                    <a:pt x="1452499" y="295287"/>
                  </a:lnTo>
                  <a:lnTo>
                    <a:pt x="1454213" y="295008"/>
                  </a:lnTo>
                  <a:lnTo>
                    <a:pt x="1455648" y="294182"/>
                  </a:lnTo>
                  <a:lnTo>
                    <a:pt x="1456715" y="292912"/>
                  </a:lnTo>
                  <a:lnTo>
                    <a:pt x="1457274" y="291350"/>
                  </a:lnTo>
                  <a:lnTo>
                    <a:pt x="1457274" y="289699"/>
                  </a:lnTo>
                  <a:close/>
                </a:path>
                <a:path w="3293745" h="295910">
                  <a:moveTo>
                    <a:pt x="1476324" y="289699"/>
                  </a:moveTo>
                  <a:lnTo>
                    <a:pt x="1475765" y="288150"/>
                  </a:lnTo>
                  <a:lnTo>
                    <a:pt x="1474698" y="286880"/>
                  </a:lnTo>
                  <a:lnTo>
                    <a:pt x="1473263" y="286054"/>
                  </a:lnTo>
                  <a:lnTo>
                    <a:pt x="1471637" y="285762"/>
                  </a:lnTo>
                  <a:lnTo>
                    <a:pt x="1469910" y="286054"/>
                  </a:lnTo>
                  <a:lnTo>
                    <a:pt x="1468488" y="286880"/>
                  </a:lnTo>
                  <a:lnTo>
                    <a:pt x="1467421" y="288150"/>
                  </a:lnTo>
                  <a:lnTo>
                    <a:pt x="1466850" y="289699"/>
                  </a:lnTo>
                  <a:lnTo>
                    <a:pt x="1466850" y="291350"/>
                  </a:lnTo>
                  <a:lnTo>
                    <a:pt x="1467421" y="292912"/>
                  </a:lnTo>
                  <a:lnTo>
                    <a:pt x="1468488" y="294182"/>
                  </a:lnTo>
                  <a:lnTo>
                    <a:pt x="1469910" y="295008"/>
                  </a:lnTo>
                  <a:lnTo>
                    <a:pt x="1471549" y="295287"/>
                  </a:lnTo>
                  <a:lnTo>
                    <a:pt x="1473263" y="295008"/>
                  </a:lnTo>
                  <a:lnTo>
                    <a:pt x="1474698" y="294182"/>
                  </a:lnTo>
                  <a:lnTo>
                    <a:pt x="1475765" y="292912"/>
                  </a:lnTo>
                  <a:lnTo>
                    <a:pt x="1476324" y="291350"/>
                  </a:lnTo>
                  <a:lnTo>
                    <a:pt x="1476324" y="289699"/>
                  </a:lnTo>
                  <a:close/>
                </a:path>
                <a:path w="3293745" h="295910">
                  <a:moveTo>
                    <a:pt x="1495374" y="289699"/>
                  </a:moveTo>
                  <a:lnTo>
                    <a:pt x="1494815" y="288150"/>
                  </a:lnTo>
                  <a:lnTo>
                    <a:pt x="1493748" y="286880"/>
                  </a:lnTo>
                  <a:lnTo>
                    <a:pt x="1492313" y="286054"/>
                  </a:lnTo>
                  <a:lnTo>
                    <a:pt x="1490687" y="285762"/>
                  </a:lnTo>
                  <a:lnTo>
                    <a:pt x="1488960" y="286054"/>
                  </a:lnTo>
                  <a:lnTo>
                    <a:pt x="1487538" y="286880"/>
                  </a:lnTo>
                  <a:lnTo>
                    <a:pt x="1486471" y="288150"/>
                  </a:lnTo>
                  <a:lnTo>
                    <a:pt x="1485900" y="289699"/>
                  </a:lnTo>
                  <a:lnTo>
                    <a:pt x="1485900" y="291350"/>
                  </a:lnTo>
                  <a:lnTo>
                    <a:pt x="1486471" y="292912"/>
                  </a:lnTo>
                  <a:lnTo>
                    <a:pt x="1487538" y="294182"/>
                  </a:lnTo>
                  <a:lnTo>
                    <a:pt x="1488960" y="295008"/>
                  </a:lnTo>
                  <a:lnTo>
                    <a:pt x="1490599" y="295287"/>
                  </a:lnTo>
                  <a:lnTo>
                    <a:pt x="1492313" y="295008"/>
                  </a:lnTo>
                  <a:lnTo>
                    <a:pt x="1493748" y="294182"/>
                  </a:lnTo>
                  <a:lnTo>
                    <a:pt x="1494815" y="292912"/>
                  </a:lnTo>
                  <a:lnTo>
                    <a:pt x="1495374" y="291350"/>
                  </a:lnTo>
                  <a:lnTo>
                    <a:pt x="1495374" y="289699"/>
                  </a:lnTo>
                  <a:close/>
                </a:path>
                <a:path w="3293745" h="295910">
                  <a:moveTo>
                    <a:pt x="1514424" y="289699"/>
                  </a:moveTo>
                  <a:lnTo>
                    <a:pt x="1513865" y="288150"/>
                  </a:lnTo>
                  <a:lnTo>
                    <a:pt x="1512798" y="286880"/>
                  </a:lnTo>
                  <a:lnTo>
                    <a:pt x="1511363" y="286054"/>
                  </a:lnTo>
                  <a:lnTo>
                    <a:pt x="1509737" y="285762"/>
                  </a:lnTo>
                  <a:lnTo>
                    <a:pt x="1508010" y="286054"/>
                  </a:lnTo>
                  <a:lnTo>
                    <a:pt x="1506588" y="286880"/>
                  </a:lnTo>
                  <a:lnTo>
                    <a:pt x="1505521" y="288150"/>
                  </a:lnTo>
                  <a:lnTo>
                    <a:pt x="1504950" y="289699"/>
                  </a:lnTo>
                  <a:lnTo>
                    <a:pt x="1504950" y="291350"/>
                  </a:lnTo>
                  <a:lnTo>
                    <a:pt x="1505521" y="292912"/>
                  </a:lnTo>
                  <a:lnTo>
                    <a:pt x="1506588" y="294182"/>
                  </a:lnTo>
                  <a:lnTo>
                    <a:pt x="1508010" y="295008"/>
                  </a:lnTo>
                  <a:lnTo>
                    <a:pt x="1509649" y="295287"/>
                  </a:lnTo>
                  <a:lnTo>
                    <a:pt x="1511363" y="295008"/>
                  </a:lnTo>
                  <a:lnTo>
                    <a:pt x="1512798" y="294182"/>
                  </a:lnTo>
                  <a:lnTo>
                    <a:pt x="1513865" y="292912"/>
                  </a:lnTo>
                  <a:lnTo>
                    <a:pt x="1514424" y="291350"/>
                  </a:lnTo>
                  <a:lnTo>
                    <a:pt x="1514424" y="289699"/>
                  </a:lnTo>
                  <a:close/>
                </a:path>
                <a:path w="3293745" h="295910">
                  <a:moveTo>
                    <a:pt x="1533474" y="289699"/>
                  </a:moveTo>
                  <a:lnTo>
                    <a:pt x="1532915" y="288150"/>
                  </a:lnTo>
                  <a:lnTo>
                    <a:pt x="1531848" y="286880"/>
                  </a:lnTo>
                  <a:lnTo>
                    <a:pt x="1530413" y="286054"/>
                  </a:lnTo>
                  <a:lnTo>
                    <a:pt x="1528787" y="285762"/>
                  </a:lnTo>
                  <a:lnTo>
                    <a:pt x="1527060" y="286054"/>
                  </a:lnTo>
                  <a:lnTo>
                    <a:pt x="1525638" y="286880"/>
                  </a:lnTo>
                  <a:lnTo>
                    <a:pt x="1524571" y="288150"/>
                  </a:lnTo>
                  <a:lnTo>
                    <a:pt x="1524000" y="289699"/>
                  </a:lnTo>
                  <a:lnTo>
                    <a:pt x="1524000" y="291350"/>
                  </a:lnTo>
                  <a:lnTo>
                    <a:pt x="1524571" y="292912"/>
                  </a:lnTo>
                  <a:lnTo>
                    <a:pt x="1525638" y="294182"/>
                  </a:lnTo>
                  <a:lnTo>
                    <a:pt x="1527060" y="295008"/>
                  </a:lnTo>
                  <a:lnTo>
                    <a:pt x="1528699" y="295287"/>
                  </a:lnTo>
                  <a:lnTo>
                    <a:pt x="1530413" y="295008"/>
                  </a:lnTo>
                  <a:lnTo>
                    <a:pt x="1531848" y="294182"/>
                  </a:lnTo>
                  <a:lnTo>
                    <a:pt x="1532915" y="292912"/>
                  </a:lnTo>
                  <a:lnTo>
                    <a:pt x="1533474" y="291350"/>
                  </a:lnTo>
                  <a:lnTo>
                    <a:pt x="1533474" y="289699"/>
                  </a:lnTo>
                  <a:close/>
                </a:path>
                <a:path w="3293745" h="295910">
                  <a:moveTo>
                    <a:pt x="1552524" y="289699"/>
                  </a:moveTo>
                  <a:lnTo>
                    <a:pt x="1551965" y="288150"/>
                  </a:lnTo>
                  <a:lnTo>
                    <a:pt x="1550898" y="286880"/>
                  </a:lnTo>
                  <a:lnTo>
                    <a:pt x="1549463" y="286054"/>
                  </a:lnTo>
                  <a:lnTo>
                    <a:pt x="1547837" y="285762"/>
                  </a:lnTo>
                  <a:lnTo>
                    <a:pt x="1546110" y="286054"/>
                  </a:lnTo>
                  <a:lnTo>
                    <a:pt x="1544688" y="286880"/>
                  </a:lnTo>
                  <a:lnTo>
                    <a:pt x="1543621" y="288150"/>
                  </a:lnTo>
                  <a:lnTo>
                    <a:pt x="1543050" y="289699"/>
                  </a:lnTo>
                  <a:lnTo>
                    <a:pt x="1543050" y="291350"/>
                  </a:lnTo>
                  <a:lnTo>
                    <a:pt x="1543621" y="292912"/>
                  </a:lnTo>
                  <a:lnTo>
                    <a:pt x="1544688" y="294182"/>
                  </a:lnTo>
                  <a:lnTo>
                    <a:pt x="1546110" y="295008"/>
                  </a:lnTo>
                  <a:lnTo>
                    <a:pt x="1547749" y="295287"/>
                  </a:lnTo>
                  <a:lnTo>
                    <a:pt x="1549463" y="295008"/>
                  </a:lnTo>
                  <a:lnTo>
                    <a:pt x="1550898" y="294182"/>
                  </a:lnTo>
                  <a:lnTo>
                    <a:pt x="1551965" y="292912"/>
                  </a:lnTo>
                  <a:lnTo>
                    <a:pt x="1552524" y="291350"/>
                  </a:lnTo>
                  <a:lnTo>
                    <a:pt x="1552524" y="289699"/>
                  </a:lnTo>
                  <a:close/>
                </a:path>
                <a:path w="3293745" h="295910">
                  <a:moveTo>
                    <a:pt x="1571574" y="289699"/>
                  </a:moveTo>
                  <a:lnTo>
                    <a:pt x="1571015" y="288150"/>
                  </a:lnTo>
                  <a:lnTo>
                    <a:pt x="1569948" y="286880"/>
                  </a:lnTo>
                  <a:lnTo>
                    <a:pt x="1568513" y="286054"/>
                  </a:lnTo>
                  <a:lnTo>
                    <a:pt x="1566887" y="285762"/>
                  </a:lnTo>
                  <a:lnTo>
                    <a:pt x="1565160" y="286054"/>
                  </a:lnTo>
                  <a:lnTo>
                    <a:pt x="1563738" y="286880"/>
                  </a:lnTo>
                  <a:lnTo>
                    <a:pt x="1562671" y="288150"/>
                  </a:lnTo>
                  <a:lnTo>
                    <a:pt x="1562100" y="289699"/>
                  </a:lnTo>
                  <a:lnTo>
                    <a:pt x="1562100" y="291350"/>
                  </a:lnTo>
                  <a:lnTo>
                    <a:pt x="1562671" y="292912"/>
                  </a:lnTo>
                  <a:lnTo>
                    <a:pt x="1563738" y="294182"/>
                  </a:lnTo>
                  <a:lnTo>
                    <a:pt x="1565160" y="295008"/>
                  </a:lnTo>
                  <a:lnTo>
                    <a:pt x="1566799" y="295287"/>
                  </a:lnTo>
                  <a:lnTo>
                    <a:pt x="1568513" y="295008"/>
                  </a:lnTo>
                  <a:lnTo>
                    <a:pt x="1569948" y="294182"/>
                  </a:lnTo>
                  <a:lnTo>
                    <a:pt x="1571015" y="292912"/>
                  </a:lnTo>
                  <a:lnTo>
                    <a:pt x="1571574" y="291350"/>
                  </a:lnTo>
                  <a:lnTo>
                    <a:pt x="1571574" y="289699"/>
                  </a:lnTo>
                  <a:close/>
                </a:path>
                <a:path w="3293745" h="295910">
                  <a:moveTo>
                    <a:pt x="1590624" y="289699"/>
                  </a:moveTo>
                  <a:lnTo>
                    <a:pt x="1590065" y="288150"/>
                  </a:lnTo>
                  <a:lnTo>
                    <a:pt x="1588998" y="286880"/>
                  </a:lnTo>
                  <a:lnTo>
                    <a:pt x="1587563" y="286054"/>
                  </a:lnTo>
                  <a:lnTo>
                    <a:pt x="1585937" y="285762"/>
                  </a:lnTo>
                  <a:lnTo>
                    <a:pt x="1584210" y="286054"/>
                  </a:lnTo>
                  <a:lnTo>
                    <a:pt x="1582788" y="286880"/>
                  </a:lnTo>
                  <a:lnTo>
                    <a:pt x="1581721" y="288150"/>
                  </a:lnTo>
                  <a:lnTo>
                    <a:pt x="1581150" y="289699"/>
                  </a:lnTo>
                  <a:lnTo>
                    <a:pt x="1581150" y="291350"/>
                  </a:lnTo>
                  <a:lnTo>
                    <a:pt x="1581721" y="292912"/>
                  </a:lnTo>
                  <a:lnTo>
                    <a:pt x="1582788" y="294182"/>
                  </a:lnTo>
                  <a:lnTo>
                    <a:pt x="1584210" y="295008"/>
                  </a:lnTo>
                  <a:lnTo>
                    <a:pt x="1585849" y="295287"/>
                  </a:lnTo>
                  <a:lnTo>
                    <a:pt x="1587563" y="295008"/>
                  </a:lnTo>
                  <a:lnTo>
                    <a:pt x="1588998" y="294182"/>
                  </a:lnTo>
                  <a:lnTo>
                    <a:pt x="1590065" y="292912"/>
                  </a:lnTo>
                  <a:lnTo>
                    <a:pt x="1590624" y="291350"/>
                  </a:lnTo>
                  <a:lnTo>
                    <a:pt x="1590624" y="289699"/>
                  </a:lnTo>
                  <a:close/>
                </a:path>
                <a:path w="3293745" h="295910">
                  <a:moveTo>
                    <a:pt x="1609674" y="289699"/>
                  </a:moveTo>
                  <a:lnTo>
                    <a:pt x="1609115" y="288150"/>
                  </a:lnTo>
                  <a:lnTo>
                    <a:pt x="1608048" y="286880"/>
                  </a:lnTo>
                  <a:lnTo>
                    <a:pt x="1606613" y="286054"/>
                  </a:lnTo>
                  <a:lnTo>
                    <a:pt x="1604987" y="285762"/>
                  </a:lnTo>
                  <a:lnTo>
                    <a:pt x="1603260" y="286054"/>
                  </a:lnTo>
                  <a:lnTo>
                    <a:pt x="1601838" y="286880"/>
                  </a:lnTo>
                  <a:lnTo>
                    <a:pt x="1600771" y="288150"/>
                  </a:lnTo>
                  <a:lnTo>
                    <a:pt x="1600200" y="289699"/>
                  </a:lnTo>
                  <a:lnTo>
                    <a:pt x="1600200" y="291350"/>
                  </a:lnTo>
                  <a:lnTo>
                    <a:pt x="1600771" y="292912"/>
                  </a:lnTo>
                  <a:lnTo>
                    <a:pt x="1601838" y="294182"/>
                  </a:lnTo>
                  <a:lnTo>
                    <a:pt x="1603260" y="295008"/>
                  </a:lnTo>
                  <a:lnTo>
                    <a:pt x="1604899" y="295287"/>
                  </a:lnTo>
                  <a:lnTo>
                    <a:pt x="1606613" y="295008"/>
                  </a:lnTo>
                  <a:lnTo>
                    <a:pt x="1608048" y="294182"/>
                  </a:lnTo>
                  <a:lnTo>
                    <a:pt x="1609115" y="292912"/>
                  </a:lnTo>
                  <a:lnTo>
                    <a:pt x="1609674" y="291350"/>
                  </a:lnTo>
                  <a:lnTo>
                    <a:pt x="1609674" y="289699"/>
                  </a:lnTo>
                  <a:close/>
                </a:path>
                <a:path w="3293745" h="295910">
                  <a:moveTo>
                    <a:pt x="1628724" y="289699"/>
                  </a:moveTo>
                  <a:lnTo>
                    <a:pt x="1628165" y="288150"/>
                  </a:lnTo>
                  <a:lnTo>
                    <a:pt x="1627098" y="286880"/>
                  </a:lnTo>
                  <a:lnTo>
                    <a:pt x="1625663" y="286054"/>
                  </a:lnTo>
                  <a:lnTo>
                    <a:pt x="1624037" y="285762"/>
                  </a:lnTo>
                  <a:lnTo>
                    <a:pt x="1622310" y="286054"/>
                  </a:lnTo>
                  <a:lnTo>
                    <a:pt x="1620888" y="286880"/>
                  </a:lnTo>
                  <a:lnTo>
                    <a:pt x="1619821" y="288150"/>
                  </a:lnTo>
                  <a:lnTo>
                    <a:pt x="1619250" y="289699"/>
                  </a:lnTo>
                  <a:lnTo>
                    <a:pt x="1619250" y="291350"/>
                  </a:lnTo>
                  <a:lnTo>
                    <a:pt x="1619821" y="292912"/>
                  </a:lnTo>
                  <a:lnTo>
                    <a:pt x="1620888" y="294182"/>
                  </a:lnTo>
                  <a:lnTo>
                    <a:pt x="1622310" y="295008"/>
                  </a:lnTo>
                  <a:lnTo>
                    <a:pt x="1623949" y="295287"/>
                  </a:lnTo>
                  <a:lnTo>
                    <a:pt x="1625663" y="295008"/>
                  </a:lnTo>
                  <a:lnTo>
                    <a:pt x="1627098" y="294182"/>
                  </a:lnTo>
                  <a:lnTo>
                    <a:pt x="1628165" y="292912"/>
                  </a:lnTo>
                  <a:lnTo>
                    <a:pt x="1628724" y="291350"/>
                  </a:lnTo>
                  <a:lnTo>
                    <a:pt x="1628724" y="289699"/>
                  </a:lnTo>
                  <a:close/>
                </a:path>
                <a:path w="3293745" h="295910">
                  <a:moveTo>
                    <a:pt x="1647774" y="289699"/>
                  </a:moveTo>
                  <a:lnTo>
                    <a:pt x="1647215" y="288150"/>
                  </a:lnTo>
                  <a:lnTo>
                    <a:pt x="1646148" y="286880"/>
                  </a:lnTo>
                  <a:lnTo>
                    <a:pt x="1644713" y="286054"/>
                  </a:lnTo>
                  <a:lnTo>
                    <a:pt x="1643087" y="285762"/>
                  </a:lnTo>
                  <a:lnTo>
                    <a:pt x="1641360" y="286054"/>
                  </a:lnTo>
                  <a:lnTo>
                    <a:pt x="1639938" y="286880"/>
                  </a:lnTo>
                  <a:lnTo>
                    <a:pt x="1638871" y="288150"/>
                  </a:lnTo>
                  <a:lnTo>
                    <a:pt x="1638300" y="289699"/>
                  </a:lnTo>
                  <a:lnTo>
                    <a:pt x="1638300" y="291350"/>
                  </a:lnTo>
                  <a:lnTo>
                    <a:pt x="1638871" y="292912"/>
                  </a:lnTo>
                  <a:lnTo>
                    <a:pt x="1639938" y="294182"/>
                  </a:lnTo>
                  <a:lnTo>
                    <a:pt x="1641360" y="295008"/>
                  </a:lnTo>
                  <a:lnTo>
                    <a:pt x="1642999" y="295287"/>
                  </a:lnTo>
                  <a:lnTo>
                    <a:pt x="1644713" y="295008"/>
                  </a:lnTo>
                  <a:lnTo>
                    <a:pt x="1646148" y="294182"/>
                  </a:lnTo>
                  <a:lnTo>
                    <a:pt x="1647215" y="292912"/>
                  </a:lnTo>
                  <a:lnTo>
                    <a:pt x="1647774" y="291350"/>
                  </a:lnTo>
                  <a:lnTo>
                    <a:pt x="1647774" y="289699"/>
                  </a:lnTo>
                  <a:close/>
                </a:path>
                <a:path w="3293745" h="295910">
                  <a:moveTo>
                    <a:pt x="1666824" y="289699"/>
                  </a:moveTo>
                  <a:lnTo>
                    <a:pt x="1666265" y="288150"/>
                  </a:lnTo>
                  <a:lnTo>
                    <a:pt x="1665198" y="286880"/>
                  </a:lnTo>
                  <a:lnTo>
                    <a:pt x="1663763" y="286054"/>
                  </a:lnTo>
                  <a:lnTo>
                    <a:pt x="1662137" y="285762"/>
                  </a:lnTo>
                  <a:lnTo>
                    <a:pt x="1660410" y="286054"/>
                  </a:lnTo>
                  <a:lnTo>
                    <a:pt x="1658988" y="286880"/>
                  </a:lnTo>
                  <a:lnTo>
                    <a:pt x="1657921" y="288150"/>
                  </a:lnTo>
                  <a:lnTo>
                    <a:pt x="1657350" y="289699"/>
                  </a:lnTo>
                  <a:lnTo>
                    <a:pt x="1657350" y="291350"/>
                  </a:lnTo>
                  <a:lnTo>
                    <a:pt x="1657921" y="292912"/>
                  </a:lnTo>
                  <a:lnTo>
                    <a:pt x="1658988" y="294182"/>
                  </a:lnTo>
                  <a:lnTo>
                    <a:pt x="1660410" y="295008"/>
                  </a:lnTo>
                  <a:lnTo>
                    <a:pt x="1662049" y="295287"/>
                  </a:lnTo>
                  <a:lnTo>
                    <a:pt x="1663763" y="295008"/>
                  </a:lnTo>
                  <a:lnTo>
                    <a:pt x="1665198" y="294182"/>
                  </a:lnTo>
                  <a:lnTo>
                    <a:pt x="1666265" y="292912"/>
                  </a:lnTo>
                  <a:lnTo>
                    <a:pt x="1666824" y="291350"/>
                  </a:lnTo>
                  <a:lnTo>
                    <a:pt x="1666824" y="289699"/>
                  </a:lnTo>
                  <a:close/>
                </a:path>
                <a:path w="3293745" h="295910">
                  <a:moveTo>
                    <a:pt x="1685874" y="289699"/>
                  </a:moveTo>
                  <a:lnTo>
                    <a:pt x="1685315" y="288150"/>
                  </a:lnTo>
                  <a:lnTo>
                    <a:pt x="1684248" y="286880"/>
                  </a:lnTo>
                  <a:lnTo>
                    <a:pt x="1682813" y="286054"/>
                  </a:lnTo>
                  <a:lnTo>
                    <a:pt x="1681187" y="285762"/>
                  </a:lnTo>
                  <a:lnTo>
                    <a:pt x="1679460" y="286054"/>
                  </a:lnTo>
                  <a:lnTo>
                    <a:pt x="1678038" y="286880"/>
                  </a:lnTo>
                  <a:lnTo>
                    <a:pt x="1676971" y="288150"/>
                  </a:lnTo>
                  <a:lnTo>
                    <a:pt x="1676400" y="289699"/>
                  </a:lnTo>
                  <a:lnTo>
                    <a:pt x="1676400" y="291350"/>
                  </a:lnTo>
                  <a:lnTo>
                    <a:pt x="1676971" y="292912"/>
                  </a:lnTo>
                  <a:lnTo>
                    <a:pt x="1678038" y="294182"/>
                  </a:lnTo>
                  <a:lnTo>
                    <a:pt x="1679460" y="295008"/>
                  </a:lnTo>
                  <a:lnTo>
                    <a:pt x="1681099" y="295287"/>
                  </a:lnTo>
                  <a:lnTo>
                    <a:pt x="1682813" y="295008"/>
                  </a:lnTo>
                  <a:lnTo>
                    <a:pt x="1684248" y="294182"/>
                  </a:lnTo>
                  <a:lnTo>
                    <a:pt x="1685315" y="292912"/>
                  </a:lnTo>
                  <a:lnTo>
                    <a:pt x="1685874" y="291350"/>
                  </a:lnTo>
                  <a:lnTo>
                    <a:pt x="1685874" y="289699"/>
                  </a:lnTo>
                  <a:close/>
                </a:path>
                <a:path w="3293745" h="295910">
                  <a:moveTo>
                    <a:pt x="1704924" y="289699"/>
                  </a:moveTo>
                  <a:lnTo>
                    <a:pt x="1704365" y="288150"/>
                  </a:lnTo>
                  <a:lnTo>
                    <a:pt x="1703298" y="286880"/>
                  </a:lnTo>
                  <a:lnTo>
                    <a:pt x="1701863" y="286054"/>
                  </a:lnTo>
                  <a:lnTo>
                    <a:pt x="1700237" y="285762"/>
                  </a:lnTo>
                  <a:lnTo>
                    <a:pt x="1698510" y="286054"/>
                  </a:lnTo>
                  <a:lnTo>
                    <a:pt x="1697088" y="286880"/>
                  </a:lnTo>
                  <a:lnTo>
                    <a:pt x="1696021" y="288150"/>
                  </a:lnTo>
                  <a:lnTo>
                    <a:pt x="1695450" y="289699"/>
                  </a:lnTo>
                  <a:lnTo>
                    <a:pt x="1695450" y="291350"/>
                  </a:lnTo>
                  <a:lnTo>
                    <a:pt x="1696021" y="292912"/>
                  </a:lnTo>
                  <a:lnTo>
                    <a:pt x="1697088" y="294182"/>
                  </a:lnTo>
                  <a:lnTo>
                    <a:pt x="1698510" y="295008"/>
                  </a:lnTo>
                  <a:lnTo>
                    <a:pt x="1700149" y="295287"/>
                  </a:lnTo>
                  <a:lnTo>
                    <a:pt x="1701863" y="295008"/>
                  </a:lnTo>
                  <a:lnTo>
                    <a:pt x="1703298" y="294182"/>
                  </a:lnTo>
                  <a:lnTo>
                    <a:pt x="1704365" y="292912"/>
                  </a:lnTo>
                  <a:lnTo>
                    <a:pt x="1704924" y="291350"/>
                  </a:lnTo>
                  <a:lnTo>
                    <a:pt x="1704924" y="289699"/>
                  </a:lnTo>
                  <a:close/>
                </a:path>
                <a:path w="3293745" h="295910">
                  <a:moveTo>
                    <a:pt x="1723974" y="289699"/>
                  </a:moveTo>
                  <a:lnTo>
                    <a:pt x="1723415" y="288150"/>
                  </a:lnTo>
                  <a:lnTo>
                    <a:pt x="1722348" y="286880"/>
                  </a:lnTo>
                  <a:lnTo>
                    <a:pt x="1720913" y="286054"/>
                  </a:lnTo>
                  <a:lnTo>
                    <a:pt x="1719287" y="285762"/>
                  </a:lnTo>
                  <a:lnTo>
                    <a:pt x="1717560" y="286054"/>
                  </a:lnTo>
                  <a:lnTo>
                    <a:pt x="1716138" y="286880"/>
                  </a:lnTo>
                  <a:lnTo>
                    <a:pt x="1715071" y="288150"/>
                  </a:lnTo>
                  <a:lnTo>
                    <a:pt x="1714500" y="289699"/>
                  </a:lnTo>
                  <a:lnTo>
                    <a:pt x="1714500" y="291350"/>
                  </a:lnTo>
                  <a:lnTo>
                    <a:pt x="1715071" y="292912"/>
                  </a:lnTo>
                  <a:lnTo>
                    <a:pt x="1716138" y="294182"/>
                  </a:lnTo>
                  <a:lnTo>
                    <a:pt x="1717560" y="295008"/>
                  </a:lnTo>
                  <a:lnTo>
                    <a:pt x="1719199" y="295287"/>
                  </a:lnTo>
                  <a:lnTo>
                    <a:pt x="1720913" y="295008"/>
                  </a:lnTo>
                  <a:lnTo>
                    <a:pt x="1722348" y="294182"/>
                  </a:lnTo>
                  <a:lnTo>
                    <a:pt x="1723415" y="292912"/>
                  </a:lnTo>
                  <a:lnTo>
                    <a:pt x="1723974" y="291350"/>
                  </a:lnTo>
                  <a:lnTo>
                    <a:pt x="1723974" y="289699"/>
                  </a:lnTo>
                  <a:close/>
                </a:path>
                <a:path w="3293745" h="295910">
                  <a:moveTo>
                    <a:pt x="1743024" y="289699"/>
                  </a:moveTo>
                  <a:lnTo>
                    <a:pt x="1742465" y="288150"/>
                  </a:lnTo>
                  <a:lnTo>
                    <a:pt x="1741398" y="286880"/>
                  </a:lnTo>
                  <a:lnTo>
                    <a:pt x="1739963" y="286054"/>
                  </a:lnTo>
                  <a:lnTo>
                    <a:pt x="1738337" y="285762"/>
                  </a:lnTo>
                  <a:lnTo>
                    <a:pt x="1736610" y="286054"/>
                  </a:lnTo>
                  <a:lnTo>
                    <a:pt x="1735188" y="286880"/>
                  </a:lnTo>
                  <a:lnTo>
                    <a:pt x="1734121" y="288150"/>
                  </a:lnTo>
                  <a:lnTo>
                    <a:pt x="1733550" y="289699"/>
                  </a:lnTo>
                  <a:lnTo>
                    <a:pt x="1733550" y="291350"/>
                  </a:lnTo>
                  <a:lnTo>
                    <a:pt x="1734121" y="292912"/>
                  </a:lnTo>
                  <a:lnTo>
                    <a:pt x="1735188" y="294182"/>
                  </a:lnTo>
                  <a:lnTo>
                    <a:pt x="1736610" y="295008"/>
                  </a:lnTo>
                  <a:lnTo>
                    <a:pt x="1738249" y="295287"/>
                  </a:lnTo>
                  <a:lnTo>
                    <a:pt x="1739963" y="295008"/>
                  </a:lnTo>
                  <a:lnTo>
                    <a:pt x="1741398" y="294182"/>
                  </a:lnTo>
                  <a:lnTo>
                    <a:pt x="1742465" y="292912"/>
                  </a:lnTo>
                  <a:lnTo>
                    <a:pt x="1743024" y="291350"/>
                  </a:lnTo>
                  <a:lnTo>
                    <a:pt x="1743024" y="289699"/>
                  </a:lnTo>
                  <a:close/>
                </a:path>
                <a:path w="3293745" h="295910">
                  <a:moveTo>
                    <a:pt x="1762074" y="289699"/>
                  </a:moveTo>
                  <a:lnTo>
                    <a:pt x="1761515" y="288150"/>
                  </a:lnTo>
                  <a:lnTo>
                    <a:pt x="1760448" y="286880"/>
                  </a:lnTo>
                  <a:lnTo>
                    <a:pt x="1759013" y="286054"/>
                  </a:lnTo>
                  <a:lnTo>
                    <a:pt x="1757387" y="285762"/>
                  </a:lnTo>
                  <a:lnTo>
                    <a:pt x="1755660" y="286054"/>
                  </a:lnTo>
                  <a:lnTo>
                    <a:pt x="1754238" y="286880"/>
                  </a:lnTo>
                  <a:lnTo>
                    <a:pt x="1753171" y="288150"/>
                  </a:lnTo>
                  <a:lnTo>
                    <a:pt x="1752600" y="289699"/>
                  </a:lnTo>
                  <a:lnTo>
                    <a:pt x="1752600" y="291350"/>
                  </a:lnTo>
                  <a:lnTo>
                    <a:pt x="1753171" y="292912"/>
                  </a:lnTo>
                  <a:lnTo>
                    <a:pt x="1754238" y="294182"/>
                  </a:lnTo>
                  <a:lnTo>
                    <a:pt x="1755660" y="295008"/>
                  </a:lnTo>
                  <a:lnTo>
                    <a:pt x="1757299" y="295287"/>
                  </a:lnTo>
                  <a:lnTo>
                    <a:pt x="1759013" y="295008"/>
                  </a:lnTo>
                  <a:lnTo>
                    <a:pt x="1760448" y="294182"/>
                  </a:lnTo>
                  <a:lnTo>
                    <a:pt x="1761515" y="292912"/>
                  </a:lnTo>
                  <a:lnTo>
                    <a:pt x="1762074" y="291350"/>
                  </a:lnTo>
                  <a:lnTo>
                    <a:pt x="1762074" y="289699"/>
                  </a:lnTo>
                  <a:close/>
                </a:path>
                <a:path w="3293745" h="295910">
                  <a:moveTo>
                    <a:pt x="1781124" y="289699"/>
                  </a:moveTo>
                  <a:lnTo>
                    <a:pt x="1780565" y="288150"/>
                  </a:lnTo>
                  <a:lnTo>
                    <a:pt x="1779498" y="286880"/>
                  </a:lnTo>
                  <a:lnTo>
                    <a:pt x="1778063" y="286054"/>
                  </a:lnTo>
                  <a:lnTo>
                    <a:pt x="1776437" y="285762"/>
                  </a:lnTo>
                  <a:lnTo>
                    <a:pt x="1774710" y="286054"/>
                  </a:lnTo>
                  <a:lnTo>
                    <a:pt x="1773288" y="286880"/>
                  </a:lnTo>
                  <a:lnTo>
                    <a:pt x="1772221" y="288150"/>
                  </a:lnTo>
                  <a:lnTo>
                    <a:pt x="1771650" y="289699"/>
                  </a:lnTo>
                  <a:lnTo>
                    <a:pt x="1771650" y="291350"/>
                  </a:lnTo>
                  <a:lnTo>
                    <a:pt x="1772221" y="292912"/>
                  </a:lnTo>
                  <a:lnTo>
                    <a:pt x="1773288" y="294182"/>
                  </a:lnTo>
                  <a:lnTo>
                    <a:pt x="1774710" y="295008"/>
                  </a:lnTo>
                  <a:lnTo>
                    <a:pt x="1776349" y="295287"/>
                  </a:lnTo>
                  <a:lnTo>
                    <a:pt x="1778063" y="295008"/>
                  </a:lnTo>
                  <a:lnTo>
                    <a:pt x="1779498" y="294182"/>
                  </a:lnTo>
                  <a:lnTo>
                    <a:pt x="1780565" y="292912"/>
                  </a:lnTo>
                  <a:lnTo>
                    <a:pt x="1781124" y="291350"/>
                  </a:lnTo>
                  <a:lnTo>
                    <a:pt x="1781124" y="289699"/>
                  </a:lnTo>
                  <a:close/>
                </a:path>
                <a:path w="3293745" h="295910">
                  <a:moveTo>
                    <a:pt x="1800174" y="289699"/>
                  </a:moveTo>
                  <a:lnTo>
                    <a:pt x="1799615" y="288150"/>
                  </a:lnTo>
                  <a:lnTo>
                    <a:pt x="1798548" y="286880"/>
                  </a:lnTo>
                  <a:lnTo>
                    <a:pt x="1797113" y="286054"/>
                  </a:lnTo>
                  <a:lnTo>
                    <a:pt x="1795487" y="285762"/>
                  </a:lnTo>
                  <a:lnTo>
                    <a:pt x="1793760" y="286054"/>
                  </a:lnTo>
                  <a:lnTo>
                    <a:pt x="1792338" y="286880"/>
                  </a:lnTo>
                  <a:lnTo>
                    <a:pt x="1791271" y="288150"/>
                  </a:lnTo>
                  <a:lnTo>
                    <a:pt x="1790700" y="289699"/>
                  </a:lnTo>
                  <a:lnTo>
                    <a:pt x="1790700" y="291350"/>
                  </a:lnTo>
                  <a:lnTo>
                    <a:pt x="1791271" y="292912"/>
                  </a:lnTo>
                  <a:lnTo>
                    <a:pt x="1792338" y="294182"/>
                  </a:lnTo>
                  <a:lnTo>
                    <a:pt x="1793760" y="295008"/>
                  </a:lnTo>
                  <a:lnTo>
                    <a:pt x="1795399" y="295287"/>
                  </a:lnTo>
                  <a:lnTo>
                    <a:pt x="1797113" y="295008"/>
                  </a:lnTo>
                  <a:lnTo>
                    <a:pt x="1798548" y="294182"/>
                  </a:lnTo>
                  <a:lnTo>
                    <a:pt x="1799615" y="292912"/>
                  </a:lnTo>
                  <a:lnTo>
                    <a:pt x="1800174" y="291350"/>
                  </a:lnTo>
                  <a:lnTo>
                    <a:pt x="1800174" y="289699"/>
                  </a:lnTo>
                  <a:close/>
                </a:path>
                <a:path w="3293745" h="295910">
                  <a:moveTo>
                    <a:pt x="1819224" y="289699"/>
                  </a:moveTo>
                  <a:lnTo>
                    <a:pt x="1818665" y="288150"/>
                  </a:lnTo>
                  <a:lnTo>
                    <a:pt x="1817598" y="286880"/>
                  </a:lnTo>
                  <a:lnTo>
                    <a:pt x="1816163" y="286054"/>
                  </a:lnTo>
                  <a:lnTo>
                    <a:pt x="1814537" y="285762"/>
                  </a:lnTo>
                  <a:lnTo>
                    <a:pt x="1812810" y="286054"/>
                  </a:lnTo>
                  <a:lnTo>
                    <a:pt x="1811388" y="286880"/>
                  </a:lnTo>
                  <a:lnTo>
                    <a:pt x="1810321" y="288150"/>
                  </a:lnTo>
                  <a:lnTo>
                    <a:pt x="1809750" y="289699"/>
                  </a:lnTo>
                  <a:lnTo>
                    <a:pt x="1809750" y="291350"/>
                  </a:lnTo>
                  <a:lnTo>
                    <a:pt x="1810321" y="292912"/>
                  </a:lnTo>
                  <a:lnTo>
                    <a:pt x="1811388" y="294182"/>
                  </a:lnTo>
                  <a:lnTo>
                    <a:pt x="1812810" y="295008"/>
                  </a:lnTo>
                  <a:lnTo>
                    <a:pt x="1814449" y="295287"/>
                  </a:lnTo>
                  <a:lnTo>
                    <a:pt x="1816163" y="295008"/>
                  </a:lnTo>
                  <a:lnTo>
                    <a:pt x="1817598" y="294182"/>
                  </a:lnTo>
                  <a:lnTo>
                    <a:pt x="1818665" y="292912"/>
                  </a:lnTo>
                  <a:lnTo>
                    <a:pt x="1819224" y="291350"/>
                  </a:lnTo>
                  <a:lnTo>
                    <a:pt x="1819224" y="289699"/>
                  </a:lnTo>
                  <a:close/>
                </a:path>
                <a:path w="3293745" h="295910">
                  <a:moveTo>
                    <a:pt x="1838274" y="289699"/>
                  </a:moveTo>
                  <a:lnTo>
                    <a:pt x="1837715" y="288150"/>
                  </a:lnTo>
                  <a:lnTo>
                    <a:pt x="1836648" y="286880"/>
                  </a:lnTo>
                  <a:lnTo>
                    <a:pt x="1835213" y="286054"/>
                  </a:lnTo>
                  <a:lnTo>
                    <a:pt x="1833587" y="285762"/>
                  </a:lnTo>
                  <a:lnTo>
                    <a:pt x="1831860" y="286054"/>
                  </a:lnTo>
                  <a:lnTo>
                    <a:pt x="1830438" y="286880"/>
                  </a:lnTo>
                  <a:lnTo>
                    <a:pt x="1829371" y="288150"/>
                  </a:lnTo>
                  <a:lnTo>
                    <a:pt x="1828800" y="289699"/>
                  </a:lnTo>
                  <a:lnTo>
                    <a:pt x="1828800" y="291350"/>
                  </a:lnTo>
                  <a:lnTo>
                    <a:pt x="1829371" y="292912"/>
                  </a:lnTo>
                  <a:lnTo>
                    <a:pt x="1830438" y="294182"/>
                  </a:lnTo>
                  <a:lnTo>
                    <a:pt x="1831860" y="295008"/>
                  </a:lnTo>
                  <a:lnTo>
                    <a:pt x="1833499" y="295287"/>
                  </a:lnTo>
                  <a:lnTo>
                    <a:pt x="1835213" y="295008"/>
                  </a:lnTo>
                  <a:lnTo>
                    <a:pt x="1836648" y="294182"/>
                  </a:lnTo>
                  <a:lnTo>
                    <a:pt x="1837715" y="292912"/>
                  </a:lnTo>
                  <a:lnTo>
                    <a:pt x="1838274" y="291350"/>
                  </a:lnTo>
                  <a:lnTo>
                    <a:pt x="1838274" y="289699"/>
                  </a:lnTo>
                  <a:close/>
                </a:path>
                <a:path w="3293745" h="295910">
                  <a:moveTo>
                    <a:pt x="1857324" y="289699"/>
                  </a:moveTo>
                  <a:lnTo>
                    <a:pt x="1856765" y="288150"/>
                  </a:lnTo>
                  <a:lnTo>
                    <a:pt x="1855698" y="286880"/>
                  </a:lnTo>
                  <a:lnTo>
                    <a:pt x="1854263" y="286054"/>
                  </a:lnTo>
                  <a:lnTo>
                    <a:pt x="1852637" y="285762"/>
                  </a:lnTo>
                  <a:lnTo>
                    <a:pt x="1850910" y="286054"/>
                  </a:lnTo>
                  <a:lnTo>
                    <a:pt x="1849488" y="286880"/>
                  </a:lnTo>
                  <a:lnTo>
                    <a:pt x="1848421" y="288150"/>
                  </a:lnTo>
                  <a:lnTo>
                    <a:pt x="1847850" y="289699"/>
                  </a:lnTo>
                  <a:lnTo>
                    <a:pt x="1847850" y="291350"/>
                  </a:lnTo>
                  <a:lnTo>
                    <a:pt x="1848421" y="292912"/>
                  </a:lnTo>
                  <a:lnTo>
                    <a:pt x="1849488" y="294182"/>
                  </a:lnTo>
                  <a:lnTo>
                    <a:pt x="1850910" y="295008"/>
                  </a:lnTo>
                  <a:lnTo>
                    <a:pt x="1852549" y="295287"/>
                  </a:lnTo>
                  <a:lnTo>
                    <a:pt x="1854263" y="295008"/>
                  </a:lnTo>
                  <a:lnTo>
                    <a:pt x="1855698" y="294182"/>
                  </a:lnTo>
                  <a:lnTo>
                    <a:pt x="1856765" y="292912"/>
                  </a:lnTo>
                  <a:lnTo>
                    <a:pt x="1857324" y="291350"/>
                  </a:lnTo>
                  <a:lnTo>
                    <a:pt x="1857324" y="289699"/>
                  </a:lnTo>
                  <a:close/>
                </a:path>
                <a:path w="3293745" h="295910">
                  <a:moveTo>
                    <a:pt x="1876374" y="289699"/>
                  </a:moveTo>
                  <a:lnTo>
                    <a:pt x="1875815" y="288150"/>
                  </a:lnTo>
                  <a:lnTo>
                    <a:pt x="1874748" y="286880"/>
                  </a:lnTo>
                  <a:lnTo>
                    <a:pt x="1873313" y="286054"/>
                  </a:lnTo>
                  <a:lnTo>
                    <a:pt x="1871687" y="285762"/>
                  </a:lnTo>
                  <a:lnTo>
                    <a:pt x="1869960" y="286054"/>
                  </a:lnTo>
                  <a:lnTo>
                    <a:pt x="1868538" y="286880"/>
                  </a:lnTo>
                  <a:lnTo>
                    <a:pt x="1867471" y="288150"/>
                  </a:lnTo>
                  <a:lnTo>
                    <a:pt x="1866900" y="289699"/>
                  </a:lnTo>
                  <a:lnTo>
                    <a:pt x="1866900" y="291350"/>
                  </a:lnTo>
                  <a:lnTo>
                    <a:pt x="1867471" y="292912"/>
                  </a:lnTo>
                  <a:lnTo>
                    <a:pt x="1868538" y="294182"/>
                  </a:lnTo>
                  <a:lnTo>
                    <a:pt x="1869960" y="295008"/>
                  </a:lnTo>
                  <a:lnTo>
                    <a:pt x="1871599" y="295287"/>
                  </a:lnTo>
                  <a:lnTo>
                    <a:pt x="1873313" y="295008"/>
                  </a:lnTo>
                  <a:lnTo>
                    <a:pt x="1874748" y="294182"/>
                  </a:lnTo>
                  <a:lnTo>
                    <a:pt x="1875815" y="292912"/>
                  </a:lnTo>
                  <a:lnTo>
                    <a:pt x="1876374" y="291350"/>
                  </a:lnTo>
                  <a:lnTo>
                    <a:pt x="1876374" y="289699"/>
                  </a:lnTo>
                  <a:close/>
                </a:path>
                <a:path w="3293745" h="295910">
                  <a:moveTo>
                    <a:pt x="1895424" y="289699"/>
                  </a:moveTo>
                  <a:lnTo>
                    <a:pt x="1894865" y="288150"/>
                  </a:lnTo>
                  <a:lnTo>
                    <a:pt x="1893798" y="286880"/>
                  </a:lnTo>
                  <a:lnTo>
                    <a:pt x="1892363" y="286054"/>
                  </a:lnTo>
                  <a:lnTo>
                    <a:pt x="1890737" y="285762"/>
                  </a:lnTo>
                  <a:lnTo>
                    <a:pt x="1889010" y="286054"/>
                  </a:lnTo>
                  <a:lnTo>
                    <a:pt x="1887588" y="286880"/>
                  </a:lnTo>
                  <a:lnTo>
                    <a:pt x="1886521" y="288150"/>
                  </a:lnTo>
                  <a:lnTo>
                    <a:pt x="1885950" y="289699"/>
                  </a:lnTo>
                  <a:lnTo>
                    <a:pt x="1885950" y="291350"/>
                  </a:lnTo>
                  <a:lnTo>
                    <a:pt x="1886521" y="292912"/>
                  </a:lnTo>
                  <a:lnTo>
                    <a:pt x="1887588" y="294182"/>
                  </a:lnTo>
                  <a:lnTo>
                    <a:pt x="1889010" y="295008"/>
                  </a:lnTo>
                  <a:lnTo>
                    <a:pt x="1890649" y="295287"/>
                  </a:lnTo>
                  <a:lnTo>
                    <a:pt x="1892363" y="295008"/>
                  </a:lnTo>
                  <a:lnTo>
                    <a:pt x="1893798" y="294182"/>
                  </a:lnTo>
                  <a:lnTo>
                    <a:pt x="1894865" y="292912"/>
                  </a:lnTo>
                  <a:lnTo>
                    <a:pt x="1895424" y="291350"/>
                  </a:lnTo>
                  <a:lnTo>
                    <a:pt x="1895424" y="289699"/>
                  </a:lnTo>
                  <a:close/>
                </a:path>
                <a:path w="3293745" h="295910">
                  <a:moveTo>
                    <a:pt x="1914474" y="289699"/>
                  </a:moveTo>
                  <a:lnTo>
                    <a:pt x="1913915" y="288150"/>
                  </a:lnTo>
                  <a:lnTo>
                    <a:pt x="1912848" y="286880"/>
                  </a:lnTo>
                  <a:lnTo>
                    <a:pt x="1911413" y="286054"/>
                  </a:lnTo>
                  <a:lnTo>
                    <a:pt x="1909787" y="285762"/>
                  </a:lnTo>
                  <a:lnTo>
                    <a:pt x="1908060" y="286054"/>
                  </a:lnTo>
                  <a:lnTo>
                    <a:pt x="1906638" y="286880"/>
                  </a:lnTo>
                  <a:lnTo>
                    <a:pt x="1905571" y="288150"/>
                  </a:lnTo>
                  <a:lnTo>
                    <a:pt x="1905000" y="289699"/>
                  </a:lnTo>
                  <a:lnTo>
                    <a:pt x="1905000" y="291350"/>
                  </a:lnTo>
                  <a:lnTo>
                    <a:pt x="1905571" y="292912"/>
                  </a:lnTo>
                  <a:lnTo>
                    <a:pt x="1906638" y="294182"/>
                  </a:lnTo>
                  <a:lnTo>
                    <a:pt x="1908060" y="295008"/>
                  </a:lnTo>
                  <a:lnTo>
                    <a:pt x="1909699" y="295287"/>
                  </a:lnTo>
                  <a:lnTo>
                    <a:pt x="1911413" y="295008"/>
                  </a:lnTo>
                  <a:lnTo>
                    <a:pt x="1912848" y="294182"/>
                  </a:lnTo>
                  <a:lnTo>
                    <a:pt x="1913915" y="292912"/>
                  </a:lnTo>
                  <a:lnTo>
                    <a:pt x="1914474" y="291350"/>
                  </a:lnTo>
                  <a:lnTo>
                    <a:pt x="1914474" y="289699"/>
                  </a:lnTo>
                  <a:close/>
                </a:path>
                <a:path w="3293745" h="295910">
                  <a:moveTo>
                    <a:pt x="1933524" y="289699"/>
                  </a:moveTo>
                  <a:lnTo>
                    <a:pt x="1932965" y="288150"/>
                  </a:lnTo>
                  <a:lnTo>
                    <a:pt x="1931898" y="286880"/>
                  </a:lnTo>
                  <a:lnTo>
                    <a:pt x="1930463" y="286054"/>
                  </a:lnTo>
                  <a:lnTo>
                    <a:pt x="1928837" y="285762"/>
                  </a:lnTo>
                  <a:lnTo>
                    <a:pt x="1927110" y="286054"/>
                  </a:lnTo>
                  <a:lnTo>
                    <a:pt x="1925688" y="286880"/>
                  </a:lnTo>
                  <a:lnTo>
                    <a:pt x="1924621" y="288150"/>
                  </a:lnTo>
                  <a:lnTo>
                    <a:pt x="1924050" y="289699"/>
                  </a:lnTo>
                  <a:lnTo>
                    <a:pt x="1924050" y="291350"/>
                  </a:lnTo>
                  <a:lnTo>
                    <a:pt x="1924621" y="292912"/>
                  </a:lnTo>
                  <a:lnTo>
                    <a:pt x="1925688" y="294182"/>
                  </a:lnTo>
                  <a:lnTo>
                    <a:pt x="1927110" y="295008"/>
                  </a:lnTo>
                  <a:lnTo>
                    <a:pt x="1928749" y="295287"/>
                  </a:lnTo>
                  <a:lnTo>
                    <a:pt x="1930463" y="295008"/>
                  </a:lnTo>
                  <a:lnTo>
                    <a:pt x="1931898" y="294182"/>
                  </a:lnTo>
                  <a:lnTo>
                    <a:pt x="1932965" y="292912"/>
                  </a:lnTo>
                  <a:lnTo>
                    <a:pt x="1933524" y="291350"/>
                  </a:lnTo>
                  <a:lnTo>
                    <a:pt x="1933524" y="289699"/>
                  </a:lnTo>
                  <a:close/>
                </a:path>
                <a:path w="3293745" h="295910">
                  <a:moveTo>
                    <a:pt x="1952574" y="289699"/>
                  </a:moveTo>
                  <a:lnTo>
                    <a:pt x="1952015" y="288150"/>
                  </a:lnTo>
                  <a:lnTo>
                    <a:pt x="1950948" y="286880"/>
                  </a:lnTo>
                  <a:lnTo>
                    <a:pt x="1949513" y="286054"/>
                  </a:lnTo>
                  <a:lnTo>
                    <a:pt x="1947887" y="285762"/>
                  </a:lnTo>
                  <a:lnTo>
                    <a:pt x="1946160" y="286054"/>
                  </a:lnTo>
                  <a:lnTo>
                    <a:pt x="1944738" y="286880"/>
                  </a:lnTo>
                  <a:lnTo>
                    <a:pt x="1943671" y="288150"/>
                  </a:lnTo>
                  <a:lnTo>
                    <a:pt x="1943100" y="289699"/>
                  </a:lnTo>
                  <a:lnTo>
                    <a:pt x="1943100" y="291350"/>
                  </a:lnTo>
                  <a:lnTo>
                    <a:pt x="1943671" y="292912"/>
                  </a:lnTo>
                  <a:lnTo>
                    <a:pt x="1944738" y="294182"/>
                  </a:lnTo>
                  <a:lnTo>
                    <a:pt x="1946160" y="295008"/>
                  </a:lnTo>
                  <a:lnTo>
                    <a:pt x="1947799" y="295287"/>
                  </a:lnTo>
                  <a:lnTo>
                    <a:pt x="1949513" y="295008"/>
                  </a:lnTo>
                  <a:lnTo>
                    <a:pt x="1950948" y="294182"/>
                  </a:lnTo>
                  <a:lnTo>
                    <a:pt x="1952015" y="292912"/>
                  </a:lnTo>
                  <a:lnTo>
                    <a:pt x="1952574" y="291350"/>
                  </a:lnTo>
                  <a:lnTo>
                    <a:pt x="1952574" y="289699"/>
                  </a:lnTo>
                  <a:close/>
                </a:path>
                <a:path w="3293745" h="295910">
                  <a:moveTo>
                    <a:pt x="1971624" y="289699"/>
                  </a:moveTo>
                  <a:lnTo>
                    <a:pt x="1971065" y="288150"/>
                  </a:lnTo>
                  <a:lnTo>
                    <a:pt x="1969998" y="286880"/>
                  </a:lnTo>
                  <a:lnTo>
                    <a:pt x="1968563" y="286054"/>
                  </a:lnTo>
                  <a:lnTo>
                    <a:pt x="1966937" y="285762"/>
                  </a:lnTo>
                  <a:lnTo>
                    <a:pt x="1965210" y="286054"/>
                  </a:lnTo>
                  <a:lnTo>
                    <a:pt x="1963788" y="286880"/>
                  </a:lnTo>
                  <a:lnTo>
                    <a:pt x="1962721" y="288150"/>
                  </a:lnTo>
                  <a:lnTo>
                    <a:pt x="1962150" y="289699"/>
                  </a:lnTo>
                  <a:lnTo>
                    <a:pt x="1962150" y="291350"/>
                  </a:lnTo>
                  <a:lnTo>
                    <a:pt x="1962721" y="292912"/>
                  </a:lnTo>
                  <a:lnTo>
                    <a:pt x="1963788" y="294182"/>
                  </a:lnTo>
                  <a:lnTo>
                    <a:pt x="1965210" y="295008"/>
                  </a:lnTo>
                  <a:lnTo>
                    <a:pt x="1966849" y="295287"/>
                  </a:lnTo>
                  <a:lnTo>
                    <a:pt x="1968563" y="295008"/>
                  </a:lnTo>
                  <a:lnTo>
                    <a:pt x="1969998" y="294182"/>
                  </a:lnTo>
                  <a:lnTo>
                    <a:pt x="1971065" y="292912"/>
                  </a:lnTo>
                  <a:lnTo>
                    <a:pt x="1971624" y="291350"/>
                  </a:lnTo>
                  <a:lnTo>
                    <a:pt x="1971624" y="289699"/>
                  </a:lnTo>
                  <a:close/>
                </a:path>
                <a:path w="3293745" h="295910">
                  <a:moveTo>
                    <a:pt x="1990674" y="289699"/>
                  </a:moveTo>
                  <a:lnTo>
                    <a:pt x="1990115" y="288150"/>
                  </a:lnTo>
                  <a:lnTo>
                    <a:pt x="1989048" y="286880"/>
                  </a:lnTo>
                  <a:lnTo>
                    <a:pt x="1987613" y="286054"/>
                  </a:lnTo>
                  <a:lnTo>
                    <a:pt x="1985987" y="285762"/>
                  </a:lnTo>
                  <a:lnTo>
                    <a:pt x="1984260" y="286054"/>
                  </a:lnTo>
                  <a:lnTo>
                    <a:pt x="1982838" y="286880"/>
                  </a:lnTo>
                  <a:lnTo>
                    <a:pt x="1981771" y="288150"/>
                  </a:lnTo>
                  <a:lnTo>
                    <a:pt x="1981200" y="289699"/>
                  </a:lnTo>
                  <a:lnTo>
                    <a:pt x="1981200" y="291350"/>
                  </a:lnTo>
                  <a:lnTo>
                    <a:pt x="1981771" y="292912"/>
                  </a:lnTo>
                  <a:lnTo>
                    <a:pt x="1982838" y="294182"/>
                  </a:lnTo>
                  <a:lnTo>
                    <a:pt x="1984260" y="295008"/>
                  </a:lnTo>
                  <a:lnTo>
                    <a:pt x="1985899" y="295287"/>
                  </a:lnTo>
                  <a:lnTo>
                    <a:pt x="1987613" y="295008"/>
                  </a:lnTo>
                  <a:lnTo>
                    <a:pt x="1989048" y="294182"/>
                  </a:lnTo>
                  <a:lnTo>
                    <a:pt x="1990115" y="292912"/>
                  </a:lnTo>
                  <a:lnTo>
                    <a:pt x="1990674" y="291350"/>
                  </a:lnTo>
                  <a:lnTo>
                    <a:pt x="1990674" y="289699"/>
                  </a:lnTo>
                  <a:close/>
                </a:path>
                <a:path w="3293745" h="295910">
                  <a:moveTo>
                    <a:pt x="2009724" y="289699"/>
                  </a:moveTo>
                  <a:lnTo>
                    <a:pt x="2009165" y="288150"/>
                  </a:lnTo>
                  <a:lnTo>
                    <a:pt x="2008098" y="286880"/>
                  </a:lnTo>
                  <a:lnTo>
                    <a:pt x="2006663" y="286054"/>
                  </a:lnTo>
                  <a:lnTo>
                    <a:pt x="2005037" y="285762"/>
                  </a:lnTo>
                  <a:lnTo>
                    <a:pt x="2003310" y="286054"/>
                  </a:lnTo>
                  <a:lnTo>
                    <a:pt x="2001888" y="286880"/>
                  </a:lnTo>
                  <a:lnTo>
                    <a:pt x="2000821" y="288150"/>
                  </a:lnTo>
                  <a:lnTo>
                    <a:pt x="2000250" y="289699"/>
                  </a:lnTo>
                  <a:lnTo>
                    <a:pt x="2000250" y="291350"/>
                  </a:lnTo>
                  <a:lnTo>
                    <a:pt x="2000821" y="292912"/>
                  </a:lnTo>
                  <a:lnTo>
                    <a:pt x="2001888" y="294182"/>
                  </a:lnTo>
                  <a:lnTo>
                    <a:pt x="2003310" y="295008"/>
                  </a:lnTo>
                  <a:lnTo>
                    <a:pt x="2004949" y="295287"/>
                  </a:lnTo>
                  <a:lnTo>
                    <a:pt x="2006663" y="295008"/>
                  </a:lnTo>
                  <a:lnTo>
                    <a:pt x="2008098" y="294182"/>
                  </a:lnTo>
                  <a:lnTo>
                    <a:pt x="2009165" y="292912"/>
                  </a:lnTo>
                  <a:lnTo>
                    <a:pt x="2009724" y="291350"/>
                  </a:lnTo>
                  <a:lnTo>
                    <a:pt x="2009724" y="289699"/>
                  </a:lnTo>
                  <a:close/>
                </a:path>
                <a:path w="3293745" h="295910">
                  <a:moveTo>
                    <a:pt x="2028774" y="289699"/>
                  </a:moveTo>
                  <a:lnTo>
                    <a:pt x="2028215" y="288150"/>
                  </a:lnTo>
                  <a:lnTo>
                    <a:pt x="2027148" y="286880"/>
                  </a:lnTo>
                  <a:lnTo>
                    <a:pt x="2025713" y="286054"/>
                  </a:lnTo>
                  <a:lnTo>
                    <a:pt x="2024087" y="285762"/>
                  </a:lnTo>
                  <a:lnTo>
                    <a:pt x="2022360" y="286054"/>
                  </a:lnTo>
                  <a:lnTo>
                    <a:pt x="2020938" y="286880"/>
                  </a:lnTo>
                  <a:lnTo>
                    <a:pt x="2019871" y="288150"/>
                  </a:lnTo>
                  <a:lnTo>
                    <a:pt x="2019300" y="289699"/>
                  </a:lnTo>
                  <a:lnTo>
                    <a:pt x="2019300" y="291350"/>
                  </a:lnTo>
                  <a:lnTo>
                    <a:pt x="2019871" y="292912"/>
                  </a:lnTo>
                  <a:lnTo>
                    <a:pt x="2020938" y="294182"/>
                  </a:lnTo>
                  <a:lnTo>
                    <a:pt x="2022360" y="295008"/>
                  </a:lnTo>
                  <a:lnTo>
                    <a:pt x="2023999" y="295287"/>
                  </a:lnTo>
                  <a:lnTo>
                    <a:pt x="2025713" y="295008"/>
                  </a:lnTo>
                  <a:lnTo>
                    <a:pt x="2027148" y="294182"/>
                  </a:lnTo>
                  <a:lnTo>
                    <a:pt x="2028215" y="292912"/>
                  </a:lnTo>
                  <a:lnTo>
                    <a:pt x="2028774" y="291350"/>
                  </a:lnTo>
                  <a:lnTo>
                    <a:pt x="2028774" y="289699"/>
                  </a:lnTo>
                  <a:close/>
                </a:path>
                <a:path w="3293745" h="295910">
                  <a:moveTo>
                    <a:pt x="2047824" y="289699"/>
                  </a:moveTo>
                  <a:lnTo>
                    <a:pt x="2047265" y="288150"/>
                  </a:lnTo>
                  <a:lnTo>
                    <a:pt x="2046198" y="286880"/>
                  </a:lnTo>
                  <a:lnTo>
                    <a:pt x="2044763" y="286054"/>
                  </a:lnTo>
                  <a:lnTo>
                    <a:pt x="2043137" y="285762"/>
                  </a:lnTo>
                  <a:lnTo>
                    <a:pt x="2041410" y="286054"/>
                  </a:lnTo>
                  <a:lnTo>
                    <a:pt x="2039988" y="286880"/>
                  </a:lnTo>
                  <a:lnTo>
                    <a:pt x="2038921" y="288150"/>
                  </a:lnTo>
                  <a:lnTo>
                    <a:pt x="2038350" y="289699"/>
                  </a:lnTo>
                  <a:lnTo>
                    <a:pt x="2038350" y="291350"/>
                  </a:lnTo>
                  <a:lnTo>
                    <a:pt x="2038921" y="292912"/>
                  </a:lnTo>
                  <a:lnTo>
                    <a:pt x="2039988" y="294182"/>
                  </a:lnTo>
                  <a:lnTo>
                    <a:pt x="2041410" y="295008"/>
                  </a:lnTo>
                  <a:lnTo>
                    <a:pt x="2043049" y="295287"/>
                  </a:lnTo>
                  <a:lnTo>
                    <a:pt x="2044763" y="295008"/>
                  </a:lnTo>
                  <a:lnTo>
                    <a:pt x="2046198" y="294182"/>
                  </a:lnTo>
                  <a:lnTo>
                    <a:pt x="2047265" y="292912"/>
                  </a:lnTo>
                  <a:lnTo>
                    <a:pt x="2047824" y="291350"/>
                  </a:lnTo>
                  <a:lnTo>
                    <a:pt x="2047824" y="289699"/>
                  </a:lnTo>
                  <a:close/>
                </a:path>
                <a:path w="3293745" h="295910">
                  <a:moveTo>
                    <a:pt x="2066874" y="289699"/>
                  </a:moveTo>
                  <a:lnTo>
                    <a:pt x="2066315" y="288150"/>
                  </a:lnTo>
                  <a:lnTo>
                    <a:pt x="2065248" y="286880"/>
                  </a:lnTo>
                  <a:lnTo>
                    <a:pt x="2063813" y="286054"/>
                  </a:lnTo>
                  <a:lnTo>
                    <a:pt x="2062187" y="285762"/>
                  </a:lnTo>
                  <a:lnTo>
                    <a:pt x="2060460" y="286054"/>
                  </a:lnTo>
                  <a:lnTo>
                    <a:pt x="2059038" y="286880"/>
                  </a:lnTo>
                  <a:lnTo>
                    <a:pt x="2057971" y="288150"/>
                  </a:lnTo>
                  <a:lnTo>
                    <a:pt x="2057400" y="289699"/>
                  </a:lnTo>
                  <a:lnTo>
                    <a:pt x="2057400" y="291350"/>
                  </a:lnTo>
                  <a:lnTo>
                    <a:pt x="2057971" y="292912"/>
                  </a:lnTo>
                  <a:lnTo>
                    <a:pt x="2059038" y="294182"/>
                  </a:lnTo>
                  <a:lnTo>
                    <a:pt x="2060460" y="295008"/>
                  </a:lnTo>
                  <a:lnTo>
                    <a:pt x="2062099" y="295287"/>
                  </a:lnTo>
                  <a:lnTo>
                    <a:pt x="2063813" y="295008"/>
                  </a:lnTo>
                  <a:lnTo>
                    <a:pt x="2065248" y="294182"/>
                  </a:lnTo>
                  <a:lnTo>
                    <a:pt x="2066315" y="292912"/>
                  </a:lnTo>
                  <a:lnTo>
                    <a:pt x="2066874" y="291350"/>
                  </a:lnTo>
                  <a:lnTo>
                    <a:pt x="2066874" y="289699"/>
                  </a:lnTo>
                  <a:close/>
                </a:path>
                <a:path w="3293745" h="295910">
                  <a:moveTo>
                    <a:pt x="2085924" y="289699"/>
                  </a:moveTo>
                  <a:lnTo>
                    <a:pt x="2085365" y="288150"/>
                  </a:lnTo>
                  <a:lnTo>
                    <a:pt x="2084298" y="286880"/>
                  </a:lnTo>
                  <a:lnTo>
                    <a:pt x="2082863" y="286054"/>
                  </a:lnTo>
                  <a:lnTo>
                    <a:pt x="2081237" y="285762"/>
                  </a:lnTo>
                  <a:lnTo>
                    <a:pt x="2079510" y="286054"/>
                  </a:lnTo>
                  <a:lnTo>
                    <a:pt x="2078088" y="286880"/>
                  </a:lnTo>
                  <a:lnTo>
                    <a:pt x="2077021" y="288150"/>
                  </a:lnTo>
                  <a:lnTo>
                    <a:pt x="2076450" y="289699"/>
                  </a:lnTo>
                  <a:lnTo>
                    <a:pt x="2076450" y="291350"/>
                  </a:lnTo>
                  <a:lnTo>
                    <a:pt x="2077021" y="292912"/>
                  </a:lnTo>
                  <a:lnTo>
                    <a:pt x="2078088" y="294182"/>
                  </a:lnTo>
                  <a:lnTo>
                    <a:pt x="2079510" y="295008"/>
                  </a:lnTo>
                  <a:lnTo>
                    <a:pt x="2081149" y="295287"/>
                  </a:lnTo>
                  <a:lnTo>
                    <a:pt x="2082863" y="295008"/>
                  </a:lnTo>
                  <a:lnTo>
                    <a:pt x="2084298" y="294182"/>
                  </a:lnTo>
                  <a:lnTo>
                    <a:pt x="2085365" y="292912"/>
                  </a:lnTo>
                  <a:lnTo>
                    <a:pt x="2085924" y="291350"/>
                  </a:lnTo>
                  <a:lnTo>
                    <a:pt x="2085924" y="289699"/>
                  </a:lnTo>
                  <a:close/>
                </a:path>
                <a:path w="3293745" h="295910">
                  <a:moveTo>
                    <a:pt x="2104974" y="289699"/>
                  </a:moveTo>
                  <a:lnTo>
                    <a:pt x="2104415" y="288150"/>
                  </a:lnTo>
                  <a:lnTo>
                    <a:pt x="2103348" y="286880"/>
                  </a:lnTo>
                  <a:lnTo>
                    <a:pt x="2101913" y="286054"/>
                  </a:lnTo>
                  <a:lnTo>
                    <a:pt x="2100287" y="285762"/>
                  </a:lnTo>
                  <a:lnTo>
                    <a:pt x="2098560" y="286054"/>
                  </a:lnTo>
                  <a:lnTo>
                    <a:pt x="2097138" y="286880"/>
                  </a:lnTo>
                  <a:lnTo>
                    <a:pt x="2096071" y="288150"/>
                  </a:lnTo>
                  <a:lnTo>
                    <a:pt x="2095500" y="289699"/>
                  </a:lnTo>
                  <a:lnTo>
                    <a:pt x="2095500" y="291350"/>
                  </a:lnTo>
                  <a:lnTo>
                    <a:pt x="2096071" y="292912"/>
                  </a:lnTo>
                  <a:lnTo>
                    <a:pt x="2097138" y="294182"/>
                  </a:lnTo>
                  <a:lnTo>
                    <a:pt x="2098560" y="295008"/>
                  </a:lnTo>
                  <a:lnTo>
                    <a:pt x="2100199" y="295287"/>
                  </a:lnTo>
                  <a:lnTo>
                    <a:pt x="2101913" y="295008"/>
                  </a:lnTo>
                  <a:lnTo>
                    <a:pt x="2103348" y="294182"/>
                  </a:lnTo>
                  <a:lnTo>
                    <a:pt x="2104415" y="292912"/>
                  </a:lnTo>
                  <a:lnTo>
                    <a:pt x="2104974" y="291350"/>
                  </a:lnTo>
                  <a:lnTo>
                    <a:pt x="2104974" y="289699"/>
                  </a:lnTo>
                  <a:close/>
                </a:path>
                <a:path w="3293745" h="295910">
                  <a:moveTo>
                    <a:pt x="2124024" y="289699"/>
                  </a:moveTo>
                  <a:lnTo>
                    <a:pt x="2123465" y="288150"/>
                  </a:lnTo>
                  <a:lnTo>
                    <a:pt x="2122398" y="286880"/>
                  </a:lnTo>
                  <a:lnTo>
                    <a:pt x="2120963" y="286054"/>
                  </a:lnTo>
                  <a:lnTo>
                    <a:pt x="2119338" y="285762"/>
                  </a:lnTo>
                  <a:lnTo>
                    <a:pt x="2117610" y="286054"/>
                  </a:lnTo>
                  <a:lnTo>
                    <a:pt x="2116188" y="286880"/>
                  </a:lnTo>
                  <a:lnTo>
                    <a:pt x="2115121" y="288150"/>
                  </a:lnTo>
                  <a:lnTo>
                    <a:pt x="2114550" y="289699"/>
                  </a:lnTo>
                  <a:lnTo>
                    <a:pt x="2114550" y="291350"/>
                  </a:lnTo>
                  <a:lnTo>
                    <a:pt x="2115121" y="292912"/>
                  </a:lnTo>
                  <a:lnTo>
                    <a:pt x="2116188" y="294182"/>
                  </a:lnTo>
                  <a:lnTo>
                    <a:pt x="2117610" y="295008"/>
                  </a:lnTo>
                  <a:lnTo>
                    <a:pt x="2119249" y="295287"/>
                  </a:lnTo>
                  <a:lnTo>
                    <a:pt x="2120963" y="295008"/>
                  </a:lnTo>
                  <a:lnTo>
                    <a:pt x="2122398" y="294182"/>
                  </a:lnTo>
                  <a:lnTo>
                    <a:pt x="2123465" y="292912"/>
                  </a:lnTo>
                  <a:lnTo>
                    <a:pt x="2124024" y="291350"/>
                  </a:lnTo>
                  <a:lnTo>
                    <a:pt x="2124024" y="289699"/>
                  </a:lnTo>
                  <a:close/>
                </a:path>
                <a:path w="3293745" h="295910">
                  <a:moveTo>
                    <a:pt x="2143074" y="289699"/>
                  </a:moveTo>
                  <a:lnTo>
                    <a:pt x="2142515" y="288150"/>
                  </a:lnTo>
                  <a:lnTo>
                    <a:pt x="2141448" y="286880"/>
                  </a:lnTo>
                  <a:lnTo>
                    <a:pt x="2140013" y="286054"/>
                  </a:lnTo>
                  <a:lnTo>
                    <a:pt x="2138388" y="285762"/>
                  </a:lnTo>
                  <a:lnTo>
                    <a:pt x="2136660" y="286054"/>
                  </a:lnTo>
                  <a:lnTo>
                    <a:pt x="2135238" y="286880"/>
                  </a:lnTo>
                  <a:lnTo>
                    <a:pt x="2134171" y="288150"/>
                  </a:lnTo>
                  <a:lnTo>
                    <a:pt x="2133600" y="289699"/>
                  </a:lnTo>
                  <a:lnTo>
                    <a:pt x="2133600" y="291350"/>
                  </a:lnTo>
                  <a:lnTo>
                    <a:pt x="2134171" y="292912"/>
                  </a:lnTo>
                  <a:lnTo>
                    <a:pt x="2135238" y="294182"/>
                  </a:lnTo>
                  <a:lnTo>
                    <a:pt x="2136660" y="295008"/>
                  </a:lnTo>
                  <a:lnTo>
                    <a:pt x="2138299" y="295287"/>
                  </a:lnTo>
                  <a:lnTo>
                    <a:pt x="2140013" y="295008"/>
                  </a:lnTo>
                  <a:lnTo>
                    <a:pt x="2141448" y="294182"/>
                  </a:lnTo>
                  <a:lnTo>
                    <a:pt x="2142515" y="292912"/>
                  </a:lnTo>
                  <a:lnTo>
                    <a:pt x="2143074" y="291350"/>
                  </a:lnTo>
                  <a:lnTo>
                    <a:pt x="2143074" y="289699"/>
                  </a:lnTo>
                  <a:close/>
                </a:path>
                <a:path w="3293745" h="295910">
                  <a:moveTo>
                    <a:pt x="2162124" y="289699"/>
                  </a:moveTo>
                  <a:lnTo>
                    <a:pt x="2161565" y="288150"/>
                  </a:lnTo>
                  <a:lnTo>
                    <a:pt x="2160498" y="286880"/>
                  </a:lnTo>
                  <a:lnTo>
                    <a:pt x="2159063" y="286054"/>
                  </a:lnTo>
                  <a:lnTo>
                    <a:pt x="2157438" y="285762"/>
                  </a:lnTo>
                  <a:lnTo>
                    <a:pt x="2155710" y="286054"/>
                  </a:lnTo>
                  <a:lnTo>
                    <a:pt x="2154288" y="286880"/>
                  </a:lnTo>
                  <a:lnTo>
                    <a:pt x="2153221" y="288150"/>
                  </a:lnTo>
                  <a:lnTo>
                    <a:pt x="2152650" y="289699"/>
                  </a:lnTo>
                  <a:lnTo>
                    <a:pt x="2152650" y="291350"/>
                  </a:lnTo>
                  <a:lnTo>
                    <a:pt x="2153221" y="292912"/>
                  </a:lnTo>
                  <a:lnTo>
                    <a:pt x="2154288" y="294182"/>
                  </a:lnTo>
                  <a:lnTo>
                    <a:pt x="2155710" y="295008"/>
                  </a:lnTo>
                  <a:lnTo>
                    <a:pt x="2157349" y="295287"/>
                  </a:lnTo>
                  <a:lnTo>
                    <a:pt x="2159063" y="295008"/>
                  </a:lnTo>
                  <a:lnTo>
                    <a:pt x="2160498" y="294182"/>
                  </a:lnTo>
                  <a:lnTo>
                    <a:pt x="2161565" y="292912"/>
                  </a:lnTo>
                  <a:lnTo>
                    <a:pt x="2162124" y="291350"/>
                  </a:lnTo>
                  <a:lnTo>
                    <a:pt x="2162124" y="289699"/>
                  </a:lnTo>
                  <a:close/>
                </a:path>
                <a:path w="3293745" h="295910">
                  <a:moveTo>
                    <a:pt x="2181174" y="289699"/>
                  </a:moveTo>
                  <a:lnTo>
                    <a:pt x="2180615" y="288150"/>
                  </a:lnTo>
                  <a:lnTo>
                    <a:pt x="2179548" y="286880"/>
                  </a:lnTo>
                  <a:lnTo>
                    <a:pt x="2178113" y="286054"/>
                  </a:lnTo>
                  <a:lnTo>
                    <a:pt x="2176488" y="285762"/>
                  </a:lnTo>
                  <a:lnTo>
                    <a:pt x="2174760" y="286054"/>
                  </a:lnTo>
                  <a:lnTo>
                    <a:pt x="2173338" y="286880"/>
                  </a:lnTo>
                  <a:lnTo>
                    <a:pt x="2172271" y="288150"/>
                  </a:lnTo>
                  <a:lnTo>
                    <a:pt x="2171700" y="289699"/>
                  </a:lnTo>
                  <a:lnTo>
                    <a:pt x="2171700" y="291350"/>
                  </a:lnTo>
                  <a:lnTo>
                    <a:pt x="2172271" y="292912"/>
                  </a:lnTo>
                  <a:lnTo>
                    <a:pt x="2173338" y="294182"/>
                  </a:lnTo>
                  <a:lnTo>
                    <a:pt x="2174760" y="295008"/>
                  </a:lnTo>
                  <a:lnTo>
                    <a:pt x="2176399" y="295287"/>
                  </a:lnTo>
                  <a:lnTo>
                    <a:pt x="2178113" y="295008"/>
                  </a:lnTo>
                  <a:lnTo>
                    <a:pt x="2179548" y="294182"/>
                  </a:lnTo>
                  <a:lnTo>
                    <a:pt x="2180615" y="292912"/>
                  </a:lnTo>
                  <a:lnTo>
                    <a:pt x="2181174" y="291350"/>
                  </a:lnTo>
                  <a:lnTo>
                    <a:pt x="2181174" y="289699"/>
                  </a:lnTo>
                  <a:close/>
                </a:path>
                <a:path w="3293745" h="295910">
                  <a:moveTo>
                    <a:pt x="2200224" y="289699"/>
                  </a:moveTo>
                  <a:lnTo>
                    <a:pt x="2199665" y="288150"/>
                  </a:lnTo>
                  <a:lnTo>
                    <a:pt x="2198598" y="286880"/>
                  </a:lnTo>
                  <a:lnTo>
                    <a:pt x="2197163" y="286054"/>
                  </a:lnTo>
                  <a:lnTo>
                    <a:pt x="2195538" y="285762"/>
                  </a:lnTo>
                  <a:lnTo>
                    <a:pt x="2193810" y="286054"/>
                  </a:lnTo>
                  <a:lnTo>
                    <a:pt x="2192388" y="286880"/>
                  </a:lnTo>
                  <a:lnTo>
                    <a:pt x="2191321" y="288150"/>
                  </a:lnTo>
                  <a:lnTo>
                    <a:pt x="2190750" y="289699"/>
                  </a:lnTo>
                  <a:lnTo>
                    <a:pt x="2190750" y="291350"/>
                  </a:lnTo>
                  <a:lnTo>
                    <a:pt x="2191321" y="292912"/>
                  </a:lnTo>
                  <a:lnTo>
                    <a:pt x="2192388" y="294182"/>
                  </a:lnTo>
                  <a:lnTo>
                    <a:pt x="2193810" y="295008"/>
                  </a:lnTo>
                  <a:lnTo>
                    <a:pt x="2195449" y="295287"/>
                  </a:lnTo>
                  <a:lnTo>
                    <a:pt x="2197163" y="295008"/>
                  </a:lnTo>
                  <a:lnTo>
                    <a:pt x="2198598" y="294182"/>
                  </a:lnTo>
                  <a:lnTo>
                    <a:pt x="2199665" y="292912"/>
                  </a:lnTo>
                  <a:lnTo>
                    <a:pt x="2200224" y="291350"/>
                  </a:lnTo>
                  <a:lnTo>
                    <a:pt x="2200224" y="289699"/>
                  </a:lnTo>
                  <a:close/>
                </a:path>
                <a:path w="3293745" h="295910">
                  <a:moveTo>
                    <a:pt x="2219274" y="289699"/>
                  </a:moveTo>
                  <a:lnTo>
                    <a:pt x="2218715" y="288150"/>
                  </a:lnTo>
                  <a:lnTo>
                    <a:pt x="2217648" y="286880"/>
                  </a:lnTo>
                  <a:lnTo>
                    <a:pt x="2216213" y="286054"/>
                  </a:lnTo>
                  <a:lnTo>
                    <a:pt x="2214588" y="285762"/>
                  </a:lnTo>
                  <a:lnTo>
                    <a:pt x="2212860" y="286054"/>
                  </a:lnTo>
                  <a:lnTo>
                    <a:pt x="2211438" y="286880"/>
                  </a:lnTo>
                  <a:lnTo>
                    <a:pt x="2210371" y="288150"/>
                  </a:lnTo>
                  <a:lnTo>
                    <a:pt x="2209800" y="289699"/>
                  </a:lnTo>
                  <a:lnTo>
                    <a:pt x="2209800" y="291350"/>
                  </a:lnTo>
                  <a:lnTo>
                    <a:pt x="2210371" y="292912"/>
                  </a:lnTo>
                  <a:lnTo>
                    <a:pt x="2211438" y="294182"/>
                  </a:lnTo>
                  <a:lnTo>
                    <a:pt x="2212860" y="295008"/>
                  </a:lnTo>
                  <a:lnTo>
                    <a:pt x="2214499" y="295287"/>
                  </a:lnTo>
                  <a:lnTo>
                    <a:pt x="2216213" y="295008"/>
                  </a:lnTo>
                  <a:lnTo>
                    <a:pt x="2217648" y="294182"/>
                  </a:lnTo>
                  <a:lnTo>
                    <a:pt x="2218715" y="292912"/>
                  </a:lnTo>
                  <a:lnTo>
                    <a:pt x="2219274" y="291350"/>
                  </a:lnTo>
                  <a:lnTo>
                    <a:pt x="2219274" y="289699"/>
                  </a:lnTo>
                  <a:close/>
                </a:path>
                <a:path w="3293745" h="295910">
                  <a:moveTo>
                    <a:pt x="2238324" y="289699"/>
                  </a:moveTo>
                  <a:lnTo>
                    <a:pt x="2237765" y="288150"/>
                  </a:lnTo>
                  <a:lnTo>
                    <a:pt x="2236698" y="286880"/>
                  </a:lnTo>
                  <a:lnTo>
                    <a:pt x="2235263" y="286054"/>
                  </a:lnTo>
                  <a:lnTo>
                    <a:pt x="2233638" y="285762"/>
                  </a:lnTo>
                  <a:lnTo>
                    <a:pt x="2231910" y="286054"/>
                  </a:lnTo>
                  <a:lnTo>
                    <a:pt x="2230488" y="286880"/>
                  </a:lnTo>
                  <a:lnTo>
                    <a:pt x="2229421" y="288150"/>
                  </a:lnTo>
                  <a:lnTo>
                    <a:pt x="2228850" y="289699"/>
                  </a:lnTo>
                  <a:lnTo>
                    <a:pt x="2228850" y="291350"/>
                  </a:lnTo>
                  <a:lnTo>
                    <a:pt x="2229421" y="292912"/>
                  </a:lnTo>
                  <a:lnTo>
                    <a:pt x="2230488" y="294182"/>
                  </a:lnTo>
                  <a:lnTo>
                    <a:pt x="2231910" y="295008"/>
                  </a:lnTo>
                  <a:lnTo>
                    <a:pt x="2233549" y="295287"/>
                  </a:lnTo>
                  <a:lnTo>
                    <a:pt x="2235263" y="295008"/>
                  </a:lnTo>
                  <a:lnTo>
                    <a:pt x="2236698" y="294182"/>
                  </a:lnTo>
                  <a:lnTo>
                    <a:pt x="2237765" y="292912"/>
                  </a:lnTo>
                  <a:lnTo>
                    <a:pt x="2238324" y="291350"/>
                  </a:lnTo>
                  <a:lnTo>
                    <a:pt x="2238324" y="289699"/>
                  </a:lnTo>
                  <a:close/>
                </a:path>
                <a:path w="3293745" h="295910">
                  <a:moveTo>
                    <a:pt x="2257374" y="289699"/>
                  </a:moveTo>
                  <a:lnTo>
                    <a:pt x="2256815" y="288150"/>
                  </a:lnTo>
                  <a:lnTo>
                    <a:pt x="2255748" y="286880"/>
                  </a:lnTo>
                  <a:lnTo>
                    <a:pt x="2254313" y="286054"/>
                  </a:lnTo>
                  <a:lnTo>
                    <a:pt x="2252688" y="285762"/>
                  </a:lnTo>
                  <a:lnTo>
                    <a:pt x="2250960" y="286054"/>
                  </a:lnTo>
                  <a:lnTo>
                    <a:pt x="2249538" y="286880"/>
                  </a:lnTo>
                  <a:lnTo>
                    <a:pt x="2248471" y="288150"/>
                  </a:lnTo>
                  <a:lnTo>
                    <a:pt x="2247900" y="289699"/>
                  </a:lnTo>
                  <a:lnTo>
                    <a:pt x="2247900" y="291350"/>
                  </a:lnTo>
                  <a:lnTo>
                    <a:pt x="2248471" y="292912"/>
                  </a:lnTo>
                  <a:lnTo>
                    <a:pt x="2249538" y="294182"/>
                  </a:lnTo>
                  <a:lnTo>
                    <a:pt x="2250960" y="295008"/>
                  </a:lnTo>
                  <a:lnTo>
                    <a:pt x="2252599" y="295287"/>
                  </a:lnTo>
                  <a:lnTo>
                    <a:pt x="2254313" y="295008"/>
                  </a:lnTo>
                  <a:lnTo>
                    <a:pt x="2255748" y="294182"/>
                  </a:lnTo>
                  <a:lnTo>
                    <a:pt x="2256815" y="292912"/>
                  </a:lnTo>
                  <a:lnTo>
                    <a:pt x="2257374" y="291350"/>
                  </a:lnTo>
                  <a:lnTo>
                    <a:pt x="2257374" y="289699"/>
                  </a:lnTo>
                  <a:close/>
                </a:path>
                <a:path w="3293745" h="295910">
                  <a:moveTo>
                    <a:pt x="2276424" y="289699"/>
                  </a:moveTo>
                  <a:lnTo>
                    <a:pt x="2275865" y="288150"/>
                  </a:lnTo>
                  <a:lnTo>
                    <a:pt x="2274798" y="286880"/>
                  </a:lnTo>
                  <a:lnTo>
                    <a:pt x="2273363" y="286054"/>
                  </a:lnTo>
                  <a:lnTo>
                    <a:pt x="2271738" y="285762"/>
                  </a:lnTo>
                  <a:lnTo>
                    <a:pt x="2270010" y="286054"/>
                  </a:lnTo>
                  <a:lnTo>
                    <a:pt x="2268588" y="286880"/>
                  </a:lnTo>
                  <a:lnTo>
                    <a:pt x="2267521" y="288150"/>
                  </a:lnTo>
                  <a:lnTo>
                    <a:pt x="2266950" y="289699"/>
                  </a:lnTo>
                  <a:lnTo>
                    <a:pt x="2266950" y="291350"/>
                  </a:lnTo>
                  <a:lnTo>
                    <a:pt x="2267521" y="292912"/>
                  </a:lnTo>
                  <a:lnTo>
                    <a:pt x="2268588" y="294182"/>
                  </a:lnTo>
                  <a:lnTo>
                    <a:pt x="2270010" y="295008"/>
                  </a:lnTo>
                  <a:lnTo>
                    <a:pt x="2271649" y="295287"/>
                  </a:lnTo>
                  <a:lnTo>
                    <a:pt x="2273363" y="295008"/>
                  </a:lnTo>
                  <a:lnTo>
                    <a:pt x="2274798" y="294182"/>
                  </a:lnTo>
                  <a:lnTo>
                    <a:pt x="2275865" y="292912"/>
                  </a:lnTo>
                  <a:lnTo>
                    <a:pt x="2276424" y="291350"/>
                  </a:lnTo>
                  <a:lnTo>
                    <a:pt x="2276424" y="289699"/>
                  </a:lnTo>
                  <a:close/>
                </a:path>
                <a:path w="3293745" h="295910">
                  <a:moveTo>
                    <a:pt x="2295474" y="289699"/>
                  </a:moveTo>
                  <a:lnTo>
                    <a:pt x="2294915" y="288150"/>
                  </a:lnTo>
                  <a:lnTo>
                    <a:pt x="2293848" y="286880"/>
                  </a:lnTo>
                  <a:lnTo>
                    <a:pt x="2292413" y="286054"/>
                  </a:lnTo>
                  <a:lnTo>
                    <a:pt x="2290788" y="285762"/>
                  </a:lnTo>
                  <a:lnTo>
                    <a:pt x="2289060" y="286054"/>
                  </a:lnTo>
                  <a:lnTo>
                    <a:pt x="2287638" y="286880"/>
                  </a:lnTo>
                  <a:lnTo>
                    <a:pt x="2286571" y="288150"/>
                  </a:lnTo>
                  <a:lnTo>
                    <a:pt x="2286000" y="289699"/>
                  </a:lnTo>
                  <a:lnTo>
                    <a:pt x="2286000" y="291350"/>
                  </a:lnTo>
                  <a:lnTo>
                    <a:pt x="2286571" y="292912"/>
                  </a:lnTo>
                  <a:lnTo>
                    <a:pt x="2287638" y="294182"/>
                  </a:lnTo>
                  <a:lnTo>
                    <a:pt x="2289060" y="295008"/>
                  </a:lnTo>
                  <a:lnTo>
                    <a:pt x="2290699" y="295287"/>
                  </a:lnTo>
                  <a:lnTo>
                    <a:pt x="2292413" y="295008"/>
                  </a:lnTo>
                  <a:lnTo>
                    <a:pt x="2293848" y="294182"/>
                  </a:lnTo>
                  <a:lnTo>
                    <a:pt x="2294915" y="292912"/>
                  </a:lnTo>
                  <a:lnTo>
                    <a:pt x="2295474" y="291350"/>
                  </a:lnTo>
                  <a:lnTo>
                    <a:pt x="2295474" y="289699"/>
                  </a:lnTo>
                  <a:close/>
                </a:path>
                <a:path w="3293745" h="295910">
                  <a:moveTo>
                    <a:pt x="2314524" y="289699"/>
                  </a:moveTo>
                  <a:lnTo>
                    <a:pt x="2313965" y="288150"/>
                  </a:lnTo>
                  <a:lnTo>
                    <a:pt x="2312898" y="286880"/>
                  </a:lnTo>
                  <a:lnTo>
                    <a:pt x="2311463" y="286054"/>
                  </a:lnTo>
                  <a:lnTo>
                    <a:pt x="2309838" y="285762"/>
                  </a:lnTo>
                  <a:lnTo>
                    <a:pt x="2308110" y="286054"/>
                  </a:lnTo>
                  <a:lnTo>
                    <a:pt x="2306688" y="286880"/>
                  </a:lnTo>
                  <a:lnTo>
                    <a:pt x="2305621" y="288150"/>
                  </a:lnTo>
                  <a:lnTo>
                    <a:pt x="2305050" y="289699"/>
                  </a:lnTo>
                  <a:lnTo>
                    <a:pt x="2305050" y="291350"/>
                  </a:lnTo>
                  <a:lnTo>
                    <a:pt x="2305621" y="292912"/>
                  </a:lnTo>
                  <a:lnTo>
                    <a:pt x="2306688" y="294182"/>
                  </a:lnTo>
                  <a:lnTo>
                    <a:pt x="2308110" y="295008"/>
                  </a:lnTo>
                  <a:lnTo>
                    <a:pt x="2309749" y="295287"/>
                  </a:lnTo>
                  <a:lnTo>
                    <a:pt x="2311463" y="295008"/>
                  </a:lnTo>
                  <a:lnTo>
                    <a:pt x="2312898" y="294182"/>
                  </a:lnTo>
                  <a:lnTo>
                    <a:pt x="2313965" y="292912"/>
                  </a:lnTo>
                  <a:lnTo>
                    <a:pt x="2314524" y="291350"/>
                  </a:lnTo>
                  <a:lnTo>
                    <a:pt x="2314524" y="289699"/>
                  </a:lnTo>
                  <a:close/>
                </a:path>
                <a:path w="3293745" h="295910">
                  <a:moveTo>
                    <a:pt x="2333574" y="289699"/>
                  </a:moveTo>
                  <a:lnTo>
                    <a:pt x="2333015" y="288150"/>
                  </a:lnTo>
                  <a:lnTo>
                    <a:pt x="2331948" y="286880"/>
                  </a:lnTo>
                  <a:lnTo>
                    <a:pt x="2330513" y="286054"/>
                  </a:lnTo>
                  <a:lnTo>
                    <a:pt x="2328888" y="285762"/>
                  </a:lnTo>
                  <a:lnTo>
                    <a:pt x="2327160" y="286054"/>
                  </a:lnTo>
                  <a:lnTo>
                    <a:pt x="2325738" y="286880"/>
                  </a:lnTo>
                  <a:lnTo>
                    <a:pt x="2324671" y="288150"/>
                  </a:lnTo>
                  <a:lnTo>
                    <a:pt x="2324100" y="289699"/>
                  </a:lnTo>
                  <a:lnTo>
                    <a:pt x="2324100" y="291350"/>
                  </a:lnTo>
                  <a:lnTo>
                    <a:pt x="2324671" y="292912"/>
                  </a:lnTo>
                  <a:lnTo>
                    <a:pt x="2325738" y="294182"/>
                  </a:lnTo>
                  <a:lnTo>
                    <a:pt x="2327160" y="295008"/>
                  </a:lnTo>
                  <a:lnTo>
                    <a:pt x="2328799" y="295287"/>
                  </a:lnTo>
                  <a:lnTo>
                    <a:pt x="2330513" y="295008"/>
                  </a:lnTo>
                  <a:lnTo>
                    <a:pt x="2331948" y="294182"/>
                  </a:lnTo>
                  <a:lnTo>
                    <a:pt x="2333015" y="292912"/>
                  </a:lnTo>
                  <a:lnTo>
                    <a:pt x="2333574" y="291350"/>
                  </a:lnTo>
                  <a:lnTo>
                    <a:pt x="2333574" y="289699"/>
                  </a:lnTo>
                  <a:close/>
                </a:path>
                <a:path w="3293745" h="295910">
                  <a:moveTo>
                    <a:pt x="2352624" y="289699"/>
                  </a:moveTo>
                  <a:lnTo>
                    <a:pt x="2352065" y="288150"/>
                  </a:lnTo>
                  <a:lnTo>
                    <a:pt x="2350998" y="286880"/>
                  </a:lnTo>
                  <a:lnTo>
                    <a:pt x="2349563" y="286054"/>
                  </a:lnTo>
                  <a:lnTo>
                    <a:pt x="2347938" y="285762"/>
                  </a:lnTo>
                  <a:lnTo>
                    <a:pt x="2346210" y="286054"/>
                  </a:lnTo>
                  <a:lnTo>
                    <a:pt x="2344788" y="286880"/>
                  </a:lnTo>
                  <a:lnTo>
                    <a:pt x="2343721" y="288150"/>
                  </a:lnTo>
                  <a:lnTo>
                    <a:pt x="2343150" y="289699"/>
                  </a:lnTo>
                  <a:lnTo>
                    <a:pt x="2343150" y="291350"/>
                  </a:lnTo>
                  <a:lnTo>
                    <a:pt x="2343721" y="292912"/>
                  </a:lnTo>
                  <a:lnTo>
                    <a:pt x="2344788" y="294182"/>
                  </a:lnTo>
                  <a:lnTo>
                    <a:pt x="2346210" y="295008"/>
                  </a:lnTo>
                  <a:lnTo>
                    <a:pt x="2347849" y="295287"/>
                  </a:lnTo>
                  <a:lnTo>
                    <a:pt x="2349563" y="295008"/>
                  </a:lnTo>
                  <a:lnTo>
                    <a:pt x="2350998" y="294182"/>
                  </a:lnTo>
                  <a:lnTo>
                    <a:pt x="2352065" y="292912"/>
                  </a:lnTo>
                  <a:lnTo>
                    <a:pt x="2352624" y="291350"/>
                  </a:lnTo>
                  <a:lnTo>
                    <a:pt x="2352624" y="289699"/>
                  </a:lnTo>
                  <a:close/>
                </a:path>
                <a:path w="3293745" h="295910">
                  <a:moveTo>
                    <a:pt x="2371674" y="289699"/>
                  </a:moveTo>
                  <a:lnTo>
                    <a:pt x="2371115" y="288150"/>
                  </a:lnTo>
                  <a:lnTo>
                    <a:pt x="2370048" y="286880"/>
                  </a:lnTo>
                  <a:lnTo>
                    <a:pt x="2368613" y="286054"/>
                  </a:lnTo>
                  <a:lnTo>
                    <a:pt x="2366988" y="285762"/>
                  </a:lnTo>
                  <a:lnTo>
                    <a:pt x="2365260" y="286054"/>
                  </a:lnTo>
                  <a:lnTo>
                    <a:pt x="2363838" y="286880"/>
                  </a:lnTo>
                  <a:lnTo>
                    <a:pt x="2362771" y="288150"/>
                  </a:lnTo>
                  <a:lnTo>
                    <a:pt x="2362200" y="289699"/>
                  </a:lnTo>
                  <a:lnTo>
                    <a:pt x="2362200" y="291350"/>
                  </a:lnTo>
                  <a:lnTo>
                    <a:pt x="2362771" y="292912"/>
                  </a:lnTo>
                  <a:lnTo>
                    <a:pt x="2363838" y="294182"/>
                  </a:lnTo>
                  <a:lnTo>
                    <a:pt x="2365260" y="295008"/>
                  </a:lnTo>
                  <a:lnTo>
                    <a:pt x="2366899" y="295287"/>
                  </a:lnTo>
                  <a:lnTo>
                    <a:pt x="2368613" y="295008"/>
                  </a:lnTo>
                  <a:lnTo>
                    <a:pt x="2370048" y="294182"/>
                  </a:lnTo>
                  <a:lnTo>
                    <a:pt x="2371115" y="292912"/>
                  </a:lnTo>
                  <a:lnTo>
                    <a:pt x="2371674" y="291350"/>
                  </a:lnTo>
                  <a:lnTo>
                    <a:pt x="2371674" y="289699"/>
                  </a:lnTo>
                  <a:close/>
                </a:path>
                <a:path w="3293745" h="295910">
                  <a:moveTo>
                    <a:pt x="2390724" y="289699"/>
                  </a:moveTo>
                  <a:lnTo>
                    <a:pt x="2390165" y="288150"/>
                  </a:lnTo>
                  <a:lnTo>
                    <a:pt x="2389098" y="286880"/>
                  </a:lnTo>
                  <a:lnTo>
                    <a:pt x="2387663" y="286054"/>
                  </a:lnTo>
                  <a:lnTo>
                    <a:pt x="2386038" y="285762"/>
                  </a:lnTo>
                  <a:lnTo>
                    <a:pt x="2384310" y="286054"/>
                  </a:lnTo>
                  <a:lnTo>
                    <a:pt x="2382888" y="286880"/>
                  </a:lnTo>
                  <a:lnTo>
                    <a:pt x="2381821" y="288150"/>
                  </a:lnTo>
                  <a:lnTo>
                    <a:pt x="2381250" y="289699"/>
                  </a:lnTo>
                  <a:lnTo>
                    <a:pt x="2381250" y="291350"/>
                  </a:lnTo>
                  <a:lnTo>
                    <a:pt x="2381821" y="292912"/>
                  </a:lnTo>
                  <a:lnTo>
                    <a:pt x="2382888" y="294182"/>
                  </a:lnTo>
                  <a:lnTo>
                    <a:pt x="2384310" y="295008"/>
                  </a:lnTo>
                  <a:lnTo>
                    <a:pt x="2385949" y="295287"/>
                  </a:lnTo>
                  <a:lnTo>
                    <a:pt x="2387663" y="295008"/>
                  </a:lnTo>
                  <a:lnTo>
                    <a:pt x="2389098" y="294182"/>
                  </a:lnTo>
                  <a:lnTo>
                    <a:pt x="2390165" y="292912"/>
                  </a:lnTo>
                  <a:lnTo>
                    <a:pt x="2390724" y="291350"/>
                  </a:lnTo>
                  <a:lnTo>
                    <a:pt x="2390724" y="289699"/>
                  </a:lnTo>
                  <a:close/>
                </a:path>
                <a:path w="3293745" h="295910">
                  <a:moveTo>
                    <a:pt x="2409774" y="289699"/>
                  </a:moveTo>
                  <a:lnTo>
                    <a:pt x="2409215" y="288150"/>
                  </a:lnTo>
                  <a:lnTo>
                    <a:pt x="2408148" y="286880"/>
                  </a:lnTo>
                  <a:lnTo>
                    <a:pt x="2406713" y="286054"/>
                  </a:lnTo>
                  <a:lnTo>
                    <a:pt x="2405088" y="285762"/>
                  </a:lnTo>
                  <a:lnTo>
                    <a:pt x="2403360" y="286054"/>
                  </a:lnTo>
                  <a:lnTo>
                    <a:pt x="2401938" y="286880"/>
                  </a:lnTo>
                  <a:lnTo>
                    <a:pt x="2400871" y="288150"/>
                  </a:lnTo>
                  <a:lnTo>
                    <a:pt x="2400300" y="289699"/>
                  </a:lnTo>
                  <a:lnTo>
                    <a:pt x="2400300" y="291350"/>
                  </a:lnTo>
                  <a:lnTo>
                    <a:pt x="2400871" y="292912"/>
                  </a:lnTo>
                  <a:lnTo>
                    <a:pt x="2401938" y="294182"/>
                  </a:lnTo>
                  <a:lnTo>
                    <a:pt x="2403360" y="295008"/>
                  </a:lnTo>
                  <a:lnTo>
                    <a:pt x="2404999" y="295287"/>
                  </a:lnTo>
                  <a:lnTo>
                    <a:pt x="2406713" y="295008"/>
                  </a:lnTo>
                  <a:lnTo>
                    <a:pt x="2408148" y="294182"/>
                  </a:lnTo>
                  <a:lnTo>
                    <a:pt x="2409215" y="292912"/>
                  </a:lnTo>
                  <a:lnTo>
                    <a:pt x="2409774" y="291350"/>
                  </a:lnTo>
                  <a:lnTo>
                    <a:pt x="2409774" y="289699"/>
                  </a:lnTo>
                  <a:close/>
                </a:path>
                <a:path w="3293745" h="295910">
                  <a:moveTo>
                    <a:pt x="2428824" y="289699"/>
                  </a:moveTo>
                  <a:lnTo>
                    <a:pt x="2428265" y="288150"/>
                  </a:lnTo>
                  <a:lnTo>
                    <a:pt x="2427198" y="286880"/>
                  </a:lnTo>
                  <a:lnTo>
                    <a:pt x="2425763" y="286054"/>
                  </a:lnTo>
                  <a:lnTo>
                    <a:pt x="2424138" y="285762"/>
                  </a:lnTo>
                  <a:lnTo>
                    <a:pt x="2422410" y="286054"/>
                  </a:lnTo>
                  <a:lnTo>
                    <a:pt x="2420988" y="286880"/>
                  </a:lnTo>
                  <a:lnTo>
                    <a:pt x="2419921" y="288150"/>
                  </a:lnTo>
                  <a:lnTo>
                    <a:pt x="2419350" y="289699"/>
                  </a:lnTo>
                  <a:lnTo>
                    <a:pt x="2419350" y="291350"/>
                  </a:lnTo>
                  <a:lnTo>
                    <a:pt x="2419921" y="292912"/>
                  </a:lnTo>
                  <a:lnTo>
                    <a:pt x="2420988" y="294182"/>
                  </a:lnTo>
                  <a:lnTo>
                    <a:pt x="2422410" y="295008"/>
                  </a:lnTo>
                  <a:lnTo>
                    <a:pt x="2424049" y="295287"/>
                  </a:lnTo>
                  <a:lnTo>
                    <a:pt x="2425763" y="295008"/>
                  </a:lnTo>
                  <a:lnTo>
                    <a:pt x="2427198" y="294182"/>
                  </a:lnTo>
                  <a:lnTo>
                    <a:pt x="2428265" y="292912"/>
                  </a:lnTo>
                  <a:lnTo>
                    <a:pt x="2428824" y="291350"/>
                  </a:lnTo>
                  <a:lnTo>
                    <a:pt x="2428824" y="289699"/>
                  </a:lnTo>
                  <a:close/>
                </a:path>
                <a:path w="3293745" h="295910">
                  <a:moveTo>
                    <a:pt x="2447874" y="289699"/>
                  </a:moveTo>
                  <a:lnTo>
                    <a:pt x="2447315" y="288150"/>
                  </a:lnTo>
                  <a:lnTo>
                    <a:pt x="2446248" y="286880"/>
                  </a:lnTo>
                  <a:lnTo>
                    <a:pt x="2444813" y="286054"/>
                  </a:lnTo>
                  <a:lnTo>
                    <a:pt x="2443188" y="285762"/>
                  </a:lnTo>
                  <a:lnTo>
                    <a:pt x="2441460" y="286054"/>
                  </a:lnTo>
                  <a:lnTo>
                    <a:pt x="2440038" y="286880"/>
                  </a:lnTo>
                  <a:lnTo>
                    <a:pt x="2438971" y="288150"/>
                  </a:lnTo>
                  <a:lnTo>
                    <a:pt x="2438400" y="289699"/>
                  </a:lnTo>
                  <a:lnTo>
                    <a:pt x="2438400" y="291350"/>
                  </a:lnTo>
                  <a:lnTo>
                    <a:pt x="2438971" y="292912"/>
                  </a:lnTo>
                  <a:lnTo>
                    <a:pt x="2440038" y="294182"/>
                  </a:lnTo>
                  <a:lnTo>
                    <a:pt x="2441460" y="295008"/>
                  </a:lnTo>
                  <a:lnTo>
                    <a:pt x="2443099" y="295287"/>
                  </a:lnTo>
                  <a:lnTo>
                    <a:pt x="2444813" y="295008"/>
                  </a:lnTo>
                  <a:lnTo>
                    <a:pt x="2446248" y="294182"/>
                  </a:lnTo>
                  <a:lnTo>
                    <a:pt x="2447315" y="292912"/>
                  </a:lnTo>
                  <a:lnTo>
                    <a:pt x="2447874" y="291350"/>
                  </a:lnTo>
                  <a:lnTo>
                    <a:pt x="2447874" y="289699"/>
                  </a:lnTo>
                  <a:close/>
                </a:path>
                <a:path w="3293745" h="295910">
                  <a:moveTo>
                    <a:pt x="2466924" y="289699"/>
                  </a:moveTo>
                  <a:lnTo>
                    <a:pt x="2466365" y="288150"/>
                  </a:lnTo>
                  <a:lnTo>
                    <a:pt x="2465298" y="286880"/>
                  </a:lnTo>
                  <a:lnTo>
                    <a:pt x="2463863" y="286054"/>
                  </a:lnTo>
                  <a:lnTo>
                    <a:pt x="2462238" y="285762"/>
                  </a:lnTo>
                  <a:lnTo>
                    <a:pt x="2460510" y="286054"/>
                  </a:lnTo>
                  <a:lnTo>
                    <a:pt x="2459088" y="286880"/>
                  </a:lnTo>
                  <a:lnTo>
                    <a:pt x="2458021" y="288150"/>
                  </a:lnTo>
                  <a:lnTo>
                    <a:pt x="2457450" y="289699"/>
                  </a:lnTo>
                  <a:lnTo>
                    <a:pt x="2457450" y="291350"/>
                  </a:lnTo>
                  <a:lnTo>
                    <a:pt x="2458021" y="292912"/>
                  </a:lnTo>
                  <a:lnTo>
                    <a:pt x="2459088" y="294182"/>
                  </a:lnTo>
                  <a:lnTo>
                    <a:pt x="2460510" y="295008"/>
                  </a:lnTo>
                  <a:lnTo>
                    <a:pt x="2462149" y="295287"/>
                  </a:lnTo>
                  <a:lnTo>
                    <a:pt x="2463863" y="295008"/>
                  </a:lnTo>
                  <a:lnTo>
                    <a:pt x="2465298" y="294182"/>
                  </a:lnTo>
                  <a:lnTo>
                    <a:pt x="2466365" y="292912"/>
                  </a:lnTo>
                  <a:lnTo>
                    <a:pt x="2466924" y="291350"/>
                  </a:lnTo>
                  <a:lnTo>
                    <a:pt x="2466924" y="289699"/>
                  </a:lnTo>
                  <a:close/>
                </a:path>
                <a:path w="3293745" h="295910">
                  <a:moveTo>
                    <a:pt x="2485974" y="289699"/>
                  </a:moveTo>
                  <a:lnTo>
                    <a:pt x="2485415" y="288150"/>
                  </a:lnTo>
                  <a:lnTo>
                    <a:pt x="2484348" y="286880"/>
                  </a:lnTo>
                  <a:lnTo>
                    <a:pt x="2482913" y="286054"/>
                  </a:lnTo>
                  <a:lnTo>
                    <a:pt x="2481288" y="285762"/>
                  </a:lnTo>
                  <a:lnTo>
                    <a:pt x="2479560" y="286054"/>
                  </a:lnTo>
                  <a:lnTo>
                    <a:pt x="2478138" y="286880"/>
                  </a:lnTo>
                  <a:lnTo>
                    <a:pt x="2477071" y="288150"/>
                  </a:lnTo>
                  <a:lnTo>
                    <a:pt x="2476500" y="289699"/>
                  </a:lnTo>
                  <a:lnTo>
                    <a:pt x="2476500" y="291350"/>
                  </a:lnTo>
                  <a:lnTo>
                    <a:pt x="2477071" y="292912"/>
                  </a:lnTo>
                  <a:lnTo>
                    <a:pt x="2478138" y="294182"/>
                  </a:lnTo>
                  <a:lnTo>
                    <a:pt x="2479560" y="295008"/>
                  </a:lnTo>
                  <a:lnTo>
                    <a:pt x="2481199" y="295287"/>
                  </a:lnTo>
                  <a:lnTo>
                    <a:pt x="2482913" y="295008"/>
                  </a:lnTo>
                  <a:lnTo>
                    <a:pt x="2484348" y="294182"/>
                  </a:lnTo>
                  <a:lnTo>
                    <a:pt x="2485415" y="292912"/>
                  </a:lnTo>
                  <a:lnTo>
                    <a:pt x="2485974" y="291350"/>
                  </a:lnTo>
                  <a:lnTo>
                    <a:pt x="2485974" y="289699"/>
                  </a:lnTo>
                  <a:close/>
                </a:path>
                <a:path w="3293745" h="295910">
                  <a:moveTo>
                    <a:pt x="2505024" y="289699"/>
                  </a:moveTo>
                  <a:lnTo>
                    <a:pt x="2504465" y="288150"/>
                  </a:lnTo>
                  <a:lnTo>
                    <a:pt x="2503398" y="286880"/>
                  </a:lnTo>
                  <a:lnTo>
                    <a:pt x="2501963" y="286054"/>
                  </a:lnTo>
                  <a:lnTo>
                    <a:pt x="2500338" y="285762"/>
                  </a:lnTo>
                  <a:lnTo>
                    <a:pt x="2498610" y="286054"/>
                  </a:lnTo>
                  <a:lnTo>
                    <a:pt x="2497188" y="286880"/>
                  </a:lnTo>
                  <a:lnTo>
                    <a:pt x="2496121" y="288150"/>
                  </a:lnTo>
                  <a:lnTo>
                    <a:pt x="2495550" y="289699"/>
                  </a:lnTo>
                  <a:lnTo>
                    <a:pt x="2495550" y="291350"/>
                  </a:lnTo>
                  <a:lnTo>
                    <a:pt x="2496121" y="292912"/>
                  </a:lnTo>
                  <a:lnTo>
                    <a:pt x="2497188" y="294182"/>
                  </a:lnTo>
                  <a:lnTo>
                    <a:pt x="2498610" y="295008"/>
                  </a:lnTo>
                  <a:lnTo>
                    <a:pt x="2500249" y="295287"/>
                  </a:lnTo>
                  <a:lnTo>
                    <a:pt x="2501963" y="295008"/>
                  </a:lnTo>
                  <a:lnTo>
                    <a:pt x="2503398" y="294182"/>
                  </a:lnTo>
                  <a:lnTo>
                    <a:pt x="2504465" y="292912"/>
                  </a:lnTo>
                  <a:lnTo>
                    <a:pt x="2505024" y="291350"/>
                  </a:lnTo>
                  <a:lnTo>
                    <a:pt x="2505024" y="289699"/>
                  </a:lnTo>
                  <a:close/>
                </a:path>
                <a:path w="3293745" h="295910">
                  <a:moveTo>
                    <a:pt x="2524074" y="289699"/>
                  </a:moveTo>
                  <a:lnTo>
                    <a:pt x="2523515" y="288150"/>
                  </a:lnTo>
                  <a:lnTo>
                    <a:pt x="2522448" y="286880"/>
                  </a:lnTo>
                  <a:lnTo>
                    <a:pt x="2521013" y="286054"/>
                  </a:lnTo>
                  <a:lnTo>
                    <a:pt x="2519388" y="285762"/>
                  </a:lnTo>
                  <a:lnTo>
                    <a:pt x="2517660" y="286054"/>
                  </a:lnTo>
                  <a:lnTo>
                    <a:pt x="2516238" y="286880"/>
                  </a:lnTo>
                  <a:lnTo>
                    <a:pt x="2515171" y="288150"/>
                  </a:lnTo>
                  <a:lnTo>
                    <a:pt x="2514600" y="289699"/>
                  </a:lnTo>
                  <a:lnTo>
                    <a:pt x="2514600" y="291350"/>
                  </a:lnTo>
                  <a:lnTo>
                    <a:pt x="2515171" y="292912"/>
                  </a:lnTo>
                  <a:lnTo>
                    <a:pt x="2516238" y="294182"/>
                  </a:lnTo>
                  <a:lnTo>
                    <a:pt x="2517660" y="295008"/>
                  </a:lnTo>
                  <a:lnTo>
                    <a:pt x="2519299" y="295287"/>
                  </a:lnTo>
                  <a:lnTo>
                    <a:pt x="2521013" y="295008"/>
                  </a:lnTo>
                  <a:lnTo>
                    <a:pt x="2522448" y="294182"/>
                  </a:lnTo>
                  <a:lnTo>
                    <a:pt x="2523515" y="292912"/>
                  </a:lnTo>
                  <a:lnTo>
                    <a:pt x="2524074" y="291350"/>
                  </a:lnTo>
                  <a:lnTo>
                    <a:pt x="2524074" y="289699"/>
                  </a:lnTo>
                  <a:close/>
                </a:path>
                <a:path w="3293745" h="295910">
                  <a:moveTo>
                    <a:pt x="2543124" y="289699"/>
                  </a:moveTo>
                  <a:lnTo>
                    <a:pt x="2542565" y="288150"/>
                  </a:lnTo>
                  <a:lnTo>
                    <a:pt x="2541498" y="286880"/>
                  </a:lnTo>
                  <a:lnTo>
                    <a:pt x="2540063" y="286054"/>
                  </a:lnTo>
                  <a:lnTo>
                    <a:pt x="2538438" y="285762"/>
                  </a:lnTo>
                  <a:lnTo>
                    <a:pt x="2536710" y="286054"/>
                  </a:lnTo>
                  <a:lnTo>
                    <a:pt x="2535288" y="286880"/>
                  </a:lnTo>
                  <a:lnTo>
                    <a:pt x="2534221" y="288150"/>
                  </a:lnTo>
                  <a:lnTo>
                    <a:pt x="2533650" y="289699"/>
                  </a:lnTo>
                  <a:lnTo>
                    <a:pt x="2533650" y="291350"/>
                  </a:lnTo>
                  <a:lnTo>
                    <a:pt x="2534221" y="292912"/>
                  </a:lnTo>
                  <a:lnTo>
                    <a:pt x="2535288" y="294182"/>
                  </a:lnTo>
                  <a:lnTo>
                    <a:pt x="2536710" y="295008"/>
                  </a:lnTo>
                  <a:lnTo>
                    <a:pt x="2538349" y="295287"/>
                  </a:lnTo>
                  <a:lnTo>
                    <a:pt x="2540063" y="295008"/>
                  </a:lnTo>
                  <a:lnTo>
                    <a:pt x="2541498" y="294182"/>
                  </a:lnTo>
                  <a:lnTo>
                    <a:pt x="2542565" y="292912"/>
                  </a:lnTo>
                  <a:lnTo>
                    <a:pt x="2543124" y="291350"/>
                  </a:lnTo>
                  <a:lnTo>
                    <a:pt x="2543124" y="289699"/>
                  </a:lnTo>
                  <a:close/>
                </a:path>
                <a:path w="3293745" h="295910">
                  <a:moveTo>
                    <a:pt x="2562174" y="289699"/>
                  </a:moveTo>
                  <a:lnTo>
                    <a:pt x="2561615" y="288150"/>
                  </a:lnTo>
                  <a:lnTo>
                    <a:pt x="2560548" y="286880"/>
                  </a:lnTo>
                  <a:lnTo>
                    <a:pt x="2559113" y="286054"/>
                  </a:lnTo>
                  <a:lnTo>
                    <a:pt x="2557488" y="285762"/>
                  </a:lnTo>
                  <a:lnTo>
                    <a:pt x="2555760" y="286054"/>
                  </a:lnTo>
                  <a:lnTo>
                    <a:pt x="2554338" y="286880"/>
                  </a:lnTo>
                  <a:lnTo>
                    <a:pt x="2553271" y="288150"/>
                  </a:lnTo>
                  <a:lnTo>
                    <a:pt x="2552700" y="289699"/>
                  </a:lnTo>
                  <a:lnTo>
                    <a:pt x="2552700" y="291350"/>
                  </a:lnTo>
                  <a:lnTo>
                    <a:pt x="2553271" y="292912"/>
                  </a:lnTo>
                  <a:lnTo>
                    <a:pt x="2554338" y="294182"/>
                  </a:lnTo>
                  <a:lnTo>
                    <a:pt x="2555760" y="295008"/>
                  </a:lnTo>
                  <a:lnTo>
                    <a:pt x="2557399" y="295287"/>
                  </a:lnTo>
                  <a:lnTo>
                    <a:pt x="2559113" y="295008"/>
                  </a:lnTo>
                  <a:lnTo>
                    <a:pt x="2560548" y="294182"/>
                  </a:lnTo>
                  <a:lnTo>
                    <a:pt x="2561615" y="292912"/>
                  </a:lnTo>
                  <a:lnTo>
                    <a:pt x="2562174" y="291350"/>
                  </a:lnTo>
                  <a:lnTo>
                    <a:pt x="2562174" y="289699"/>
                  </a:lnTo>
                  <a:close/>
                </a:path>
                <a:path w="3293745" h="295910">
                  <a:moveTo>
                    <a:pt x="2581224" y="289699"/>
                  </a:moveTo>
                  <a:lnTo>
                    <a:pt x="2580665" y="288150"/>
                  </a:lnTo>
                  <a:lnTo>
                    <a:pt x="2579598" y="286880"/>
                  </a:lnTo>
                  <a:lnTo>
                    <a:pt x="2578163" y="286054"/>
                  </a:lnTo>
                  <a:lnTo>
                    <a:pt x="2576538" y="285762"/>
                  </a:lnTo>
                  <a:lnTo>
                    <a:pt x="2574810" y="286054"/>
                  </a:lnTo>
                  <a:lnTo>
                    <a:pt x="2573388" y="286880"/>
                  </a:lnTo>
                  <a:lnTo>
                    <a:pt x="2572321" y="288150"/>
                  </a:lnTo>
                  <a:lnTo>
                    <a:pt x="2571750" y="289699"/>
                  </a:lnTo>
                  <a:lnTo>
                    <a:pt x="2571750" y="291350"/>
                  </a:lnTo>
                  <a:lnTo>
                    <a:pt x="2572321" y="292912"/>
                  </a:lnTo>
                  <a:lnTo>
                    <a:pt x="2573388" y="294182"/>
                  </a:lnTo>
                  <a:lnTo>
                    <a:pt x="2574810" y="295008"/>
                  </a:lnTo>
                  <a:lnTo>
                    <a:pt x="2576449" y="295287"/>
                  </a:lnTo>
                  <a:lnTo>
                    <a:pt x="2578163" y="295008"/>
                  </a:lnTo>
                  <a:lnTo>
                    <a:pt x="2579598" y="294182"/>
                  </a:lnTo>
                  <a:lnTo>
                    <a:pt x="2580665" y="292912"/>
                  </a:lnTo>
                  <a:lnTo>
                    <a:pt x="2581224" y="291350"/>
                  </a:lnTo>
                  <a:lnTo>
                    <a:pt x="2581224" y="289699"/>
                  </a:lnTo>
                  <a:close/>
                </a:path>
                <a:path w="3293745" h="295910">
                  <a:moveTo>
                    <a:pt x="2600274" y="289699"/>
                  </a:moveTo>
                  <a:lnTo>
                    <a:pt x="2599715" y="288150"/>
                  </a:lnTo>
                  <a:lnTo>
                    <a:pt x="2598648" y="286880"/>
                  </a:lnTo>
                  <a:lnTo>
                    <a:pt x="2597213" y="286054"/>
                  </a:lnTo>
                  <a:lnTo>
                    <a:pt x="2595588" y="285762"/>
                  </a:lnTo>
                  <a:lnTo>
                    <a:pt x="2593860" y="286054"/>
                  </a:lnTo>
                  <a:lnTo>
                    <a:pt x="2592438" y="286880"/>
                  </a:lnTo>
                  <a:lnTo>
                    <a:pt x="2591371" y="288150"/>
                  </a:lnTo>
                  <a:lnTo>
                    <a:pt x="2590800" y="289699"/>
                  </a:lnTo>
                  <a:lnTo>
                    <a:pt x="2590800" y="291350"/>
                  </a:lnTo>
                  <a:lnTo>
                    <a:pt x="2591371" y="292912"/>
                  </a:lnTo>
                  <a:lnTo>
                    <a:pt x="2592438" y="294182"/>
                  </a:lnTo>
                  <a:lnTo>
                    <a:pt x="2593860" y="295008"/>
                  </a:lnTo>
                  <a:lnTo>
                    <a:pt x="2595499" y="295287"/>
                  </a:lnTo>
                  <a:lnTo>
                    <a:pt x="2597213" y="295008"/>
                  </a:lnTo>
                  <a:lnTo>
                    <a:pt x="2598648" y="294182"/>
                  </a:lnTo>
                  <a:lnTo>
                    <a:pt x="2599715" y="292912"/>
                  </a:lnTo>
                  <a:lnTo>
                    <a:pt x="2600274" y="291350"/>
                  </a:lnTo>
                  <a:lnTo>
                    <a:pt x="2600274" y="289699"/>
                  </a:lnTo>
                  <a:close/>
                </a:path>
                <a:path w="3293745" h="295910">
                  <a:moveTo>
                    <a:pt x="2619324" y="289699"/>
                  </a:moveTo>
                  <a:lnTo>
                    <a:pt x="2618765" y="288150"/>
                  </a:lnTo>
                  <a:lnTo>
                    <a:pt x="2617698" y="286880"/>
                  </a:lnTo>
                  <a:lnTo>
                    <a:pt x="2616263" y="286054"/>
                  </a:lnTo>
                  <a:lnTo>
                    <a:pt x="2614638" y="285762"/>
                  </a:lnTo>
                  <a:lnTo>
                    <a:pt x="2612910" y="286054"/>
                  </a:lnTo>
                  <a:lnTo>
                    <a:pt x="2611488" y="286880"/>
                  </a:lnTo>
                  <a:lnTo>
                    <a:pt x="2610421" y="288150"/>
                  </a:lnTo>
                  <a:lnTo>
                    <a:pt x="2609850" y="289699"/>
                  </a:lnTo>
                  <a:lnTo>
                    <a:pt x="2609850" y="291350"/>
                  </a:lnTo>
                  <a:lnTo>
                    <a:pt x="2610421" y="292912"/>
                  </a:lnTo>
                  <a:lnTo>
                    <a:pt x="2611488" y="294182"/>
                  </a:lnTo>
                  <a:lnTo>
                    <a:pt x="2612910" y="295008"/>
                  </a:lnTo>
                  <a:lnTo>
                    <a:pt x="2614549" y="295287"/>
                  </a:lnTo>
                  <a:lnTo>
                    <a:pt x="2616263" y="295008"/>
                  </a:lnTo>
                  <a:lnTo>
                    <a:pt x="2617698" y="294182"/>
                  </a:lnTo>
                  <a:lnTo>
                    <a:pt x="2618765" y="292912"/>
                  </a:lnTo>
                  <a:lnTo>
                    <a:pt x="2619324" y="291350"/>
                  </a:lnTo>
                  <a:lnTo>
                    <a:pt x="2619324" y="289699"/>
                  </a:lnTo>
                  <a:close/>
                </a:path>
                <a:path w="3293745" h="295910">
                  <a:moveTo>
                    <a:pt x="2638374" y="289699"/>
                  </a:moveTo>
                  <a:lnTo>
                    <a:pt x="2637815" y="288150"/>
                  </a:lnTo>
                  <a:lnTo>
                    <a:pt x="2636748" y="286880"/>
                  </a:lnTo>
                  <a:lnTo>
                    <a:pt x="2635313" y="286054"/>
                  </a:lnTo>
                  <a:lnTo>
                    <a:pt x="2633688" y="285762"/>
                  </a:lnTo>
                  <a:lnTo>
                    <a:pt x="2631960" y="286054"/>
                  </a:lnTo>
                  <a:lnTo>
                    <a:pt x="2630538" y="286880"/>
                  </a:lnTo>
                  <a:lnTo>
                    <a:pt x="2629471" y="288150"/>
                  </a:lnTo>
                  <a:lnTo>
                    <a:pt x="2628900" y="289699"/>
                  </a:lnTo>
                  <a:lnTo>
                    <a:pt x="2628900" y="291350"/>
                  </a:lnTo>
                  <a:lnTo>
                    <a:pt x="2629471" y="292912"/>
                  </a:lnTo>
                  <a:lnTo>
                    <a:pt x="2630538" y="294182"/>
                  </a:lnTo>
                  <a:lnTo>
                    <a:pt x="2631960" y="295008"/>
                  </a:lnTo>
                  <a:lnTo>
                    <a:pt x="2633599" y="295287"/>
                  </a:lnTo>
                  <a:lnTo>
                    <a:pt x="2635313" y="295008"/>
                  </a:lnTo>
                  <a:lnTo>
                    <a:pt x="2636748" y="294182"/>
                  </a:lnTo>
                  <a:lnTo>
                    <a:pt x="2637815" y="292912"/>
                  </a:lnTo>
                  <a:lnTo>
                    <a:pt x="2638374" y="291350"/>
                  </a:lnTo>
                  <a:lnTo>
                    <a:pt x="2638374" y="289699"/>
                  </a:lnTo>
                  <a:close/>
                </a:path>
                <a:path w="3293745" h="295910">
                  <a:moveTo>
                    <a:pt x="2657424" y="289699"/>
                  </a:moveTo>
                  <a:lnTo>
                    <a:pt x="2656865" y="288150"/>
                  </a:lnTo>
                  <a:lnTo>
                    <a:pt x="2655798" y="286880"/>
                  </a:lnTo>
                  <a:lnTo>
                    <a:pt x="2654363" y="286054"/>
                  </a:lnTo>
                  <a:lnTo>
                    <a:pt x="2652738" y="285762"/>
                  </a:lnTo>
                  <a:lnTo>
                    <a:pt x="2651010" y="286054"/>
                  </a:lnTo>
                  <a:lnTo>
                    <a:pt x="2649588" y="286880"/>
                  </a:lnTo>
                  <a:lnTo>
                    <a:pt x="2648521" y="288150"/>
                  </a:lnTo>
                  <a:lnTo>
                    <a:pt x="2647950" y="289699"/>
                  </a:lnTo>
                  <a:lnTo>
                    <a:pt x="2647950" y="291350"/>
                  </a:lnTo>
                  <a:lnTo>
                    <a:pt x="2648521" y="292912"/>
                  </a:lnTo>
                  <a:lnTo>
                    <a:pt x="2649588" y="294182"/>
                  </a:lnTo>
                  <a:lnTo>
                    <a:pt x="2651010" y="295008"/>
                  </a:lnTo>
                  <a:lnTo>
                    <a:pt x="2652649" y="295287"/>
                  </a:lnTo>
                  <a:lnTo>
                    <a:pt x="2654363" y="295008"/>
                  </a:lnTo>
                  <a:lnTo>
                    <a:pt x="2655798" y="294182"/>
                  </a:lnTo>
                  <a:lnTo>
                    <a:pt x="2656865" y="292912"/>
                  </a:lnTo>
                  <a:lnTo>
                    <a:pt x="2657424" y="291350"/>
                  </a:lnTo>
                  <a:lnTo>
                    <a:pt x="2657424" y="289699"/>
                  </a:lnTo>
                  <a:close/>
                </a:path>
                <a:path w="3293745" h="295910">
                  <a:moveTo>
                    <a:pt x="2676474" y="289699"/>
                  </a:moveTo>
                  <a:lnTo>
                    <a:pt x="2675915" y="288150"/>
                  </a:lnTo>
                  <a:lnTo>
                    <a:pt x="2674848" y="286880"/>
                  </a:lnTo>
                  <a:lnTo>
                    <a:pt x="2673413" y="286054"/>
                  </a:lnTo>
                  <a:lnTo>
                    <a:pt x="2671788" y="285762"/>
                  </a:lnTo>
                  <a:lnTo>
                    <a:pt x="2670060" y="286054"/>
                  </a:lnTo>
                  <a:lnTo>
                    <a:pt x="2668638" y="286880"/>
                  </a:lnTo>
                  <a:lnTo>
                    <a:pt x="2667571" y="288150"/>
                  </a:lnTo>
                  <a:lnTo>
                    <a:pt x="2667000" y="289699"/>
                  </a:lnTo>
                  <a:lnTo>
                    <a:pt x="2667000" y="291350"/>
                  </a:lnTo>
                  <a:lnTo>
                    <a:pt x="2667571" y="292912"/>
                  </a:lnTo>
                  <a:lnTo>
                    <a:pt x="2668638" y="294182"/>
                  </a:lnTo>
                  <a:lnTo>
                    <a:pt x="2670060" y="295008"/>
                  </a:lnTo>
                  <a:lnTo>
                    <a:pt x="2671699" y="295287"/>
                  </a:lnTo>
                  <a:lnTo>
                    <a:pt x="2673413" y="295008"/>
                  </a:lnTo>
                  <a:lnTo>
                    <a:pt x="2674848" y="294182"/>
                  </a:lnTo>
                  <a:lnTo>
                    <a:pt x="2675915" y="292912"/>
                  </a:lnTo>
                  <a:lnTo>
                    <a:pt x="2676474" y="291350"/>
                  </a:lnTo>
                  <a:lnTo>
                    <a:pt x="2676474" y="289699"/>
                  </a:lnTo>
                  <a:close/>
                </a:path>
                <a:path w="3293745" h="295910">
                  <a:moveTo>
                    <a:pt x="2695524" y="289699"/>
                  </a:moveTo>
                  <a:lnTo>
                    <a:pt x="2694965" y="288150"/>
                  </a:lnTo>
                  <a:lnTo>
                    <a:pt x="2693898" y="286880"/>
                  </a:lnTo>
                  <a:lnTo>
                    <a:pt x="2692463" y="286054"/>
                  </a:lnTo>
                  <a:lnTo>
                    <a:pt x="2690838" y="285762"/>
                  </a:lnTo>
                  <a:lnTo>
                    <a:pt x="2689110" y="286054"/>
                  </a:lnTo>
                  <a:lnTo>
                    <a:pt x="2687688" y="286880"/>
                  </a:lnTo>
                  <a:lnTo>
                    <a:pt x="2686621" y="288150"/>
                  </a:lnTo>
                  <a:lnTo>
                    <a:pt x="2686050" y="289699"/>
                  </a:lnTo>
                  <a:lnTo>
                    <a:pt x="2686050" y="291350"/>
                  </a:lnTo>
                  <a:lnTo>
                    <a:pt x="2686621" y="292912"/>
                  </a:lnTo>
                  <a:lnTo>
                    <a:pt x="2687688" y="294182"/>
                  </a:lnTo>
                  <a:lnTo>
                    <a:pt x="2689110" y="295008"/>
                  </a:lnTo>
                  <a:lnTo>
                    <a:pt x="2690749" y="295287"/>
                  </a:lnTo>
                  <a:lnTo>
                    <a:pt x="2692463" y="295008"/>
                  </a:lnTo>
                  <a:lnTo>
                    <a:pt x="2693898" y="294182"/>
                  </a:lnTo>
                  <a:lnTo>
                    <a:pt x="2694965" y="292912"/>
                  </a:lnTo>
                  <a:lnTo>
                    <a:pt x="2695524" y="291350"/>
                  </a:lnTo>
                  <a:lnTo>
                    <a:pt x="2695524" y="289699"/>
                  </a:lnTo>
                  <a:close/>
                </a:path>
                <a:path w="3293745" h="295910">
                  <a:moveTo>
                    <a:pt x="2714574" y="289699"/>
                  </a:moveTo>
                  <a:lnTo>
                    <a:pt x="2714015" y="288150"/>
                  </a:lnTo>
                  <a:lnTo>
                    <a:pt x="2712948" y="286880"/>
                  </a:lnTo>
                  <a:lnTo>
                    <a:pt x="2711513" y="286054"/>
                  </a:lnTo>
                  <a:lnTo>
                    <a:pt x="2709888" y="285762"/>
                  </a:lnTo>
                  <a:lnTo>
                    <a:pt x="2708160" y="286054"/>
                  </a:lnTo>
                  <a:lnTo>
                    <a:pt x="2706738" y="286880"/>
                  </a:lnTo>
                  <a:lnTo>
                    <a:pt x="2705671" y="288150"/>
                  </a:lnTo>
                  <a:lnTo>
                    <a:pt x="2705100" y="289699"/>
                  </a:lnTo>
                  <a:lnTo>
                    <a:pt x="2705100" y="291350"/>
                  </a:lnTo>
                  <a:lnTo>
                    <a:pt x="2705671" y="292912"/>
                  </a:lnTo>
                  <a:lnTo>
                    <a:pt x="2706738" y="294182"/>
                  </a:lnTo>
                  <a:lnTo>
                    <a:pt x="2708160" y="295008"/>
                  </a:lnTo>
                  <a:lnTo>
                    <a:pt x="2709799" y="295287"/>
                  </a:lnTo>
                  <a:lnTo>
                    <a:pt x="2711513" y="295008"/>
                  </a:lnTo>
                  <a:lnTo>
                    <a:pt x="2712948" y="294182"/>
                  </a:lnTo>
                  <a:lnTo>
                    <a:pt x="2714015" y="292912"/>
                  </a:lnTo>
                  <a:lnTo>
                    <a:pt x="2714574" y="291350"/>
                  </a:lnTo>
                  <a:lnTo>
                    <a:pt x="2714574" y="289699"/>
                  </a:lnTo>
                  <a:close/>
                </a:path>
                <a:path w="3293745" h="295910">
                  <a:moveTo>
                    <a:pt x="2733624" y="289699"/>
                  </a:moveTo>
                  <a:lnTo>
                    <a:pt x="2733065" y="288150"/>
                  </a:lnTo>
                  <a:lnTo>
                    <a:pt x="2731998" y="286880"/>
                  </a:lnTo>
                  <a:lnTo>
                    <a:pt x="2730563" y="286054"/>
                  </a:lnTo>
                  <a:lnTo>
                    <a:pt x="2728938" y="285762"/>
                  </a:lnTo>
                  <a:lnTo>
                    <a:pt x="2727210" y="286054"/>
                  </a:lnTo>
                  <a:lnTo>
                    <a:pt x="2725788" y="286880"/>
                  </a:lnTo>
                  <a:lnTo>
                    <a:pt x="2724721" y="288150"/>
                  </a:lnTo>
                  <a:lnTo>
                    <a:pt x="2724150" y="289699"/>
                  </a:lnTo>
                  <a:lnTo>
                    <a:pt x="2724150" y="291350"/>
                  </a:lnTo>
                  <a:lnTo>
                    <a:pt x="2724721" y="292912"/>
                  </a:lnTo>
                  <a:lnTo>
                    <a:pt x="2725788" y="294182"/>
                  </a:lnTo>
                  <a:lnTo>
                    <a:pt x="2727210" y="295008"/>
                  </a:lnTo>
                  <a:lnTo>
                    <a:pt x="2728849" y="295287"/>
                  </a:lnTo>
                  <a:lnTo>
                    <a:pt x="2730563" y="295008"/>
                  </a:lnTo>
                  <a:lnTo>
                    <a:pt x="2731998" y="294182"/>
                  </a:lnTo>
                  <a:lnTo>
                    <a:pt x="2733065" y="292912"/>
                  </a:lnTo>
                  <a:lnTo>
                    <a:pt x="2733624" y="291350"/>
                  </a:lnTo>
                  <a:lnTo>
                    <a:pt x="2733624" y="289699"/>
                  </a:lnTo>
                  <a:close/>
                </a:path>
                <a:path w="3293745" h="295910">
                  <a:moveTo>
                    <a:pt x="2752674" y="289699"/>
                  </a:moveTo>
                  <a:lnTo>
                    <a:pt x="2752115" y="288150"/>
                  </a:lnTo>
                  <a:lnTo>
                    <a:pt x="2751048" y="286880"/>
                  </a:lnTo>
                  <a:lnTo>
                    <a:pt x="2749613" y="286054"/>
                  </a:lnTo>
                  <a:lnTo>
                    <a:pt x="2747988" y="285762"/>
                  </a:lnTo>
                  <a:lnTo>
                    <a:pt x="2746260" y="286054"/>
                  </a:lnTo>
                  <a:lnTo>
                    <a:pt x="2744838" y="286880"/>
                  </a:lnTo>
                  <a:lnTo>
                    <a:pt x="2743771" y="288150"/>
                  </a:lnTo>
                  <a:lnTo>
                    <a:pt x="2743200" y="289699"/>
                  </a:lnTo>
                  <a:lnTo>
                    <a:pt x="2743200" y="291350"/>
                  </a:lnTo>
                  <a:lnTo>
                    <a:pt x="2743771" y="292912"/>
                  </a:lnTo>
                  <a:lnTo>
                    <a:pt x="2744838" y="294182"/>
                  </a:lnTo>
                  <a:lnTo>
                    <a:pt x="2746260" y="295008"/>
                  </a:lnTo>
                  <a:lnTo>
                    <a:pt x="2747899" y="295287"/>
                  </a:lnTo>
                  <a:lnTo>
                    <a:pt x="2749613" y="295008"/>
                  </a:lnTo>
                  <a:lnTo>
                    <a:pt x="2751048" y="294182"/>
                  </a:lnTo>
                  <a:lnTo>
                    <a:pt x="2752115" y="292912"/>
                  </a:lnTo>
                  <a:lnTo>
                    <a:pt x="2752674" y="291350"/>
                  </a:lnTo>
                  <a:lnTo>
                    <a:pt x="2752674" y="289699"/>
                  </a:lnTo>
                  <a:close/>
                </a:path>
                <a:path w="3293745" h="295910">
                  <a:moveTo>
                    <a:pt x="2771724" y="289699"/>
                  </a:moveTo>
                  <a:lnTo>
                    <a:pt x="2771165" y="288150"/>
                  </a:lnTo>
                  <a:lnTo>
                    <a:pt x="2770098" y="286880"/>
                  </a:lnTo>
                  <a:lnTo>
                    <a:pt x="2768663" y="286054"/>
                  </a:lnTo>
                  <a:lnTo>
                    <a:pt x="2767038" y="285762"/>
                  </a:lnTo>
                  <a:lnTo>
                    <a:pt x="2765310" y="286054"/>
                  </a:lnTo>
                  <a:lnTo>
                    <a:pt x="2763888" y="286880"/>
                  </a:lnTo>
                  <a:lnTo>
                    <a:pt x="2762821" y="288150"/>
                  </a:lnTo>
                  <a:lnTo>
                    <a:pt x="2762250" y="289699"/>
                  </a:lnTo>
                  <a:lnTo>
                    <a:pt x="2762250" y="291350"/>
                  </a:lnTo>
                  <a:lnTo>
                    <a:pt x="2762821" y="292912"/>
                  </a:lnTo>
                  <a:lnTo>
                    <a:pt x="2763888" y="294182"/>
                  </a:lnTo>
                  <a:lnTo>
                    <a:pt x="2765310" y="295008"/>
                  </a:lnTo>
                  <a:lnTo>
                    <a:pt x="2766949" y="295287"/>
                  </a:lnTo>
                  <a:lnTo>
                    <a:pt x="2768663" y="295008"/>
                  </a:lnTo>
                  <a:lnTo>
                    <a:pt x="2770098" y="294182"/>
                  </a:lnTo>
                  <a:lnTo>
                    <a:pt x="2771165" y="292912"/>
                  </a:lnTo>
                  <a:lnTo>
                    <a:pt x="2771724" y="291350"/>
                  </a:lnTo>
                  <a:lnTo>
                    <a:pt x="2771724" y="289699"/>
                  </a:lnTo>
                  <a:close/>
                </a:path>
                <a:path w="3293745" h="295910">
                  <a:moveTo>
                    <a:pt x="2790774" y="289699"/>
                  </a:moveTo>
                  <a:lnTo>
                    <a:pt x="2790215" y="288150"/>
                  </a:lnTo>
                  <a:lnTo>
                    <a:pt x="2789148" y="286880"/>
                  </a:lnTo>
                  <a:lnTo>
                    <a:pt x="2787713" y="286054"/>
                  </a:lnTo>
                  <a:lnTo>
                    <a:pt x="2786088" y="285762"/>
                  </a:lnTo>
                  <a:lnTo>
                    <a:pt x="2784360" y="286054"/>
                  </a:lnTo>
                  <a:lnTo>
                    <a:pt x="2782938" y="286880"/>
                  </a:lnTo>
                  <a:lnTo>
                    <a:pt x="2781871" y="288150"/>
                  </a:lnTo>
                  <a:lnTo>
                    <a:pt x="2781300" y="289699"/>
                  </a:lnTo>
                  <a:lnTo>
                    <a:pt x="2781300" y="291350"/>
                  </a:lnTo>
                  <a:lnTo>
                    <a:pt x="2781871" y="292912"/>
                  </a:lnTo>
                  <a:lnTo>
                    <a:pt x="2782938" y="294182"/>
                  </a:lnTo>
                  <a:lnTo>
                    <a:pt x="2784360" y="295008"/>
                  </a:lnTo>
                  <a:lnTo>
                    <a:pt x="2785999" y="295287"/>
                  </a:lnTo>
                  <a:lnTo>
                    <a:pt x="2787713" y="295008"/>
                  </a:lnTo>
                  <a:lnTo>
                    <a:pt x="2789148" y="294182"/>
                  </a:lnTo>
                  <a:lnTo>
                    <a:pt x="2790215" y="292912"/>
                  </a:lnTo>
                  <a:lnTo>
                    <a:pt x="2790774" y="291350"/>
                  </a:lnTo>
                  <a:lnTo>
                    <a:pt x="2790774" y="289699"/>
                  </a:lnTo>
                  <a:close/>
                </a:path>
                <a:path w="3293745" h="295910">
                  <a:moveTo>
                    <a:pt x="2809824" y="289699"/>
                  </a:moveTo>
                  <a:lnTo>
                    <a:pt x="2809265" y="288150"/>
                  </a:lnTo>
                  <a:lnTo>
                    <a:pt x="2808198" y="286880"/>
                  </a:lnTo>
                  <a:lnTo>
                    <a:pt x="2806763" y="286054"/>
                  </a:lnTo>
                  <a:lnTo>
                    <a:pt x="2805138" y="285762"/>
                  </a:lnTo>
                  <a:lnTo>
                    <a:pt x="2803410" y="286054"/>
                  </a:lnTo>
                  <a:lnTo>
                    <a:pt x="2801988" y="286880"/>
                  </a:lnTo>
                  <a:lnTo>
                    <a:pt x="2800921" y="288150"/>
                  </a:lnTo>
                  <a:lnTo>
                    <a:pt x="2800350" y="289699"/>
                  </a:lnTo>
                  <a:lnTo>
                    <a:pt x="2800350" y="291350"/>
                  </a:lnTo>
                  <a:lnTo>
                    <a:pt x="2800921" y="292912"/>
                  </a:lnTo>
                  <a:lnTo>
                    <a:pt x="2801988" y="294182"/>
                  </a:lnTo>
                  <a:lnTo>
                    <a:pt x="2803410" y="295008"/>
                  </a:lnTo>
                  <a:lnTo>
                    <a:pt x="2805049" y="295287"/>
                  </a:lnTo>
                  <a:lnTo>
                    <a:pt x="2806763" y="295008"/>
                  </a:lnTo>
                  <a:lnTo>
                    <a:pt x="2808198" y="294182"/>
                  </a:lnTo>
                  <a:lnTo>
                    <a:pt x="2809265" y="292912"/>
                  </a:lnTo>
                  <a:lnTo>
                    <a:pt x="2809824" y="291350"/>
                  </a:lnTo>
                  <a:lnTo>
                    <a:pt x="2809824" y="289699"/>
                  </a:lnTo>
                  <a:close/>
                </a:path>
                <a:path w="3293745" h="295910">
                  <a:moveTo>
                    <a:pt x="2828874" y="289699"/>
                  </a:moveTo>
                  <a:lnTo>
                    <a:pt x="2828315" y="288150"/>
                  </a:lnTo>
                  <a:lnTo>
                    <a:pt x="2827248" y="286880"/>
                  </a:lnTo>
                  <a:lnTo>
                    <a:pt x="2825813" y="286054"/>
                  </a:lnTo>
                  <a:lnTo>
                    <a:pt x="2824188" y="285762"/>
                  </a:lnTo>
                  <a:lnTo>
                    <a:pt x="2822460" y="286054"/>
                  </a:lnTo>
                  <a:lnTo>
                    <a:pt x="2821038" y="286880"/>
                  </a:lnTo>
                  <a:lnTo>
                    <a:pt x="2819971" y="288150"/>
                  </a:lnTo>
                  <a:lnTo>
                    <a:pt x="2819400" y="289699"/>
                  </a:lnTo>
                  <a:lnTo>
                    <a:pt x="2819400" y="291350"/>
                  </a:lnTo>
                  <a:lnTo>
                    <a:pt x="2819971" y="292912"/>
                  </a:lnTo>
                  <a:lnTo>
                    <a:pt x="2821038" y="294182"/>
                  </a:lnTo>
                  <a:lnTo>
                    <a:pt x="2822460" y="295008"/>
                  </a:lnTo>
                  <a:lnTo>
                    <a:pt x="2824099" y="295287"/>
                  </a:lnTo>
                  <a:lnTo>
                    <a:pt x="2825813" y="295008"/>
                  </a:lnTo>
                  <a:lnTo>
                    <a:pt x="2827248" y="294182"/>
                  </a:lnTo>
                  <a:lnTo>
                    <a:pt x="2828315" y="292912"/>
                  </a:lnTo>
                  <a:lnTo>
                    <a:pt x="2828874" y="291350"/>
                  </a:lnTo>
                  <a:lnTo>
                    <a:pt x="2828874" y="289699"/>
                  </a:lnTo>
                  <a:close/>
                </a:path>
                <a:path w="3293745" h="295910">
                  <a:moveTo>
                    <a:pt x="2847924" y="289699"/>
                  </a:moveTo>
                  <a:lnTo>
                    <a:pt x="2847365" y="288150"/>
                  </a:lnTo>
                  <a:lnTo>
                    <a:pt x="2846298" y="286880"/>
                  </a:lnTo>
                  <a:lnTo>
                    <a:pt x="2844863" y="286054"/>
                  </a:lnTo>
                  <a:lnTo>
                    <a:pt x="2843238" y="285762"/>
                  </a:lnTo>
                  <a:lnTo>
                    <a:pt x="2841510" y="286054"/>
                  </a:lnTo>
                  <a:lnTo>
                    <a:pt x="2840088" y="286880"/>
                  </a:lnTo>
                  <a:lnTo>
                    <a:pt x="2839021" y="288150"/>
                  </a:lnTo>
                  <a:lnTo>
                    <a:pt x="2838450" y="289699"/>
                  </a:lnTo>
                  <a:lnTo>
                    <a:pt x="2838450" y="291350"/>
                  </a:lnTo>
                  <a:lnTo>
                    <a:pt x="2839021" y="292912"/>
                  </a:lnTo>
                  <a:lnTo>
                    <a:pt x="2840088" y="294182"/>
                  </a:lnTo>
                  <a:lnTo>
                    <a:pt x="2841510" y="295008"/>
                  </a:lnTo>
                  <a:lnTo>
                    <a:pt x="2843149" y="295287"/>
                  </a:lnTo>
                  <a:lnTo>
                    <a:pt x="2844863" y="295008"/>
                  </a:lnTo>
                  <a:lnTo>
                    <a:pt x="2846298" y="294182"/>
                  </a:lnTo>
                  <a:lnTo>
                    <a:pt x="2847365" y="292912"/>
                  </a:lnTo>
                  <a:lnTo>
                    <a:pt x="2847924" y="291350"/>
                  </a:lnTo>
                  <a:lnTo>
                    <a:pt x="2847924" y="289699"/>
                  </a:lnTo>
                  <a:close/>
                </a:path>
                <a:path w="3293745" h="295910">
                  <a:moveTo>
                    <a:pt x="2866974" y="289699"/>
                  </a:moveTo>
                  <a:lnTo>
                    <a:pt x="2866415" y="288150"/>
                  </a:lnTo>
                  <a:lnTo>
                    <a:pt x="2865348" y="286880"/>
                  </a:lnTo>
                  <a:lnTo>
                    <a:pt x="2863913" y="286054"/>
                  </a:lnTo>
                  <a:lnTo>
                    <a:pt x="2862288" y="285762"/>
                  </a:lnTo>
                  <a:lnTo>
                    <a:pt x="2860560" y="286054"/>
                  </a:lnTo>
                  <a:lnTo>
                    <a:pt x="2859138" y="286880"/>
                  </a:lnTo>
                  <a:lnTo>
                    <a:pt x="2858071" y="288150"/>
                  </a:lnTo>
                  <a:lnTo>
                    <a:pt x="2857500" y="289699"/>
                  </a:lnTo>
                  <a:lnTo>
                    <a:pt x="2857500" y="291350"/>
                  </a:lnTo>
                  <a:lnTo>
                    <a:pt x="2858071" y="292912"/>
                  </a:lnTo>
                  <a:lnTo>
                    <a:pt x="2859138" y="294182"/>
                  </a:lnTo>
                  <a:lnTo>
                    <a:pt x="2860560" y="295008"/>
                  </a:lnTo>
                  <a:lnTo>
                    <a:pt x="2862199" y="295287"/>
                  </a:lnTo>
                  <a:lnTo>
                    <a:pt x="2863913" y="295008"/>
                  </a:lnTo>
                  <a:lnTo>
                    <a:pt x="2865348" y="294182"/>
                  </a:lnTo>
                  <a:lnTo>
                    <a:pt x="2866415" y="292912"/>
                  </a:lnTo>
                  <a:lnTo>
                    <a:pt x="2866974" y="291350"/>
                  </a:lnTo>
                  <a:lnTo>
                    <a:pt x="2866974" y="289699"/>
                  </a:lnTo>
                  <a:close/>
                </a:path>
                <a:path w="3293745" h="295910">
                  <a:moveTo>
                    <a:pt x="2886024" y="289699"/>
                  </a:moveTo>
                  <a:lnTo>
                    <a:pt x="2885465" y="288150"/>
                  </a:lnTo>
                  <a:lnTo>
                    <a:pt x="2884398" y="286880"/>
                  </a:lnTo>
                  <a:lnTo>
                    <a:pt x="2882963" y="286054"/>
                  </a:lnTo>
                  <a:lnTo>
                    <a:pt x="2881338" y="285762"/>
                  </a:lnTo>
                  <a:lnTo>
                    <a:pt x="2879610" y="286054"/>
                  </a:lnTo>
                  <a:lnTo>
                    <a:pt x="2878188" y="286880"/>
                  </a:lnTo>
                  <a:lnTo>
                    <a:pt x="2877121" y="288150"/>
                  </a:lnTo>
                  <a:lnTo>
                    <a:pt x="2876550" y="289699"/>
                  </a:lnTo>
                  <a:lnTo>
                    <a:pt x="2876550" y="291350"/>
                  </a:lnTo>
                  <a:lnTo>
                    <a:pt x="2877121" y="292912"/>
                  </a:lnTo>
                  <a:lnTo>
                    <a:pt x="2878188" y="294182"/>
                  </a:lnTo>
                  <a:lnTo>
                    <a:pt x="2879610" y="295008"/>
                  </a:lnTo>
                  <a:lnTo>
                    <a:pt x="2881249" y="295287"/>
                  </a:lnTo>
                  <a:lnTo>
                    <a:pt x="2882963" y="295008"/>
                  </a:lnTo>
                  <a:lnTo>
                    <a:pt x="2884398" y="294182"/>
                  </a:lnTo>
                  <a:lnTo>
                    <a:pt x="2885465" y="292912"/>
                  </a:lnTo>
                  <a:lnTo>
                    <a:pt x="2886024" y="291350"/>
                  </a:lnTo>
                  <a:lnTo>
                    <a:pt x="2886024" y="289699"/>
                  </a:lnTo>
                  <a:close/>
                </a:path>
                <a:path w="3293745" h="295910">
                  <a:moveTo>
                    <a:pt x="2905074" y="289699"/>
                  </a:moveTo>
                  <a:lnTo>
                    <a:pt x="2904515" y="288150"/>
                  </a:lnTo>
                  <a:lnTo>
                    <a:pt x="2903448" y="286880"/>
                  </a:lnTo>
                  <a:lnTo>
                    <a:pt x="2902013" y="286054"/>
                  </a:lnTo>
                  <a:lnTo>
                    <a:pt x="2900388" y="285762"/>
                  </a:lnTo>
                  <a:lnTo>
                    <a:pt x="2898660" y="286054"/>
                  </a:lnTo>
                  <a:lnTo>
                    <a:pt x="2897238" y="286880"/>
                  </a:lnTo>
                  <a:lnTo>
                    <a:pt x="2896171" y="288150"/>
                  </a:lnTo>
                  <a:lnTo>
                    <a:pt x="2895600" y="289699"/>
                  </a:lnTo>
                  <a:lnTo>
                    <a:pt x="2895600" y="291350"/>
                  </a:lnTo>
                  <a:lnTo>
                    <a:pt x="2896171" y="292912"/>
                  </a:lnTo>
                  <a:lnTo>
                    <a:pt x="2897238" y="294182"/>
                  </a:lnTo>
                  <a:lnTo>
                    <a:pt x="2898660" y="295008"/>
                  </a:lnTo>
                  <a:lnTo>
                    <a:pt x="2900299" y="295287"/>
                  </a:lnTo>
                  <a:lnTo>
                    <a:pt x="2902013" y="295008"/>
                  </a:lnTo>
                  <a:lnTo>
                    <a:pt x="2903448" y="294182"/>
                  </a:lnTo>
                  <a:lnTo>
                    <a:pt x="2904515" y="292912"/>
                  </a:lnTo>
                  <a:lnTo>
                    <a:pt x="2905074" y="291350"/>
                  </a:lnTo>
                  <a:lnTo>
                    <a:pt x="2905074" y="289699"/>
                  </a:lnTo>
                  <a:close/>
                </a:path>
                <a:path w="3293745" h="295910">
                  <a:moveTo>
                    <a:pt x="2924124" y="289699"/>
                  </a:moveTo>
                  <a:lnTo>
                    <a:pt x="2923565" y="288150"/>
                  </a:lnTo>
                  <a:lnTo>
                    <a:pt x="2922498" y="286880"/>
                  </a:lnTo>
                  <a:lnTo>
                    <a:pt x="2921063" y="286054"/>
                  </a:lnTo>
                  <a:lnTo>
                    <a:pt x="2919438" y="285762"/>
                  </a:lnTo>
                  <a:lnTo>
                    <a:pt x="2917710" y="286054"/>
                  </a:lnTo>
                  <a:lnTo>
                    <a:pt x="2916288" y="286880"/>
                  </a:lnTo>
                  <a:lnTo>
                    <a:pt x="2915221" y="288150"/>
                  </a:lnTo>
                  <a:lnTo>
                    <a:pt x="2914650" y="289699"/>
                  </a:lnTo>
                  <a:lnTo>
                    <a:pt x="2914650" y="291350"/>
                  </a:lnTo>
                  <a:lnTo>
                    <a:pt x="2915221" y="292912"/>
                  </a:lnTo>
                  <a:lnTo>
                    <a:pt x="2916288" y="294182"/>
                  </a:lnTo>
                  <a:lnTo>
                    <a:pt x="2917710" y="295008"/>
                  </a:lnTo>
                  <a:lnTo>
                    <a:pt x="2919349" y="295287"/>
                  </a:lnTo>
                  <a:lnTo>
                    <a:pt x="2921063" y="295008"/>
                  </a:lnTo>
                  <a:lnTo>
                    <a:pt x="2922498" y="294182"/>
                  </a:lnTo>
                  <a:lnTo>
                    <a:pt x="2923565" y="292912"/>
                  </a:lnTo>
                  <a:lnTo>
                    <a:pt x="2924124" y="291350"/>
                  </a:lnTo>
                  <a:lnTo>
                    <a:pt x="2924124" y="289699"/>
                  </a:lnTo>
                  <a:close/>
                </a:path>
                <a:path w="3293745" h="295910">
                  <a:moveTo>
                    <a:pt x="2943174" y="289699"/>
                  </a:moveTo>
                  <a:lnTo>
                    <a:pt x="2942615" y="288150"/>
                  </a:lnTo>
                  <a:lnTo>
                    <a:pt x="2941548" y="286880"/>
                  </a:lnTo>
                  <a:lnTo>
                    <a:pt x="2940113" y="286054"/>
                  </a:lnTo>
                  <a:lnTo>
                    <a:pt x="2938488" y="285762"/>
                  </a:lnTo>
                  <a:lnTo>
                    <a:pt x="2936760" y="286054"/>
                  </a:lnTo>
                  <a:lnTo>
                    <a:pt x="2935338" y="286880"/>
                  </a:lnTo>
                  <a:lnTo>
                    <a:pt x="2934271" y="288150"/>
                  </a:lnTo>
                  <a:lnTo>
                    <a:pt x="2933700" y="289699"/>
                  </a:lnTo>
                  <a:lnTo>
                    <a:pt x="2933700" y="291350"/>
                  </a:lnTo>
                  <a:lnTo>
                    <a:pt x="2934271" y="292912"/>
                  </a:lnTo>
                  <a:lnTo>
                    <a:pt x="2935338" y="294182"/>
                  </a:lnTo>
                  <a:lnTo>
                    <a:pt x="2936760" y="295008"/>
                  </a:lnTo>
                  <a:lnTo>
                    <a:pt x="2938399" y="295287"/>
                  </a:lnTo>
                  <a:lnTo>
                    <a:pt x="2940113" y="295008"/>
                  </a:lnTo>
                  <a:lnTo>
                    <a:pt x="2941548" y="294182"/>
                  </a:lnTo>
                  <a:lnTo>
                    <a:pt x="2942615" y="292912"/>
                  </a:lnTo>
                  <a:lnTo>
                    <a:pt x="2943174" y="291350"/>
                  </a:lnTo>
                  <a:lnTo>
                    <a:pt x="2943174" y="289699"/>
                  </a:lnTo>
                  <a:close/>
                </a:path>
                <a:path w="3293745" h="295910">
                  <a:moveTo>
                    <a:pt x="2962224" y="289699"/>
                  </a:moveTo>
                  <a:lnTo>
                    <a:pt x="2961665" y="288150"/>
                  </a:lnTo>
                  <a:lnTo>
                    <a:pt x="2960598" y="286880"/>
                  </a:lnTo>
                  <a:lnTo>
                    <a:pt x="2959163" y="286054"/>
                  </a:lnTo>
                  <a:lnTo>
                    <a:pt x="2957538" y="285762"/>
                  </a:lnTo>
                  <a:lnTo>
                    <a:pt x="2955810" y="286054"/>
                  </a:lnTo>
                  <a:lnTo>
                    <a:pt x="2954388" y="286880"/>
                  </a:lnTo>
                  <a:lnTo>
                    <a:pt x="2953321" y="288150"/>
                  </a:lnTo>
                  <a:lnTo>
                    <a:pt x="2952750" y="289699"/>
                  </a:lnTo>
                  <a:lnTo>
                    <a:pt x="2952750" y="291350"/>
                  </a:lnTo>
                  <a:lnTo>
                    <a:pt x="2953321" y="292912"/>
                  </a:lnTo>
                  <a:lnTo>
                    <a:pt x="2954388" y="294182"/>
                  </a:lnTo>
                  <a:lnTo>
                    <a:pt x="2955810" y="295008"/>
                  </a:lnTo>
                  <a:lnTo>
                    <a:pt x="2957449" y="295287"/>
                  </a:lnTo>
                  <a:lnTo>
                    <a:pt x="2959163" y="295008"/>
                  </a:lnTo>
                  <a:lnTo>
                    <a:pt x="2960598" y="294182"/>
                  </a:lnTo>
                  <a:lnTo>
                    <a:pt x="2961665" y="292912"/>
                  </a:lnTo>
                  <a:lnTo>
                    <a:pt x="2962224" y="291350"/>
                  </a:lnTo>
                  <a:lnTo>
                    <a:pt x="2962224" y="289699"/>
                  </a:lnTo>
                  <a:close/>
                </a:path>
                <a:path w="3293745" h="295910">
                  <a:moveTo>
                    <a:pt x="2981274" y="289699"/>
                  </a:moveTo>
                  <a:lnTo>
                    <a:pt x="2980715" y="288150"/>
                  </a:lnTo>
                  <a:lnTo>
                    <a:pt x="2979648" y="286880"/>
                  </a:lnTo>
                  <a:lnTo>
                    <a:pt x="2978213" y="286054"/>
                  </a:lnTo>
                  <a:lnTo>
                    <a:pt x="2976588" y="285762"/>
                  </a:lnTo>
                  <a:lnTo>
                    <a:pt x="2974860" y="286054"/>
                  </a:lnTo>
                  <a:lnTo>
                    <a:pt x="2973438" y="286880"/>
                  </a:lnTo>
                  <a:lnTo>
                    <a:pt x="2972371" y="288150"/>
                  </a:lnTo>
                  <a:lnTo>
                    <a:pt x="2971800" y="289699"/>
                  </a:lnTo>
                  <a:lnTo>
                    <a:pt x="2971800" y="291350"/>
                  </a:lnTo>
                  <a:lnTo>
                    <a:pt x="2972371" y="292912"/>
                  </a:lnTo>
                  <a:lnTo>
                    <a:pt x="2973438" y="294182"/>
                  </a:lnTo>
                  <a:lnTo>
                    <a:pt x="2974860" y="295008"/>
                  </a:lnTo>
                  <a:lnTo>
                    <a:pt x="2976499" y="295287"/>
                  </a:lnTo>
                  <a:lnTo>
                    <a:pt x="2978213" y="295008"/>
                  </a:lnTo>
                  <a:lnTo>
                    <a:pt x="2979648" y="294182"/>
                  </a:lnTo>
                  <a:lnTo>
                    <a:pt x="2980715" y="292912"/>
                  </a:lnTo>
                  <a:lnTo>
                    <a:pt x="2981274" y="291350"/>
                  </a:lnTo>
                  <a:lnTo>
                    <a:pt x="2981274" y="289699"/>
                  </a:lnTo>
                  <a:close/>
                </a:path>
                <a:path w="3293745" h="295910">
                  <a:moveTo>
                    <a:pt x="3000324" y="289699"/>
                  </a:moveTo>
                  <a:lnTo>
                    <a:pt x="2999765" y="288150"/>
                  </a:lnTo>
                  <a:lnTo>
                    <a:pt x="2998698" y="286880"/>
                  </a:lnTo>
                  <a:lnTo>
                    <a:pt x="2997263" y="286054"/>
                  </a:lnTo>
                  <a:lnTo>
                    <a:pt x="2995638" y="285762"/>
                  </a:lnTo>
                  <a:lnTo>
                    <a:pt x="2993910" y="286054"/>
                  </a:lnTo>
                  <a:lnTo>
                    <a:pt x="2992488" y="286880"/>
                  </a:lnTo>
                  <a:lnTo>
                    <a:pt x="2991421" y="288150"/>
                  </a:lnTo>
                  <a:lnTo>
                    <a:pt x="2990850" y="289699"/>
                  </a:lnTo>
                  <a:lnTo>
                    <a:pt x="2990850" y="291350"/>
                  </a:lnTo>
                  <a:lnTo>
                    <a:pt x="2991421" y="292912"/>
                  </a:lnTo>
                  <a:lnTo>
                    <a:pt x="2992488" y="294182"/>
                  </a:lnTo>
                  <a:lnTo>
                    <a:pt x="2993910" y="295008"/>
                  </a:lnTo>
                  <a:lnTo>
                    <a:pt x="2995549" y="295287"/>
                  </a:lnTo>
                  <a:lnTo>
                    <a:pt x="2997263" y="295008"/>
                  </a:lnTo>
                  <a:lnTo>
                    <a:pt x="2998698" y="294182"/>
                  </a:lnTo>
                  <a:lnTo>
                    <a:pt x="2999765" y="292912"/>
                  </a:lnTo>
                  <a:lnTo>
                    <a:pt x="3000324" y="291350"/>
                  </a:lnTo>
                  <a:lnTo>
                    <a:pt x="3000324" y="289699"/>
                  </a:lnTo>
                  <a:close/>
                </a:path>
                <a:path w="3293745" h="295910">
                  <a:moveTo>
                    <a:pt x="3019374" y="289699"/>
                  </a:moveTo>
                  <a:lnTo>
                    <a:pt x="3018815" y="288150"/>
                  </a:lnTo>
                  <a:lnTo>
                    <a:pt x="3017748" y="286880"/>
                  </a:lnTo>
                  <a:lnTo>
                    <a:pt x="3016313" y="286054"/>
                  </a:lnTo>
                  <a:lnTo>
                    <a:pt x="3014688" y="285762"/>
                  </a:lnTo>
                  <a:lnTo>
                    <a:pt x="3012960" y="286054"/>
                  </a:lnTo>
                  <a:lnTo>
                    <a:pt x="3011538" y="286880"/>
                  </a:lnTo>
                  <a:lnTo>
                    <a:pt x="3010471" y="288150"/>
                  </a:lnTo>
                  <a:lnTo>
                    <a:pt x="3009900" y="289699"/>
                  </a:lnTo>
                  <a:lnTo>
                    <a:pt x="3009900" y="291350"/>
                  </a:lnTo>
                  <a:lnTo>
                    <a:pt x="3010471" y="292912"/>
                  </a:lnTo>
                  <a:lnTo>
                    <a:pt x="3011538" y="294182"/>
                  </a:lnTo>
                  <a:lnTo>
                    <a:pt x="3012960" y="295008"/>
                  </a:lnTo>
                  <a:lnTo>
                    <a:pt x="3014599" y="295287"/>
                  </a:lnTo>
                  <a:lnTo>
                    <a:pt x="3016313" y="295008"/>
                  </a:lnTo>
                  <a:lnTo>
                    <a:pt x="3017748" y="294182"/>
                  </a:lnTo>
                  <a:lnTo>
                    <a:pt x="3018815" y="292912"/>
                  </a:lnTo>
                  <a:lnTo>
                    <a:pt x="3019374" y="291350"/>
                  </a:lnTo>
                  <a:lnTo>
                    <a:pt x="3019374" y="289699"/>
                  </a:lnTo>
                  <a:close/>
                </a:path>
                <a:path w="3293745" h="295910">
                  <a:moveTo>
                    <a:pt x="3038424" y="289699"/>
                  </a:moveTo>
                  <a:lnTo>
                    <a:pt x="3037865" y="288150"/>
                  </a:lnTo>
                  <a:lnTo>
                    <a:pt x="3036798" y="286880"/>
                  </a:lnTo>
                  <a:lnTo>
                    <a:pt x="3035363" y="286054"/>
                  </a:lnTo>
                  <a:lnTo>
                    <a:pt x="3033738" y="285762"/>
                  </a:lnTo>
                  <a:lnTo>
                    <a:pt x="3032010" y="286054"/>
                  </a:lnTo>
                  <a:lnTo>
                    <a:pt x="3030588" y="286880"/>
                  </a:lnTo>
                  <a:lnTo>
                    <a:pt x="3029521" y="288150"/>
                  </a:lnTo>
                  <a:lnTo>
                    <a:pt x="3028950" y="289699"/>
                  </a:lnTo>
                  <a:lnTo>
                    <a:pt x="3028950" y="291350"/>
                  </a:lnTo>
                  <a:lnTo>
                    <a:pt x="3029521" y="292912"/>
                  </a:lnTo>
                  <a:lnTo>
                    <a:pt x="3030588" y="294182"/>
                  </a:lnTo>
                  <a:lnTo>
                    <a:pt x="3032010" y="295008"/>
                  </a:lnTo>
                  <a:lnTo>
                    <a:pt x="3033649" y="295287"/>
                  </a:lnTo>
                  <a:lnTo>
                    <a:pt x="3035363" y="295008"/>
                  </a:lnTo>
                  <a:lnTo>
                    <a:pt x="3036798" y="294182"/>
                  </a:lnTo>
                  <a:lnTo>
                    <a:pt x="3037865" y="292912"/>
                  </a:lnTo>
                  <a:lnTo>
                    <a:pt x="3038424" y="291350"/>
                  </a:lnTo>
                  <a:lnTo>
                    <a:pt x="3038424" y="289699"/>
                  </a:lnTo>
                  <a:close/>
                </a:path>
                <a:path w="3293745" h="295910">
                  <a:moveTo>
                    <a:pt x="3057474" y="289699"/>
                  </a:moveTo>
                  <a:lnTo>
                    <a:pt x="3056915" y="288150"/>
                  </a:lnTo>
                  <a:lnTo>
                    <a:pt x="3055848" y="286880"/>
                  </a:lnTo>
                  <a:lnTo>
                    <a:pt x="3054413" y="286054"/>
                  </a:lnTo>
                  <a:lnTo>
                    <a:pt x="3052788" y="285762"/>
                  </a:lnTo>
                  <a:lnTo>
                    <a:pt x="3051060" y="286054"/>
                  </a:lnTo>
                  <a:lnTo>
                    <a:pt x="3049638" y="286880"/>
                  </a:lnTo>
                  <a:lnTo>
                    <a:pt x="3048571" y="288150"/>
                  </a:lnTo>
                  <a:lnTo>
                    <a:pt x="3048000" y="289699"/>
                  </a:lnTo>
                  <a:lnTo>
                    <a:pt x="3048000" y="291350"/>
                  </a:lnTo>
                  <a:lnTo>
                    <a:pt x="3048571" y="292912"/>
                  </a:lnTo>
                  <a:lnTo>
                    <a:pt x="3049638" y="294182"/>
                  </a:lnTo>
                  <a:lnTo>
                    <a:pt x="3051060" y="295008"/>
                  </a:lnTo>
                  <a:lnTo>
                    <a:pt x="3052699" y="295287"/>
                  </a:lnTo>
                  <a:lnTo>
                    <a:pt x="3054413" y="295008"/>
                  </a:lnTo>
                  <a:lnTo>
                    <a:pt x="3055848" y="294182"/>
                  </a:lnTo>
                  <a:lnTo>
                    <a:pt x="3056915" y="292912"/>
                  </a:lnTo>
                  <a:lnTo>
                    <a:pt x="3057474" y="291350"/>
                  </a:lnTo>
                  <a:lnTo>
                    <a:pt x="3057474" y="289699"/>
                  </a:lnTo>
                  <a:close/>
                </a:path>
                <a:path w="3293745" h="295910">
                  <a:moveTo>
                    <a:pt x="3076524" y="289699"/>
                  </a:moveTo>
                  <a:lnTo>
                    <a:pt x="3075965" y="288150"/>
                  </a:lnTo>
                  <a:lnTo>
                    <a:pt x="3074898" y="286880"/>
                  </a:lnTo>
                  <a:lnTo>
                    <a:pt x="3073463" y="286054"/>
                  </a:lnTo>
                  <a:lnTo>
                    <a:pt x="3071838" y="285762"/>
                  </a:lnTo>
                  <a:lnTo>
                    <a:pt x="3070110" y="286054"/>
                  </a:lnTo>
                  <a:lnTo>
                    <a:pt x="3068688" y="286880"/>
                  </a:lnTo>
                  <a:lnTo>
                    <a:pt x="3067621" y="288150"/>
                  </a:lnTo>
                  <a:lnTo>
                    <a:pt x="3067050" y="289699"/>
                  </a:lnTo>
                  <a:lnTo>
                    <a:pt x="3067050" y="291350"/>
                  </a:lnTo>
                  <a:lnTo>
                    <a:pt x="3067621" y="292912"/>
                  </a:lnTo>
                  <a:lnTo>
                    <a:pt x="3068688" y="294182"/>
                  </a:lnTo>
                  <a:lnTo>
                    <a:pt x="3070110" y="295008"/>
                  </a:lnTo>
                  <a:lnTo>
                    <a:pt x="3071749" y="295287"/>
                  </a:lnTo>
                  <a:lnTo>
                    <a:pt x="3073463" y="295008"/>
                  </a:lnTo>
                  <a:lnTo>
                    <a:pt x="3074898" y="294182"/>
                  </a:lnTo>
                  <a:lnTo>
                    <a:pt x="3075965" y="292912"/>
                  </a:lnTo>
                  <a:lnTo>
                    <a:pt x="3076524" y="291350"/>
                  </a:lnTo>
                  <a:lnTo>
                    <a:pt x="3076524" y="289699"/>
                  </a:lnTo>
                  <a:close/>
                </a:path>
                <a:path w="3293745" h="295910">
                  <a:moveTo>
                    <a:pt x="3095574" y="289699"/>
                  </a:moveTo>
                  <a:lnTo>
                    <a:pt x="3095015" y="288150"/>
                  </a:lnTo>
                  <a:lnTo>
                    <a:pt x="3093948" y="286880"/>
                  </a:lnTo>
                  <a:lnTo>
                    <a:pt x="3092513" y="286054"/>
                  </a:lnTo>
                  <a:lnTo>
                    <a:pt x="3090888" y="285762"/>
                  </a:lnTo>
                  <a:lnTo>
                    <a:pt x="3089160" y="286054"/>
                  </a:lnTo>
                  <a:lnTo>
                    <a:pt x="3087738" y="286880"/>
                  </a:lnTo>
                  <a:lnTo>
                    <a:pt x="3086671" y="288150"/>
                  </a:lnTo>
                  <a:lnTo>
                    <a:pt x="3086100" y="289699"/>
                  </a:lnTo>
                  <a:lnTo>
                    <a:pt x="3086100" y="291350"/>
                  </a:lnTo>
                  <a:lnTo>
                    <a:pt x="3086671" y="292912"/>
                  </a:lnTo>
                  <a:lnTo>
                    <a:pt x="3087738" y="294182"/>
                  </a:lnTo>
                  <a:lnTo>
                    <a:pt x="3089160" y="295008"/>
                  </a:lnTo>
                  <a:lnTo>
                    <a:pt x="3090799" y="295287"/>
                  </a:lnTo>
                  <a:lnTo>
                    <a:pt x="3092513" y="295008"/>
                  </a:lnTo>
                  <a:lnTo>
                    <a:pt x="3093948" y="294182"/>
                  </a:lnTo>
                  <a:lnTo>
                    <a:pt x="3095015" y="292912"/>
                  </a:lnTo>
                  <a:lnTo>
                    <a:pt x="3095574" y="291350"/>
                  </a:lnTo>
                  <a:lnTo>
                    <a:pt x="3095574" y="289699"/>
                  </a:lnTo>
                  <a:close/>
                </a:path>
                <a:path w="3293745" h="295910">
                  <a:moveTo>
                    <a:pt x="3114624" y="289699"/>
                  </a:moveTo>
                  <a:lnTo>
                    <a:pt x="3114065" y="288150"/>
                  </a:lnTo>
                  <a:lnTo>
                    <a:pt x="3112998" y="286880"/>
                  </a:lnTo>
                  <a:lnTo>
                    <a:pt x="3111563" y="286054"/>
                  </a:lnTo>
                  <a:lnTo>
                    <a:pt x="3109938" y="285762"/>
                  </a:lnTo>
                  <a:lnTo>
                    <a:pt x="3108210" y="286054"/>
                  </a:lnTo>
                  <a:lnTo>
                    <a:pt x="3106788" y="286880"/>
                  </a:lnTo>
                  <a:lnTo>
                    <a:pt x="3105721" y="288150"/>
                  </a:lnTo>
                  <a:lnTo>
                    <a:pt x="3105150" y="289699"/>
                  </a:lnTo>
                  <a:lnTo>
                    <a:pt x="3105150" y="291350"/>
                  </a:lnTo>
                  <a:lnTo>
                    <a:pt x="3105721" y="292912"/>
                  </a:lnTo>
                  <a:lnTo>
                    <a:pt x="3106788" y="294182"/>
                  </a:lnTo>
                  <a:lnTo>
                    <a:pt x="3108210" y="295008"/>
                  </a:lnTo>
                  <a:lnTo>
                    <a:pt x="3109849" y="295287"/>
                  </a:lnTo>
                  <a:lnTo>
                    <a:pt x="3111563" y="295008"/>
                  </a:lnTo>
                  <a:lnTo>
                    <a:pt x="3112998" y="294182"/>
                  </a:lnTo>
                  <a:lnTo>
                    <a:pt x="3114065" y="292912"/>
                  </a:lnTo>
                  <a:lnTo>
                    <a:pt x="3114624" y="291350"/>
                  </a:lnTo>
                  <a:lnTo>
                    <a:pt x="3114624" y="289699"/>
                  </a:lnTo>
                  <a:close/>
                </a:path>
                <a:path w="3293745" h="295910">
                  <a:moveTo>
                    <a:pt x="3133674" y="289699"/>
                  </a:moveTo>
                  <a:lnTo>
                    <a:pt x="3133115" y="288150"/>
                  </a:lnTo>
                  <a:lnTo>
                    <a:pt x="3132048" y="286880"/>
                  </a:lnTo>
                  <a:lnTo>
                    <a:pt x="3130613" y="286054"/>
                  </a:lnTo>
                  <a:lnTo>
                    <a:pt x="3128988" y="285762"/>
                  </a:lnTo>
                  <a:lnTo>
                    <a:pt x="3127260" y="286054"/>
                  </a:lnTo>
                  <a:lnTo>
                    <a:pt x="3125838" y="286880"/>
                  </a:lnTo>
                  <a:lnTo>
                    <a:pt x="3124771" y="288150"/>
                  </a:lnTo>
                  <a:lnTo>
                    <a:pt x="3124200" y="289699"/>
                  </a:lnTo>
                  <a:lnTo>
                    <a:pt x="3124200" y="291350"/>
                  </a:lnTo>
                  <a:lnTo>
                    <a:pt x="3124771" y="292912"/>
                  </a:lnTo>
                  <a:lnTo>
                    <a:pt x="3125838" y="294182"/>
                  </a:lnTo>
                  <a:lnTo>
                    <a:pt x="3127260" y="295008"/>
                  </a:lnTo>
                  <a:lnTo>
                    <a:pt x="3128899" y="295287"/>
                  </a:lnTo>
                  <a:lnTo>
                    <a:pt x="3130613" y="295008"/>
                  </a:lnTo>
                  <a:lnTo>
                    <a:pt x="3132048" y="294182"/>
                  </a:lnTo>
                  <a:lnTo>
                    <a:pt x="3133115" y="292912"/>
                  </a:lnTo>
                  <a:lnTo>
                    <a:pt x="3133674" y="291350"/>
                  </a:lnTo>
                  <a:lnTo>
                    <a:pt x="3133674" y="289699"/>
                  </a:lnTo>
                  <a:close/>
                </a:path>
                <a:path w="3293745" h="295910">
                  <a:moveTo>
                    <a:pt x="3152724" y="289699"/>
                  </a:moveTo>
                  <a:lnTo>
                    <a:pt x="3152165" y="288150"/>
                  </a:lnTo>
                  <a:lnTo>
                    <a:pt x="3151098" y="286880"/>
                  </a:lnTo>
                  <a:lnTo>
                    <a:pt x="3149663" y="286054"/>
                  </a:lnTo>
                  <a:lnTo>
                    <a:pt x="3148038" y="285762"/>
                  </a:lnTo>
                  <a:lnTo>
                    <a:pt x="3146310" y="286054"/>
                  </a:lnTo>
                  <a:lnTo>
                    <a:pt x="3144888" y="286880"/>
                  </a:lnTo>
                  <a:lnTo>
                    <a:pt x="3143821" y="288150"/>
                  </a:lnTo>
                  <a:lnTo>
                    <a:pt x="3143250" y="289699"/>
                  </a:lnTo>
                  <a:lnTo>
                    <a:pt x="3143250" y="291350"/>
                  </a:lnTo>
                  <a:lnTo>
                    <a:pt x="3143821" y="292912"/>
                  </a:lnTo>
                  <a:lnTo>
                    <a:pt x="3144888" y="294182"/>
                  </a:lnTo>
                  <a:lnTo>
                    <a:pt x="3146310" y="295008"/>
                  </a:lnTo>
                  <a:lnTo>
                    <a:pt x="3147949" y="295287"/>
                  </a:lnTo>
                  <a:lnTo>
                    <a:pt x="3149663" y="295008"/>
                  </a:lnTo>
                  <a:lnTo>
                    <a:pt x="3151098" y="294182"/>
                  </a:lnTo>
                  <a:lnTo>
                    <a:pt x="3152165" y="292912"/>
                  </a:lnTo>
                  <a:lnTo>
                    <a:pt x="3152724" y="291350"/>
                  </a:lnTo>
                  <a:lnTo>
                    <a:pt x="3152724" y="289699"/>
                  </a:lnTo>
                  <a:close/>
                </a:path>
                <a:path w="3293745" h="295910">
                  <a:moveTo>
                    <a:pt x="3171774" y="289699"/>
                  </a:moveTo>
                  <a:lnTo>
                    <a:pt x="3171215" y="288150"/>
                  </a:lnTo>
                  <a:lnTo>
                    <a:pt x="3170148" y="286880"/>
                  </a:lnTo>
                  <a:lnTo>
                    <a:pt x="3168713" y="286054"/>
                  </a:lnTo>
                  <a:lnTo>
                    <a:pt x="3167088" y="285762"/>
                  </a:lnTo>
                  <a:lnTo>
                    <a:pt x="3165360" y="286054"/>
                  </a:lnTo>
                  <a:lnTo>
                    <a:pt x="3163938" y="286880"/>
                  </a:lnTo>
                  <a:lnTo>
                    <a:pt x="3162871" y="288150"/>
                  </a:lnTo>
                  <a:lnTo>
                    <a:pt x="3162300" y="289699"/>
                  </a:lnTo>
                  <a:lnTo>
                    <a:pt x="3162300" y="291350"/>
                  </a:lnTo>
                  <a:lnTo>
                    <a:pt x="3162871" y="292912"/>
                  </a:lnTo>
                  <a:lnTo>
                    <a:pt x="3163938" y="294182"/>
                  </a:lnTo>
                  <a:lnTo>
                    <a:pt x="3165360" y="295008"/>
                  </a:lnTo>
                  <a:lnTo>
                    <a:pt x="3166999" y="295287"/>
                  </a:lnTo>
                  <a:lnTo>
                    <a:pt x="3168713" y="295008"/>
                  </a:lnTo>
                  <a:lnTo>
                    <a:pt x="3170148" y="294182"/>
                  </a:lnTo>
                  <a:lnTo>
                    <a:pt x="3171215" y="292912"/>
                  </a:lnTo>
                  <a:lnTo>
                    <a:pt x="3171774" y="291350"/>
                  </a:lnTo>
                  <a:lnTo>
                    <a:pt x="3171774" y="289699"/>
                  </a:lnTo>
                  <a:close/>
                </a:path>
                <a:path w="3293745" h="295910">
                  <a:moveTo>
                    <a:pt x="3190824" y="289699"/>
                  </a:moveTo>
                  <a:lnTo>
                    <a:pt x="3190265" y="288150"/>
                  </a:lnTo>
                  <a:lnTo>
                    <a:pt x="3189198" y="286880"/>
                  </a:lnTo>
                  <a:lnTo>
                    <a:pt x="3187763" y="286054"/>
                  </a:lnTo>
                  <a:lnTo>
                    <a:pt x="3186138" y="285762"/>
                  </a:lnTo>
                  <a:lnTo>
                    <a:pt x="3184410" y="286054"/>
                  </a:lnTo>
                  <a:lnTo>
                    <a:pt x="3182988" y="286880"/>
                  </a:lnTo>
                  <a:lnTo>
                    <a:pt x="3181921" y="288150"/>
                  </a:lnTo>
                  <a:lnTo>
                    <a:pt x="3181350" y="289699"/>
                  </a:lnTo>
                  <a:lnTo>
                    <a:pt x="3181350" y="291350"/>
                  </a:lnTo>
                  <a:lnTo>
                    <a:pt x="3181921" y="292912"/>
                  </a:lnTo>
                  <a:lnTo>
                    <a:pt x="3182988" y="294182"/>
                  </a:lnTo>
                  <a:lnTo>
                    <a:pt x="3184410" y="295008"/>
                  </a:lnTo>
                  <a:lnTo>
                    <a:pt x="3186049" y="295287"/>
                  </a:lnTo>
                  <a:lnTo>
                    <a:pt x="3187763" y="295008"/>
                  </a:lnTo>
                  <a:lnTo>
                    <a:pt x="3189198" y="294182"/>
                  </a:lnTo>
                  <a:lnTo>
                    <a:pt x="3190265" y="292912"/>
                  </a:lnTo>
                  <a:lnTo>
                    <a:pt x="3190824" y="291350"/>
                  </a:lnTo>
                  <a:lnTo>
                    <a:pt x="3190824" y="289699"/>
                  </a:lnTo>
                  <a:close/>
                </a:path>
                <a:path w="3293745" h="295910">
                  <a:moveTo>
                    <a:pt x="3209874" y="289699"/>
                  </a:moveTo>
                  <a:lnTo>
                    <a:pt x="3209315" y="288150"/>
                  </a:lnTo>
                  <a:lnTo>
                    <a:pt x="3208248" y="286880"/>
                  </a:lnTo>
                  <a:lnTo>
                    <a:pt x="3206813" y="286054"/>
                  </a:lnTo>
                  <a:lnTo>
                    <a:pt x="3205188" y="285762"/>
                  </a:lnTo>
                  <a:lnTo>
                    <a:pt x="3203460" y="286054"/>
                  </a:lnTo>
                  <a:lnTo>
                    <a:pt x="3202038" y="286880"/>
                  </a:lnTo>
                  <a:lnTo>
                    <a:pt x="3200971" y="288150"/>
                  </a:lnTo>
                  <a:lnTo>
                    <a:pt x="3200400" y="289699"/>
                  </a:lnTo>
                  <a:lnTo>
                    <a:pt x="3200400" y="291350"/>
                  </a:lnTo>
                  <a:lnTo>
                    <a:pt x="3200971" y="292912"/>
                  </a:lnTo>
                  <a:lnTo>
                    <a:pt x="3202038" y="294182"/>
                  </a:lnTo>
                  <a:lnTo>
                    <a:pt x="3203460" y="295008"/>
                  </a:lnTo>
                  <a:lnTo>
                    <a:pt x="3205099" y="295287"/>
                  </a:lnTo>
                  <a:lnTo>
                    <a:pt x="3206813" y="295008"/>
                  </a:lnTo>
                  <a:lnTo>
                    <a:pt x="3208248" y="294182"/>
                  </a:lnTo>
                  <a:lnTo>
                    <a:pt x="3209315" y="292912"/>
                  </a:lnTo>
                  <a:lnTo>
                    <a:pt x="3209874" y="291350"/>
                  </a:lnTo>
                  <a:lnTo>
                    <a:pt x="3209874" y="289699"/>
                  </a:lnTo>
                  <a:close/>
                </a:path>
                <a:path w="3293745" h="295910">
                  <a:moveTo>
                    <a:pt x="3228924" y="289699"/>
                  </a:moveTo>
                  <a:lnTo>
                    <a:pt x="3228365" y="288150"/>
                  </a:lnTo>
                  <a:lnTo>
                    <a:pt x="3227298" y="286880"/>
                  </a:lnTo>
                  <a:lnTo>
                    <a:pt x="3225863" y="286054"/>
                  </a:lnTo>
                  <a:lnTo>
                    <a:pt x="3224238" y="285762"/>
                  </a:lnTo>
                  <a:lnTo>
                    <a:pt x="3222510" y="286054"/>
                  </a:lnTo>
                  <a:lnTo>
                    <a:pt x="3221088" y="286880"/>
                  </a:lnTo>
                  <a:lnTo>
                    <a:pt x="3220021" y="288150"/>
                  </a:lnTo>
                  <a:lnTo>
                    <a:pt x="3219450" y="289699"/>
                  </a:lnTo>
                  <a:lnTo>
                    <a:pt x="3219450" y="291350"/>
                  </a:lnTo>
                  <a:lnTo>
                    <a:pt x="3220021" y="292912"/>
                  </a:lnTo>
                  <a:lnTo>
                    <a:pt x="3221088" y="294182"/>
                  </a:lnTo>
                  <a:lnTo>
                    <a:pt x="3222510" y="295008"/>
                  </a:lnTo>
                  <a:lnTo>
                    <a:pt x="3224149" y="295287"/>
                  </a:lnTo>
                  <a:lnTo>
                    <a:pt x="3225863" y="295008"/>
                  </a:lnTo>
                  <a:lnTo>
                    <a:pt x="3227298" y="294182"/>
                  </a:lnTo>
                  <a:lnTo>
                    <a:pt x="3228365" y="292912"/>
                  </a:lnTo>
                  <a:lnTo>
                    <a:pt x="3228924" y="291350"/>
                  </a:lnTo>
                  <a:lnTo>
                    <a:pt x="3228924" y="289699"/>
                  </a:lnTo>
                  <a:close/>
                </a:path>
                <a:path w="3293745" h="295910">
                  <a:moveTo>
                    <a:pt x="3247974" y="289699"/>
                  </a:moveTo>
                  <a:lnTo>
                    <a:pt x="3247415" y="288150"/>
                  </a:lnTo>
                  <a:lnTo>
                    <a:pt x="3246348" y="286880"/>
                  </a:lnTo>
                  <a:lnTo>
                    <a:pt x="3244913" y="286054"/>
                  </a:lnTo>
                  <a:lnTo>
                    <a:pt x="3243288" y="285762"/>
                  </a:lnTo>
                  <a:lnTo>
                    <a:pt x="3241560" y="286054"/>
                  </a:lnTo>
                  <a:lnTo>
                    <a:pt x="3240138" y="286880"/>
                  </a:lnTo>
                  <a:lnTo>
                    <a:pt x="3239071" y="288150"/>
                  </a:lnTo>
                  <a:lnTo>
                    <a:pt x="3238500" y="289699"/>
                  </a:lnTo>
                  <a:lnTo>
                    <a:pt x="3238500" y="291350"/>
                  </a:lnTo>
                  <a:lnTo>
                    <a:pt x="3239071" y="292912"/>
                  </a:lnTo>
                  <a:lnTo>
                    <a:pt x="3240138" y="294182"/>
                  </a:lnTo>
                  <a:lnTo>
                    <a:pt x="3241560" y="295008"/>
                  </a:lnTo>
                  <a:lnTo>
                    <a:pt x="3243199" y="295287"/>
                  </a:lnTo>
                  <a:lnTo>
                    <a:pt x="3244913" y="295008"/>
                  </a:lnTo>
                  <a:lnTo>
                    <a:pt x="3246348" y="294182"/>
                  </a:lnTo>
                  <a:lnTo>
                    <a:pt x="3247415" y="292912"/>
                  </a:lnTo>
                  <a:lnTo>
                    <a:pt x="3247974" y="291350"/>
                  </a:lnTo>
                  <a:lnTo>
                    <a:pt x="3247974" y="289699"/>
                  </a:lnTo>
                  <a:close/>
                </a:path>
                <a:path w="3293745" h="295910">
                  <a:moveTo>
                    <a:pt x="3267024" y="289699"/>
                  </a:moveTo>
                  <a:lnTo>
                    <a:pt x="3266465" y="288150"/>
                  </a:lnTo>
                  <a:lnTo>
                    <a:pt x="3265398" y="286880"/>
                  </a:lnTo>
                  <a:lnTo>
                    <a:pt x="3263963" y="286054"/>
                  </a:lnTo>
                  <a:lnTo>
                    <a:pt x="3262338" y="285762"/>
                  </a:lnTo>
                  <a:lnTo>
                    <a:pt x="3260610" y="286054"/>
                  </a:lnTo>
                  <a:lnTo>
                    <a:pt x="3259188" y="286880"/>
                  </a:lnTo>
                  <a:lnTo>
                    <a:pt x="3258121" y="288150"/>
                  </a:lnTo>
                  <a:lnTo>
                    <a:pt x="3257550" y="289699"/>
                  </a:lnTo>
                  <a:lnTo>
                    <a:pt x="3257550" y="291350"/>
                  </a:lnTo>
                  <a:lnTo>
                    <a:pt x="3258121" y="292912"/>
                  </a:lnTo>
                  <a:lnTo>
                    <a:pt x="3259188" y="294182"/>
                  </a:lnTo>
                  <a:lnTo>
                    <a:pt x="3260610" y="295008"/>
                  </a:lnTo>
                  <a:lnTo>
                    <a:pt x="3262249" y="295287"/>
                  </a:lnTo>
                  <a:lnTo>
                    <a:pt x="3263963" y="295008"/>
                  </a:lnTo>
                  <a:lnTo>
                    <a:pt x="3265398" y="294182"/>
                  </a:lnTo>
                  <a:lnTo>
                    <a:pt x="3266465" y="292912"/>
                  </a:lnTo>
                  <a:lnTo>
                    <a:pt x="3267024" y="291350"/>
                  </a:lnTo>
                  <a:lnTo>
                    <a:pt x="3267024" y="289699"/>
                  </a:lnTo>
                  <a:close/>
                </a:path>
                <a:path w="3293745" h="295910">
                  <a:moveTo>
                    <a:pt x="3293567" y="290436"/>
                  </a:moveTo>
                  <a:lnTo>
                    <a:pt x="3293287" y="288810"/>
                  </a:lnTo>
                  <a:lnTo>
                    <a:pt x="3292462" y="287375"/>
                  </a:lnTo>
                  <a:lnTo>
                    <a:pt x="3291192" y="286308"/>
                  </a:lnTo>
                  <a:lnTo>
                    <a:pt x="3289630" y="285750"/>
                  </a:lnTo>
                  <a:lnTo>
                    <a:pt x="3287979" y="285750"/>
                  </a:lnTo>
                  <a:lnTo>
                    <a:pt x="3286429" y="286308"/>
                  </a:lnTo>
                  <a:lnTo>
                    <a:pt x="3285159" y="287375"/>
                  </a:lnTo>
                  <a:lnTo>
                    <a:pt x="3285032" y="287591"/>
                  </a:lnTo>
                  <a:lnTo>
                    <a:pt x="3284448" y="286880"/>
                  </a:lnTo>
                  <a:lnTo>
                    <a:pt x="3283013" y="286054"/>
                  </a:lnTo>
                  <a:lnTo>
                    <a:pt x="3281388" y="285762"/>
                  </a:lnTo>
                  <a:lnTo>
                    <a:pt x="3279660" y="286054"/>
                  </a:lnTo>
                  <a:lnTo>
                    <a:pt x="3278238" y="286880"/>
                  </a:lnTo>
                  <a:lnTo>
                    <a:pt x="3277171" y="288150"/>
                  </a:lnTo>
                  <a:lnTo>
                    <a:pt x="3276600" y="289699"/>
                  </a:lnTo>
                  <a:lnTo>
                    <a:pt x="3276600" y="291350"/>
                  </a:lnTo>
                  <a:lnTo>
                    <a:pt x="3277171" y="292912"/>
                  </a:lnTo>
                  <a:lnTo>
                    <a:pt x="3278238" y="294182"/>
                  </a:lnTo>
                  <a:lnTo>
                    <a:pt x="3279660" y="295008"/>
                  </a:lnTo>
                  <a:lnTo>
                    <a:pt x="3281299" y="295287"/>
                  </a:lnTo>
                  <a:lnTo>
                    <a:pt x="3283013" y="295008"/>
                  </a:lnTo>
                  <a:lnTo>
                    <a:pt x="3284448" y="294182"/>
                  </a:lnTo>
                  <a:lnTo>
                    <a:pt x="3285071" y="293446"/>
                  </a:lnTo>
                  <a:lnTo>
                    <a:pt x="3285159" y="293585"/>
                  </a:lnTo>
                  <a:lnTo>
                    <a:pt x="3286429" y="294652"/>
                  </a:lnTo>
                  <a:lnTo>
                    <a:pt x="3287979" y="295224"/>
                  </a:lnTo>
                  <a:lnTo>
                    <a:pt x="3289630" y="295224"/>
                  </a:lnTo>
                  <a:lnTo>
                    <a:pt x="3291192" y="294652"/>
                  </a:lnTo>
                  <a:lnTo>
                    <a:pt x="3292462" y="293585"/>
                  </a:lnTo>
                  <a:lnTo>
                    <a:pt x="3293287" y="292163"/>
                  </a:lnTo>
                  <a:lnTo>
                    <a:pt x="3293567" y="290525"/>
                  </a:lnTo>
                  <a:close/>
                </a:path>
                <a:path w="3293745" h="295910">
                  <a:moveTo>
                    <a:pt x="3293567" y="271386"/>
                  </a:moveTo>
                  <a:lnTo>
                    <a:pt x="3293287" y="269760"/>
                  </a:lnTo>
                  <a:lnTo>
                    <a:pt x="3292462" y="268325"/>
                  </a:lnTo>
                  <a:lnTo>
                    <a:pt x="3291192" y="267258"/>
                  </a:lnTo>
                  <a:lnTo>
                    <a:pt x="3289630" y="266700"/>
                  </a:lnTo>
                  <a:lnTo>
                    <a:pt x="3287979" y="266700"/>
                  </a:lnTo>
                  <a:lnTo>
                    <a:pt x="3286429" y="267258"/>
                  </a:lnTo>
                  <a:lnTo>
                    <a:pt x="3285159" y="268325"/>
                  </a:lnTo>
                  <a:lnTo>
                    <a:pt x="3284334" y="269760"/>
                  </a:lnTo>
                  <a:lnTo>
                    <a:pt x="3284042" y="271386"/>
                  </a:lnTo>
                  <a:lnTo>
                    <a:pt x="3284334" y="273113"/>
                  </a:lnTo>
                  <a:lnTo>
                    <a:pt x="3285159" y="274535"/>
                  </a:lnTo>
                  <a:lnTo>
                    <a:pt x="3286429" y="275602"/>
                  </a:lnTo>
                  <a:lnTo>
                    <a:pt x="3287979" y="276174"/>
                  </a:lnTo>
                  <a:lnTo>
                    <a:pt x="3289630" y="276174"/>
                  </a:lnTo>
                  <a:lnTo>
                    <a:pt x="3291192" y="275602"/>
                  </a:lnTo>
                  <a:lnTo>
                    <a:pt x="3292462" y="274535"/>
                  </a:lnTo>
                  <a:lnTo>
                    <a:pt x="3293287" y="273113"/>
                  </a:lnTo>
                  <a:lnTo>
                    <a:pt x="3293567" y="271475"/>
                  </a:lnTo>
                  <a:close/>
                </a:path>
                <a:path w="3293745" h="295910">
                  <a:moveTo>
                    <a:pt x="3293567" y="252336"/>
                  </a:moveTo>
                  <a:lnTo>
                    <a:pt x="3293287" y="250710"/>
                  </a:lnTo>
                  <a:lnTo>
                    <a:pt x="3292462" y="249275"/>
                  </a:lnTo>
                  <a:lnTo>
                    <a:pt x="3291192" y="248208"/>
                  </a:lnTo>
                  <a:lnTo>
                    <a:pt x="3289630" y="247650"/>
                  </a:lnTo>
                  <a:lnTo>
                    <a:pt x="3287979" y="247650"/>
                  </a:lnTo>
                  <a:lnTo>
                    <a:pt x="3286429" y="248208"/>
                  </a:lnTo>
                  <a:lnTo>
                    <a:pt x="3285159" y="249275"/>
                  </a:lnTo>
                  <a:lnTo>
                    <a:pt x="3284334" y="250710"/>
                  </a:lnTo>
                  <a:lnTo>
                    <a:pt x="3284042" y="252336"/>
                  </a:lnTo>
                  <a:lnTo>
                    <a:pt x="3284334" y="254063"/>
                  </a:lnTo>
                  <a:lnTo>
                    <a:pt x="3285159" y="255485"/>
                  </a:lnTo>
                  <a:lnTo>
                    <a:pt x="3286429" y="256552"/>
                  </a:lnTo>
                  <a:lnTo>
                    <a:pt x="3287979" y="257124"/>
                  </a:lnTo>
                  <a:lnTo>
                    <a:pt x="3289630" y="257124"/>
                  </a:lnTo>
                  <a:lnTo>
                    <a:pt x="3291192" y="256552"/>
                  </a:lnTo>
                  <a:lnTo>
                    <a:pt x="3292462" y="255485"/>
                  </a:lnTo>
                  <a:lnTo>
                    <a:pt x="3293287" y="254063"/>
                  </a:lnTo>
                  <a:lnTo>
                    <a:pt x="3293567" y="252425"/>
                  </a:lnTo>
                  <a:close/>
                </a:path>
                <a:path w="3293745" h="295910">
                  <a:moveTo>
                    <a:pt x="3293567" y="233286"/>
                  </a:moveTo>
                  <a:lnTo>
                    <a:pt x="3293287" y="231660"/>
                  </a:lnTo>
                  <a:lnTo>
                    <a:pt x="3292462" y="230225"/>
                  </a:lnTo>
                  <a:lnTo>
                    <a:pt x="3291192" y="229158"/>
                  </a:lnTo>
                  <a:lnTo>
                    <a:pt x="3289630" y="228600"/>
                  </a:lnTo>
                  <a:lnTo>
                    <a:pt x="3287979" y="228600"/>
                  </a:lnTo>
                  <a:lnTo>
                    <a:pt x="3286429" y="229158"/>
                  </a:lnTo>
                  <a:lnTo>
                    <a:pt x="3285159" y="230225"/>
                  </a:lnTo>
                  <a:lnTo>
                    <a:pt x="3284334" y="231660"/>
                  </a:lnTo>
                  <a:lnTo>
                    <a:pt x="3284042" y="233286"/>
                  </a:lnTo>
                  <a:lnTo>
                    <a:pt x="3284334" y="235013"/>
                  </a:lnTo>
                  <a:lnTo>
                    <a:pt x="3285159" y="236435"/>
                  </a:lnTo>
                  <a:lnTo>
                    <a:pt x="3286429" y="237502"/>
                  </a:lnTo>
                  <a:lnTo>
                    <a:pt x="3287979" y="238074"/>
                  </a:lnTo>
                  <a:lnTo>
                    <a:pt x="3289630" y="238074"/>
                  </a:lnTo>
                  <a:lnTo>
                    <a:pt x="3291192" y="237502"/>
                  </a:lnTo>
                  <a:lnTo>
                    <a:pt x="3292462" y="236435"/>
                  </a:lnTo>
                  <a:lnTo>
                    <a:pt x="3293287" y="235013"/>
                  </a:lnTo>
                  <a:lnTo>
                    <a:pt x="3293567" y="233375"/>
                  </a:lnTo>
                  <a:close/>
                </a:path>
                <a:path w="3293745" h="295910">
                  <a:moveTo>
                    <a:pt x="3293567" y="214236"/>
                  </a:moveTo>
                  <a:lnTo>
                    <a:pt x="3293287" y="212610"/>
                  </a:lnTo>
                  <a:lnTo>
                    <a:pt x="3292462" y="211175"/>
                  </a:lnTo>
                  <a:lnTo>
                    <a:pt x="3291192" y="210108"/>
                  </a:lnTo>
                  <a:lnTo>
                    <a:pt x="3289630" y="209550"/>
                  </a:lnTo>
                  <a:lnTo>
                    <a:pt x="3287979" y="209550"/>
                  </a:lnTo>
                  <a:lnTo>
                    <a:pt x="3286429" y="210108"/>
                  </a:lnTo>
                  <a:lnTo>
                    <a:pt x="3285159" y="211175"/>
                  </a:lnTo>
                  <a:lnTo>
                    <a:pt x="3284334" y="212610"/>
                  </a:lnTo>
                  <a:lnTo>
                    <a:pt x="3284042" y="214236"/>
                  </a:lnTo>
                  <a:lnTo>
                    <a:pt x="3284334" y="215963"/>
                  </a:lnTo>
                  <a:lnTo>
                    <a:pt x="3285159" y="217385"/>
                  </a:lnTo>
                  <a:lnTo>
                    <a:pt x="3286429" y="218452"/>
                  </a:lnTo>
                  <a:lnTo>
                    <a:pt x="3287979" y="219024"/>
                  </a:lnTo>
                  <a:lnTo>
                    <a:pt x="3289630" y="219024"/>
                  </a:lnTo>
                  <a:lnTo>
                    <a:pt x="3291192" y="218452"/>
                  </a:lnTo>
                  <a:lnTo>
                    <a:pt x="3292462" y="217385"/>
                  </a:lnTo>
                  <a:lnTo>
                    <a:pt x="3293287" y="215963"/>
                  </a:lnTo>
                  <a:lnTo>
                    <a:pt x="3293567" y="214325"/>
                  </a:lnTo>
                  <a:close/>
                </a:path>
                <a:path w="3293745" h="295910">
                  <a:moveTo>
                    <a:pt x="3293567" y="195186"/>
                  </a:moveTo>
                  <a:lnTo>
                    <a:pt x="3293287" y="193560"/>
                  </a:lnTo>
                  <a:lnTo>
                    <a:pt x="3292462" y="192125"/>
                  </a:lnTo>
                  <a:lnTo>
                    <a:pt x="3291192" y="191058"/>
                  </a:lnTo>
                  <a:lnTo>
                    <a:pt x="3289630" y="190500"/>
                  </a:lnTo>
                  <a:lnTo>
                    <a:pt x="3287979" y="190500"/>
                  </a:lnTo>
                  <a:lnTo>
                    <a:pt x="3286429" y="191058"/>
                  </a:lnTo>
                  <a:lnTo>
                    <a:pt x="3285159" y="192125"/>
                  </a:lnTo>
                  <a:lnTo>
                    <a:pt x="3284334" y="193560"/>
                  </a:lnTo>
                  <a:lnTo>
                    <a:pt x="3284042" y="195186"/>
                  </a:lnTo>
                  <a:lnTo>
                    <a:pt x="3284334" y="196913"/>
                  </a:lnTo>
                  <a:lnTo>
                    <a:pt x="3285159" y="198335"/>
                  </a:lnTo>
                  <a:lnTo>
                    <a:pt x="3286429" y="199402"/>
                  </a:lnTo>
                  <a:lnTo>
                    <a:pt x="3287979" y="199974"/>
                  </a:lnTo>
                  <a:lnTo>
                    <a:pt x="3289630" y="199974"/>
                  </a:lnTo>
                  <a:lnTo>
                    <a:pt x="3291192" y="199402"/>
                  </a:lnTo>
                  <a:lnTo>
                    <a:pt x="3292462" y="198335"/>
                  </a:lnTo>
                  <a:lnTo>
                    <a:pt x="3293287" y="196913"/>
                  </a:lnTo>
                  <a:lnTo>
                    <a:pt x="3293567" y="195275"/>
                  </a:lnTo>
                  <a:close/>
                </a:path>
                <a:path w="3293745" h="295910">
                  <a:moveTo>
                    <a:pt x="3293567" y="176136"/>
                  </a:moveTo>
                  <a:lnTo>
                    <a:pt x="3293287" y="174510"/>
                  </a:lnTo>
                  <a:lnTo>
                    <a:pt x="3292462" y="173075"/>
                  </a:lnTo>
                  <a:lnTo>
                    <a:pt x="3291192" y="172008"/>
                  </a:lnTo>
                  <a:lnTo>
                    <a:pt x="3289630" y="171450"/>
                  </a:lnTo>
                  <a:lnTo>
                    <a:pt x="3287979" y="171450"/>
                  </a:lnTo>
                  <a:lnTo>
                    <a:pt x="3286429" y="172008"/>
                  </a:lnTo>
                  <a:lnTo>
                    <a:pt x="3285159" y="173075"/>
                  </a:lnTo>
                  <a:lnTo>
                    <a:pt x="3284334" y="174510"/>
                  </a:lnTo>
                  <a:lnTo>
                    <a:pt x="3284042" y="176136"/>
                  </a:lnTo>
                  <a:lnTo>
                    <a:pt x="3284334" y="177863"/>
                  </a:lnTo>
                  <a:lnTo>
                    <a:pt x="3285159" y="179285"/>
                  </a:lnTo>
                  <a:lnTo>
                    <a:pt x="3286429" y="180352"/>
                  </a:lnTo>
                  <a:lnTo>
                    <a:pt x="3287979" y="180924"/>
                  </a:lnTo>
                  <a:lnTo>
                    <a:pt x="3289630" y="180924"/>
                  </a:lnTo>
                  <a:lnTo>
                    <a:pt x="3291192" y="180352"/>
                  </a:lnTo>
                  <a:lnTo>
                    <a:pt x="3292462" y="179285"/>
                  </a:lnTo>
                  <a:lnTo>
                    <a:pt x="3293287" y="177863"/>
                  </a:lnTo>
                  <a:lnTo>
                    <a:pt x="3293567" y="176225"/>
                  </a:lnTo>
                  <a:close/>
                </a:path>
                <a:path w="3293745" h="295910">
                  <a:moveTo>
                    <a:pt x="3293567" y="157086"/>
                  </a:moveTo>
                  <a:lnTo>
                    <a:pt x="3293287" y="155460"/>
                  </a:lnTo>
                  <a:lnTo>
                    <a:pt x="3292462" y="154025"/>
                  </a:lnTo>
                  <a:lnTo>
                    <a:pt x="3291192" y="152958"/>
                  </a:lnTo>
                  <a:lnTo>
                    <a:pt x="3289630" y="152400"/>
                  </a:lnTo>
                  <a:lnTo>
                    <a:pt x="3287979" y="152400"/>
                  </a:lnTo>
                  <a:lnTo>
                    <a:pt x="3286429" y="152958"/>
                  </a:lnTo>
                  <a:lnTo>
                    <a:pt x="3285159" y="154025"/>
                  </a:lnTo>
                  <a:lnTo>
                    <a:pt x="3284334" y="155460"/>
                  </a:lnTo>
                  <a:lnTo>
                    <a:pt x="3284042" y="157086"/>
                  </a:lnTo>
                  <a:lnTo>
                    <a:pt x="3284334" y="158813"/>
                  </a:lnTo>
                  <a:lnTo>
                    <a:pt x="3285159" y="160235"/>
                  </a:lnTo>
                  <a:lnTo>
                    <a:pt x="3286429" y="161302"/>
                  </a:lnTo>
                  <a:lnTo>
                    <a:pt x="3287979" y="161874"/>
                  </a:lnTo>
                  <a:lnTo>
                    <a:pt x="3289630" y="161874"/>
                  </a:lnTo>
                  <a:lnTo>
                    <a:pt x="3291192" y="161302"/>
                  </a:lnTo>
                  <a:lnTo>
                    <a:pt x="3292462" y="160235"/>
                  </a:lnTo>
                  <a:lnTo>
                    <a:pt x="3293287" y="158813"/>
                  </a:lnTo>
                  <a:lnTo>
                    <a:pt x="3293567" y="157175"/>
                  </a:lnTo>
                  <a:close/>
                </a:path>
                <a:path w="3293745" h="295910">
                  <a:moveTo>
                    <a:pt x="3293567" y="138036"/>
                  </a:moveTo>
                  <a:lnTo>
                    <a:pt x="3293287" y="136410"/>
                  </a:lnTo>
                  <a:lnTo>
                    <a:pt x="3292462" y="134975"/>
                  </a:lnTo>
                  <a:lnTo>
                    <a:pt x="3291192" y="133908"/>
                  </a:lnTo>
                  <a:lnTo>
                    <a:pt x="3289630" y="133350"/>
                  </a:lnTo>
                  <a:lnTo>
                    <a:pt x="3287979" y="133350"/>
                  </a:lnTo>
                  <a:lnTo>
                    <a:pt x="3286429" y="133908"/>
                  </a:lnTo>
                  <a:lnTo>
                    <a:pt x="3285159" y="134975"/>
                  </a:lnTo>
                  <a:lnTo>
                    <a:pt x="3284334" y="136410"/>
                  </a:lnTo>
                  <a:lnTo>
                    <a:pt x="3284042" y="138036"/>
                  </a:lnTo>
                  <a:lnTo>
                    <a:pt x="3284334" y="139763"/>
                  </a:lnTo>
                  <a:lnTo>
                    <a:pt x="3285159" y="141185"/>
                  </a:lnTo>
                  <a:lnTo>
                    <a:pt x="3286429" y="142252"/>
                  </a:lnTo>
                  <a:lnTo>
                    <a:pt x="3287979" y="142824"/>
                  </a:lnTo>
                  <a:lnTo>
                    <a:pt x="3289630" y="142824"/>
                  </a:lnTo>
                  <a:lnTo>
                    <a:pt x="3291192" y="142252"/>
                  </a:lnTo>
                  <a:lnTo>
                    <a:pt x="3292462" y="141185"/>
                  </a:lnTo>
                  <a:lnTo>
                    <a:pt x="3293287" y="139763"/>
                  </a:lnTo>
                  <a:lnTo>
                    <a:pt x="3293567" y="138125"/>
                  </a:lnTo>
                  <a:close/>
                </a:path>
                <a:path w="3293745" h="295910">
                  <a:moveTo>
                    <a:pt x="3293567" y="118986"/>
                  </a:moveTo>
                  <a:lnTo>
                    <a:pt x="3293287" y="117360"/>
                  </a:lnTo>
                  <a:lnTo>
                    <a:pt x="3292462" y="115925"/>
                  </a:lnTo>
                  <a:lnTo>
                    <a:pt x="3291192" y="114858"/>
                  </a:lnTo>
                  <a:lnTo>
                    <a:pt x="3289630" y="114300"/>
                  </a:lnTo>
                  <a:lnTo>
                    <a:pt x="3287979" y="114300"/>
                  </a:lnTo>
                  <a:lnTo>
                    <a:pt x="3286429" y="114858"/>
                  </a:lnTo>
                  <a:lnTo>
                    <a:pt x="3285159" y="115925"/>
                  </a:lnTo>
                  <a:lnTo>
                    <a:pt x="3284334" y="117360"/>
                  </a:lnTo>
                  <a:lnTo>
                    <a:pt x="3284042" y="118986"/>
                  </a:lnTo>
                  <a:lnTo>
                    <a:pt x="3284334" y="120713"/>
                  </a:lnTo>
                  <a:lnTo>
                    <a:pt x="3285159" y="122135"/>
                  </a:lnTo>
                  <a:lnTo>
                    <a:pt x="3286429" y="123202"/>
                  </a:lnTo>
                  <a:lnTo>
                    <a:pt x="3287979" y="123774"/>
                  </a:lnTo>
                  <a:lnTo>
                    <a:pt x="3289630" y="123774"/>
                  </a:lnTo>
                  <a:lnTo>
                    <a:pt x="3291192" y="123202"/>
                  </a:lnTo>
                  <a:lnTo>
                    <a:pt x="3292462" y="122135"/>
                  </a:lnTo>
                  <a:lnTo>
                    <a:pt x="3293287" y="120713"/>
                  </a:lnTo>
                  <a:lnTo>
                    <a:pt x="3293567" y="119075"/>
                  </a:lnTo>
                  <a:close/>
                </a:path>
                <a:path w="3293745" h="295910">
                  <a:moveTo>
                    <a:pt x="3293567" y="99936"/>
                  </a:moveTo>
                  <a:lnTo>
                    <a:pt x="3293287" y="98310"/>
                  </a:lnTo>
                  <a:lnTo>
                    <a:pt x="3292462" y="96875"/>
                  </a:lnTo>
                  <a:lnTo>
                    <a:pt x="3291192" y="95808"/>
                  </a:lnTo>
                  <a:lnTo>
                    <a:pt x="3289630" y="95250"/>
                  </a:lnTo>
                  <a:lnTo>
                    <a:pt x="3287979" y="95250"/>
                  </a:lnTo>
                  <a:lnTo>
                    <a:pt x="3286429" y="95808"/>
                  </a:lnTo>
                  <a:lnTo>
                    <a:pt x="3285159" y="96875"/>
                  </a:lnTo>
                  <a:lnTo>
                    <a:pt x="3284334" y="98310"/>
                  </a:lnTo>
                  <a:lnTo>
                    <a:pt x="3284042" y="99936"/>
                  </a:lnTo>
                  <a:lnTo>
                    <a:pt x="3284334" y="101663"/>
                  </a:lnTo>
                  <a:lnTo>
                    <a:pt x="3285159" y="103085"/>
                  </a:lnTo>
                  <a:lnTo>
                    <a:pt x="3286429" y="104152"/>
                  </a:lnTo>
                  <a:lnTo>
                    <a:pt x="3287979" y="104724"/>
                  </a:lnTo>
                  <a:lnTo>
                    <a:pt x="3289630" y="104724"/>
                  </a:lnTo>
                  <a:lnTo>
                    <a:pt x="3291192" y="104152"/>
                  </a:lnTo>
                  <a:lnTo>
                    <a:pt x="3292462" y="103085"/>
                  </a:lnTo>
                  <a:lnTo>
                    <a:pt x="3293287" y="101663"/>
                  </a:lnTo>
                  <a:lnTo>
                    <a:pt x="3293567" y="100025"/>
                  </a:lnTo>
                  <a:close/>
                </a:path>
                <a:path w="3293745" h="295910">
                  <a:moveTo>
                    <a:pt x="3293567" y="80886"/>
                  </a:moveTo>
                  <a:lnTo>
                    <a:pt x="3293287" y="79260"/>
                  </a:lnTo>
                  <a:lnTo>
                    <a:pt x="3292462" y="77825"/>
                  </a:lnTo>
                  <a:lnTo>
                    <a:pt x="3291192" y="76758"/>
                  </a:lnTo>
                  <a:lnTo>
                    <a:pt x="3289630" y="76200"/>
                  </a:lnTo>
                  <a:lnTo>
                    <a:pt x="3287979" y="76200"/>
                  </a:lnTo>
                  <a:lnTo>
                    <a:pt x="3286429" y="76758"/>
                  </a:lnTo>
                  <a:lnTo>
                    <a:pt x="3285159" y="77825"/>
                  </a:lnTo>
                  <a:lnTo>
                    <a:pt x="3284334" y="79260"/>
                  </a:lnTo>
                  <a:lnTo>
                    <a:pt x="3284042" y="80886"/>
                  </a:lnTo>
                  <a:lnTo>
                    <a:pt x="3284334" y="82613"/>
                  </a:lnTo>
                  <a:lnTo>
                    <a:pt x="3285159" y="84035"/>
                  </a:lnTo>
                  <a:lnTo>
                    <a:pt x="3286429" y="85102"/>
                  </a:lnTo>
                  <a:lnTo>
                    <a:pt x="3287979" y="85674"/>
                  </a:lnTo>
                  <a:lnTo>
                    <a:pt x="3289630" y="85674"/>
                  </a:lnTo>
                  <a:lnTo>
                    <a:pt x="3291192" y="85102"/>
                  </a:lnTo>
                  <a:lnTo>
                    <a:pt x="3292462" y="84035"/>
                  </a:lnTo>
                  <a:lnTo>
                    <a:pt x="3293287" y="82613"/>
                  </a:lnTo>
                  <a:lnTo>
                    <a:pt x="3293567" y="80975"/>
                  </a:lnTo>
                  <a:close/>
                </a:path>
                <a:path w="3293745" h="295910">
                  <a:moveTo>
                    <a:pt x="3293567" y="61836"/>
                  </a:moveTo>
                  <a:lnTo>
                    <a:pt x="3293287" y="60210"/>
                  </a:lnTo>
                  <a:lnTo>
                    <a:pt x="3292462" y="58775"/>
                  </a:lnTo>
                  <a:lnTo>
                    <a:pt x="3291192" y="57708"/>
                  </a:lnTo>
                  <a:lnTo>
                    <a:pt x="3289630" y="57150"/>
                  </a:lnTo>
                  <a:lnTo>
                    <a:pt x="3287979" y="57150"/>
                  </a:lnTo>
                  <a:lnTo>
                    <a:pt x="3286429" y="57708"/>
                  </a:lnTo>
                  <a:lnTo>
                    <a:pt x="3285159" y="58775"/>
                  </a:lnTo>
                  <a:lnTo>
                    <a:pt x="3284334" y="60210"/>
                  </a:lnTo>
                  <a:lnTo>
                    <a:pt x="3284042" y="61836"/>
                  </a:lnTo>
                  <a:lnTo>
                    <a:pt x="3284334" y="63563"/>
                  </a:lnTo>
                  <a:lnTo>
                    <a:pt x="3285159" y="64985"/>
                  </a:lnTo>
                  <a:lnTo>
                    <a:pt x="3286429" y="66052"/>
                  </a:lnTo>
                  <a:lnTo>
                    <a:pt x="3287979" y="66624"/>
                  </a:lnTo>
                  <a:lnTo>
                    <a:pt x="3289630" y="66624"/>
                  </a:lnTo>
                  <a:lnTo>
                    <a:pt x="3291192" y="66052"/>
                  </a:lnTo>
                  <a:lnTo>
                    <a:pt x="3292462" y="64985"/>
                  </a:lnTo>
                  <a:lnTo>
                    <a:pt x="3293287" y="63563"/>
                  </a:lnTo>
                  <a:lnTo>
                    <a:pt x="3293567" y="61925"/>
                  </a:lnTo>
                  <a:close/>
                </a:path>
                <a:path w="3293745" h="295910">
                  <a:moveTo>
                    <a:pt x="3293567" y="42786"/>
                  </a:moveTo>
                  <a:lnTo>
                    <a:pt x="3293287" y="41160"/>
                  </a:lnTo>
                  <a:lnTo>
                    <a:pt x="3292462" y="39725"/>
                  </a:lnTo>
                  <a:lnTo>
                    <a:pt x="3291192" y="38658"/>
                  </a:lnTo>
                  <a:lnTo>
                    <a:pt x="3289630" y="38100"/>
                  </a:lnTo>
                  <a:lnTo>
                    <a:pt x="3287979" y="38100"/>
                  </a:lnTo>
                  <a:lnTo>
                    <a:pt x="3286429" y="38658"/>
                  </a:lnTo>
                  <a:lnTo>
                    <a:pt x="3285159" y="39725"/>
                  </a:lnTo>
                  <a:lnTo>
                    <a:pt x="3284334" y="41160"/>
                  </a:lnTo>
                  <a:lnTo>
                    <a:pt x="3284042" y="42786"/>
                  </a:lnTo>
                  <a:lnTo>
                    <a:pt x="3284334" y="44513"/>
                  </a:lnTo>
                  <a:lnTo>
                    <a:pt x="3285159" y="45935"/>
                  </a:lnTo>
                  <a:lnTo>
                    <a:pt x="3286429" y="47002"/>
                  </a:lnTo>
                  <a:lnTo>
                    <a:pt x="3287979" y="47574"/>
                  </a:lnTo>
                  <a:lnTo>
                    <a:pt x="3289630" y="47574"/>
                  </a:lnTo>
                  <a:lnTo>
                    <a:pt x="3291192" y="47002"/>
                  </a:lnTo>
                  <a:lnTo>
                    <a:pt x="3292462" y="45935"/>
                  </a:lnTo>
                  <a:lnTo>
                    <a:pt x="3293287" y="44513"/>
                  </a:lnTo>
                  <a:lnTo>
                    <a:pt x="3293567" y="42875"/>
                  </a:lnTo>
                  <a:close/>
                </a:path>
                <a:path w="3293745" h="295910">
                  <a:moveTo>
                    <a:pt x="3293567" y="23736"/>
                  </a:moveTo>
                  <a:lnTo>
                    <a:pt x="3293287" y="22110"/>
                  </a:lnTo>
                  <a:lnTo>
                    <a:pt x="3292462" y="20675"/>
                  </a:lnTo>
                  <a:lnTo>
                    <a:pt x="3291192" y="19608"/>
                  </a:lnTo>
                  <a:lnTo>
                    <a:pt x="3289630" y="19050"/>
                  </a:lnTo>
                  <a:lnTo>
                    <a:pt x="3287979" y="19050"/>
                  </a:lnTo>
                  <a:lnTo>
                    <a:pt x="3286429" y="19608"/>
                  </a:lnTo>
                  <a:lnTo>
                    <a:pt x="3285159" y="20675"/>
                  </a:lnTo>
                  <a:lnTo>
                    <a:pt x="3284334" y="22110"/>
                  </a:lnTo>
                  <a:lnTo>
                    <a:pt x="3284042" y="23736"/>
                  </a:lnTo>
                  <a:lnTo>
                    <a:pt x="3284334" y="25463"/>
                  </a:lnTo>
                  <a:lnTo>
                    <a:pt x="3285159" y="26885"/>
                  </a:lnTo>
                  <a:lnTo>
                    <a:pt x="3286429" y="27952"/>
                  </a:lnTo>
                  <a:lnTo>
                    <a:pt x="3287979" y="28524"/>
                  </a:lnTo>
                  <a:lnTo>
                    <a:pt x="3289630" y="28524"/>
                  </a:lnTo>
                  <a:lnTo>
                    <a:pt x="3291192" y="27952"/>
                  </a:lnTo>
                  <a:lnTo>
                    <a:pt x="3292462" y="26885"/>
                  </a:lnTo>
                  <a:lnTo>
                    <a:pt x="3293287" y="25463"/>
                  </a:lnTo>
                  <a:lnTo>
                    <a:pt x="3293567" y="23825"/>
                  </a:lnTo>
                  <a:close/>
                </a:path>
                <a:path w="3293745" h="295910">
                  <a:moveTo>
                    <a:pt x="3293567" y="4686"/>
                  </a:moveTo>
                  <a:lnTo>
                    <a:pt x="3293287" y="3060"/>
                  </a:lnTo>
                  <a:lnTo>
                    <a:pt x="3292462" y="1625"/>
                  </a:lnTo>
                  <a:lnTo>
                    <a:pt x="3291192" y="558"/>
                  </a:lnTo>
                  <a:lnTo>
                    <a:pt x="3289630" y="0"/>
                  </a:lnTo>
                  <a:lnTo>
                    <a:pt x="3287979" y="0"/>
                  </a:lnTo>
                  <a:lnTo>
                    <a:pt x="3286429" y="558"/>
                  </a:lnTo>
                  <a:lnTo>
                    <a:pt x="3285159" y="1625"/>
                  </a:lnTo>
                  <a:lnTo>
                    <a:pt x="3284334" y="3060"/>
                  </a:lnTo>
                  <a:lnTo>
                    <a:pt x="3284042" y="4686"/>
                  </a:lnTo>
                  <a:lnTo>
                    <a:pt x="3284334" y="6413"/>
                  </a:lnTo>
                  <a:lnTo>
                    <a:pt x="3285159" y="7835"/>
                  </a:lnTo>
                  <a:lnTo>
                    <a:pt x="3286429" y="8902"/>
                  </a:lnTo>
                  <a:lnTo>
                    <a:pt x="3287979" y="9474"/>
                  </a:lnTo>
                  <a:lnTo>
                    <a:pt x="3289630" y="9474"/>
                  </a:lnTo>
                  <a:lnTo>
                    <a:pt x="3291192" y="8902"/>
                  </a:lnTo>
                  <a:lnTo>
                    <a:pt x="3292462" y="7835"/>
                  </a:lnTo>
                  <a:lnTo>
                    <a:pt x="3293287" y="6413"/>
                  </a:lnTo>
                  <a:lnTo>
                    <a:pt x="3293567" y="47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235708" y="493775"/>
              <a:ext cx="1224280" cy="533400"/>
            </a:xfrm>
            <a:custGeom>
              <a:avLst/>
              <a:gdLst/>
              <a:ahLst/>
              <a:cxnLst/>
              <a:rect l="l" t="t" r="r" b="b"/>
              <a:pathLst>
                <a:path w="1224279" h="533400">
                  <a:moveTo>
                    <a:pt x="1223771" y="533400"/>
                  </a:moveTo>
                  <a:lnTo>
                    <a:pt x="0" y="533400"/>
                  </a:lnTo>
                  <a:lnTo>
                    <a:pt x="0" y="0"/>
                  </a:lnTo>
                  <a:lnTo>
                    <a:pt x="1223771" y="0"/>
                  </a:lnTo>
                  <a:lnTo>
                    <a:pt x="1223771" y="53340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231669" y="489229"/>
              <a:ext cx="1233170" cy="542925"/>
            </a:xfrm>
            <a:custGeom>
              <a:avLst/>
              <a:gdLst/>
              <a:ahLst/>
              <a:cxnLst/>
              <a:rect l="l" t="t" r="r" b="b"/>
              <a:pathLst>
                <a:path w="1233170" h="542925">
                  <a:moveTo>
                    <a:pt x="1233017" y="542925"/>
                  </a:moveTo>
                  <a:lnTo>
                    <a:pt x="0" y="542925"/>
                  </a:lnTo>
                  <a:lnTo>
                    <a:pt x="0" y="0"/>
                  </a:lnTo>
                  <a:lnTo>
                    <a:pt x="1233017" y="0"/>
                  </a:lnTo>
                  <a:lnTo>
                    <a:pt x="1233017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533400"/>
                  </a:lnTo>
                  <a:lnTo>
                    <a:pt x="4762" y="533400"/>
                  </a:lnTo>
                  <a:lnTo>
                    <a:pt x="9525" y="538162"/>
                  </a:lnTo>
                  <a:lnTo>
                    <a:pt x="1233017" y="538162"/>
                  </a:lnTo>
                  <a:lnTo>
                    <a:pt x="1233017" y="542925"/>
                  </a:lnTo>
                  <a:close/>
                </a:path>
                <a:path w="1233170" h="542925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1233170" h="542925">
                  <a:moveTo>
                    <a:pt x="1223492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1223492" y="4762"/>
                  </a:lnTo>
                  <a:lnTo>
                    <a:pt x="1223492" y="9525"/>
                  </a:lnTo>
                  <a:close/>
                </a:path>
                <a:path w="1233170" h="542925">
                  <a:moveTo>
                    <a:pt x="1223492" y="538162"/>
                  </a:moveTo>
                  <a:lnTo>
                    <a:pt x="1223492" y="4762"/>
                  </a:lnTo>
                  <a:lnTo>
                    <a:pt x="1228255" y="9525"/>
                  </a:lnTo>
                  <a:lnTo>
                    <a:pt x="1233017" y="9525"/>
                  </a:lnTo>
                  <a:lnTo>
                    <a:pt x="1233017" y="533400"/>
                  </a:lnTo>
                  <a:lnTo>
                    <a:pt x="1228255" y="533400"/>
                  </a:lnTo>
                  <a:lnTo>
                    <a:pt x="1223492" y="538162"/>
                  </a:lnTo>
                  <a:close/>
                </a:path>
                <a:path w="1233170" h="542925">
                  <a:moveTo>
                    <a:pt x="1233017" y="9525"/>
                  </a:moveTo>
                  <a:lnTo>
                    <a:pt x="1228255" y="9525"/>
                  </a:lnTo>
                  <a:lnTo>
                    <a:pt x="1223492" y="4762"/>
                  </a:lnTo>
                  <a:lnTo>
                    <a:pt x="1233017" y="4762"/>
                  </a:lnTo>
                  <a:lnTo>
                    <a:pt x="1233017" y="9525"/>
                  </a:lnTo>
                  <a:close/>
                </a:path>
                <a:path w="1233170" h="542925">
                  <a:moveTo>
                    <a:pt x="9525" y="538162"/>
                  </a:moveTo>
                  <a:lnTo>
                    <a:pt x="4762" y="533400"/>
                  </a:lnTo>
                  <a:lnTo>
                    <a:pt x="9525" y="533400"/>
                  </a:lnTo>
                  <a:lnTo>
                    <a:pt x="9525" y="538162"/>
                  </a:lnTo>
                  <a:close/>
                </a:path>
                <a:path w="1233170" h="542925">
                  <a:moveTo>
                    <a:pt x="1223492" y="538162"/>
                  </a:moveTo>
                  <a:lnTo>
                    <a:pt x="9525" y="538162"/>
                  </a:lnTo>
                  <a:lnTo>
                    <a:pt x="9525" y="533400"/>
                  </a:lnTo>
                  <a:lnTo>
                    <a:pt x="1223492" y="533400"/>
                  </a:lnTo>
                  <a:lnTo>
                    <a:pt x="1223492" y="538162"/>
                  </a:lnTo>
                  <a:close/>
                </a:path>
                <a:path w="1233170" h="542925">
                  <a:moveTo>
                    <a:pt x="1233017" y="538162"/>
                  </a:moveTo>
                  <a:lnTo>
                    <a:pt x="1223492" y="538162"/>
                  </a:lnTo>
                  <a:lnTo>
                    <a:pt x="1228255" y="533400"/>
                  </a:lnTo>
                  <a:lnTo>
                    <a:pt x="1233017" y="533400"/>
                  </a:lnTo>
                  <a:lnTo>
                    <a:pt x="1233017" y="5381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2235707" y="493776"/>
            <a:ext cx="1224280" cy="5334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dirty="0" sz="1600" spc="-5">
                <a:latin typeface="Times New Roman"/>
                <a:cs typeface="Times New Roman"/>
              </a:rPr>
              <a:t>N+1</a:t>
            </a:r>
            <a:r>
              <a:rPr dirty="0" sz="1600" spc="-5">
                <a:latin typeface="Noto Sans CJK JP Black"/>
                <a:cs typeface="Noto Sans CJK JP Black"/>
              </a:rPr>
              <a:t>层</a:t>
            </a:r>
            <a:endParaRPr sz="1600">
              <a:latin typeface="Noto Sans CJK JP Black"/>
              <a:cs typeface="Noto Sans CJK JP Black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600">
                <a:latin typeface="Noto Sans CJK JP Black"/>
                <a:cs typeface="Noto Sans CJK JP Black"/>
              </a:rPr>
              <a:t>协议实</a:t>
            </a:r>
            <a:r>
              <a:rPr dirty="0" sz="1600" spc="-5">
                <a:latin typeface="Noto Sans CJK JP Black"/>
                <a:cs typeface="Noto Sans CJK JP Black"/>
              </a:rPr>
              <a:t>体</a:t>
            </a:r>
            <a:endParaRPr sz="1600">
              <a:latin typeface="Noto Sans CJK JP Black"/>
              <a:cs typeface="Noto Sans CJK JP Black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231669" y="1632229"/>
            <a:ext cx="1233170" cy="542925"/>
            <a:chOff x="2231669" y="1632229"/>
            <a:chExt cx="1233170" cy="542925"/>
          </a:xfrm>
        </p:grpSpPr>
        <p:sp>
          <p:nvSpPr>
            <p:cNvPr id="29" name="object 29"/>
            <p:cNvSpPr/>
            <p:nvPr/>
          </p:nvSpPr>
          <p:spPr>
            <a:xfrm>
              <a:off x="2235708" y="1636776"/>
              <a:ext cx="1224280" cy="533400"/>
            </a:xfrm>
            <a:custGeom>
              <a:avLst/>
              <a:gdLst/>
              <a:ahLst/>
              <a:cxnLst/>
              <a:rect l="l" t="t" r="r" b="b"/>
              <a:pathLst>
                <a:path w="1224279" h="533400">
                  <a:moveTo>
                    <a:pt x="1223771" y="533400"/>
                  </a:moveTo>
                  <a:lnTo>
                    <a:pt x="0" y="533400"/>
                  </a:lnTo>
                  <a:lnTo>
                    <a:pt x="0" y="0"/>
                  </a:lnTo>
                  <a:lnTo>
                    <a:pt x="1223771" y="0"/>
                  </a:lnTo>
                  <a:lnTo>
                    <a:pt x="1223771" y="53340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231669" y="1632229"/>
              <a:ext cx="1233170" cy="542925"/>
            </a:xfrm>
            <a:custGeom>
              <a:avLst/>
              <a:gdLst/>
              <a:ahLst/>
              <a:cxnLst/>
              <a:rect l="l" t="t" r="r" b="b"/>
              <a:pathLst>
                <a:path w="1233170" h="542925">
                  <a:moveTo>
                    <a:pt x="1233017" y="542925"/>
                  </a:moveTo>
                  <a:lnTo>
                    <a:pt x="0" y="542925"/>
                  </a:lnTo>
                  <a:lnTo>
                    <a:pt x="0" y="0"/>
                  </a:lnTo>
                  <a:lnTo>
                    <a:pt x="1233017" y="0"/>
                  </a:lnTo>
                  <a:lnTo>
                    <a:pt x="1233017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533400"/>
                  </a:lnTo>
                  <a:lnTo>
                    <a:pt x="4762" y="533400"/>
                  </a:lnTo>
                  <a:lnTo>
                    <a:pt x="9525" y="538162"/>
                  </a:lnTo>
                  <a:lnTo>
                    <a:pt x="1233017" y="538162"/>
                  </a:lnTo>
                  <a:lnTo>
                    <a:pt x="1233017" y="542925"/>
                  </a:lnTo>
                  <a:close/>
                </a:path>
                <a:path w="1233170" h="542925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1233170" h="542925">
                  <a:moveTo>
                    <a:pt x="1223492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1223492" y="4762"/>
                  </a:lnTo>
                  <a:lnTo>
                    <a:pt x="1223492" y="9525"/>
                  </a:lnTo>
                  <a:close/>
                </a:path>
                <a:path w="1233170" h="542925">
                  <a:moveTo>
                    <a:pt x="1223492" y="538162"/>
                  </a:moveTo>
                  <a:lnTo>
                    <a:pt x="1223492" y="4762"/>
                  </a:lnTo>
                  <a:lnTo>
                    <a:pt x="1228255" y="9525"/>
                  </a:lnTo>
                  <a:lnTo>
                    <a:pt x="1233017" y="9525"/>
                  </a:lnTo>
                  <a:lnTo>
                    <a:pt x="1233017" y="533400"/>
                  </a:lnTo>
                  <a:lnTo>
                    <a:pt x="1228255" y="533400"/>
                  </a:lnTo>
                  <a:lnTo>
                    <a:pt x="1223492" y="538162"/>
                  </a:lnTo>
                  <a:close/>
                </a:path>
                <a:path w="1233170" h="542925">
                  <a:moveTo>
                    <a:pt x="1233017" y="9525"/>
                  </a:moveTo>
                  <a:lnTo>
                    <a:pt x="1228255" y="9525"/>
                  </a:lnTo>
                  <a:lnTo>
                    <a:pt x="1223492" y="4762"/>
                  </a:lnTo>
                  <a:lnTo>
                    <a:pt x="1233017" y="4762"/>
                  </a:lnTo>
                  <a:lnTo>
                    <a:pt x="1233017" y="9525"/>
                  </a:lnTo>
                  <a:close/>
                </a:path>
                <a:path w="1233170" h="542925">
                  <a:moveTo>
                    <a:pt x="9525" y="538162"/>
                  </a:moveTo>
                  <a:lnTo>
                    <a:pt x="4762" y="533400"/>
                  </a:lnTo>
                  <a:lnTo>
                    <a:pt x="9525" y="533400"/>
                  </a:lnTo>
                  <a:lnTo>
                    <a:pt x="9525" y="538162"/>
                  </a:lnTo>
                  <a:close/>
                </a:path>
                <a:path w="1233170" h="542925">
                  <a:moveTo>
                    <a:pt x="1223492" y="538162"/>
                  </a:moveTo>
                  <a:lnTo>
                    <a:pt x="9525" y="538162"/>
                  </a:lnTo>
                  <a:lnTo>
                    <a:pt x="9525" y="533400"/>
                  </a:lnTo>
                  <a:lnTo>
                    <a:pt x="1223492" y="533400"/>
                  </a:lnTo>
                  <a:lnTo>
                    <a:pt x="1223492" y="538162"/>
                  </a:lnTo>
                  <a:close/>
                </a:path>
                <a:path w="1233170" h="542925">
                  <a:moveTo>
                    <a:pt x="1233017" y="538162"/>
                  </a:moveTo>
                  <a:lnTo>
                    <a:pt x="1223492" y="538162"/>
                  </a:lnTo>
                  <a:lnTo>
                    <a:pt x="1228255" y="533400"/>
                  </a:lnTo>
                  <a:lnTo>
                    <a:pt x="1233017" y="533400"/>
                  </a:lnTo>
                  <a:lnTo>
                    <a:pt x="1233017" y="5381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2235707" y="1636776"/>
            <a:ext cx="1224280" cy="5334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05740" marR="198120" indent="231140">
              <a:lnSpc>
                <a:spcPct val="100000"/>
              </a:lnSpc>
              <a:spcBef>
                <a:spcPts val="90"/>
              </a:spcBef>
            </a:pPr>
            <a:r>
              <a:rPr dirty="0" sz="1600" spc="-5">
                <a:latin typeface="Times New Roman"/>
                <a:cs typeface="Times New Roman"/>
              </a:rPr>
              <a:t>N</a:t>
            </a:r>
            <a:r>
              <a:rPr dirty="0" sz="1600" spc="-5">
                <a:latin typeface="Noto Sans CJK JP Black"/>
                <a:cs typeface="Noto Sans CJK JP Black"/>
              </a:rPr>
              <a:t>层 </a:t>
            </a:r>
            <a:r>
              <a:rPr dirty="0" sz="1600">
                <a:latin typeface="Noto Sans CJK JP Black"/>
                <a:cs typeface="Noto Sans CJK JP Black"/>
              </a:rPr>
              <a:t>协议实</a:t>
            </a:r>
            <a:r>
              <a:rPr dirty="0" sz="1600" spc="-5">
                <a:latin typeface="Noto Sans CJK JP Black"/>
                <a:cs typeface="Noto Sans CJK JP Black"/>
              </a:rPr>
              <a:t>体</a:t>
            </a:r>
            <a:endParaRPr sz="1600">
              <a:latin typeface="Noto Sans CJK JP Black"/>
              <a:cs typeface="Noto Sans CJK JP Black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231669" y="2470429"/>
            <a:ext cx="1233170" cy="542925"/>
            <a:chOff x="2231669" y="2470429"/>
            <a:chExt cx="1233170" cy="542925"/>
          </a:xfrm>
        </p:grpSpPr>
        <p:sp>
          <p:nvSpPr>
            <p:cNvPr id="33" name="object 33"/>
            <p:cNvSpPr/>
            <p:nvPr/>
          </p:nvSpPr>
          <p:spPr>
            <a:xfrm>
              <a:off x="2235708" y="2474976"/>
              <a:ext cx="1224280" cy="533400"/>
            </a:xfrm>
            <a:custGeom>
              <a:avLst/>
              <a:gdLst/>
              <a:ahLst/>
              <a:cxnLst/>
              <a:rect l="l" t="t" r="r" b="b"/>
              <a:pathLst>
                <a:path w="1224279" h="533400">
                  <a:moveTo>
                    <a:pt x="1223771" y="533400"/>
                  </a:moveTo>
                  <a:lnTo>
                    <a:pt x="0" y="533400"/>
                  </a:lnTo>
                  <a:lnTo>
                    <a:pt x="0" y="0"/>
                  </a:lnTo>
                  <a:lnTo>
                    <a:pt x="1223771" y="0"/>
                  </a:lnTo>
                  <a:lnTo>
                    <a:pt x="1223771" y="53340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2231669" y="2470429"/>
              <a:ext cx="1233170" cy="542925"/>
            </a:xfrm>
            <a:custGeom>
              <a:avLst/>
              <a:gdLst/>
              <a:ahLst/>
              <a:cxnLst/>
              <a:rect l="l" t="t" r="r" b="b"/>
              <a:pathLst>
                <a:path w="1233170" h="542925">
                  <a:moveTo>
                    <a:pt x="1233017" y="542925"/>
                  </a:moveTo>
                  <a:lnTo>
                    <a:pt x="0" y="542925"/>
                  </a:lnTo>
                  <a:lnTo>
                    <a:pt x="0" y="0"/>
                  </a:lnTo>
                  <a:lnTo>
                    <a:pt x="1233017" y="0"/>
                  </a:lnTo>
                  <a:lnTo>
                    <a:pt x="1233017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533400"/>
                  </a:lnTo>
                  <a:lnTo>
                    <a:pt x="4762" y="533400"/>
                  </a:lnTo>
                  <a:lnTo>
                    <a:pt x="9525" y="538162"/>
                  </a:lnTo>
                  <a:lnTo>
                    <a:pt x="1233017" y="538162"/>
                  </a:lnTo>
                  <a:lnTo>
                    <a:pt x="1233017" y="542925"/>
                  </a:lnTo>
                  <a:close/>
                </a:path>
                <a:path w="1233170" h="542925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1233170" h="542925">
                  <a:moveTo>
                    <a:pt x="1223492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1223492" y="4762"/>
                  </a:lnTo>
                  <a:lnTo>
                    <a:pt x="1223492" y="9525"/>
                  </a:lnTo>
                  <a:close/>
                </a:path>
                <a:path w="1233170" h="542925">
                  <a:moveTo>
                    <a:pt x="1223492" y="538162"/>
                  </a:moveTo>
                  <a:lnTo>
                    <a:pt x="1223492" y="4762"/>
                  </a:lnTo>
                  <a:lnTo>
                    <a:pt x="1228255" y="9525"/>
                  </a:lnTo>
                  <a:lnTo>
                    <a:pt x="1233017" y="9525"/>
                  </a:lnTo>
                  <a:lnTo>
                    <a:pt x="1233017" y="533400"/>
                  </a:lnTo>
                  <a:lnTo>
                    <a:pt x="1228255" y="533400"/>
                  </a:lnTo>
                  <a:lnTo>
                    <a:pt x="1223492" y="538162"/>
                  </a:lnTo>
                  <a:close/>
                </a:path>
                <a:path w="1233170" h="542925">
                  <a:moveTo>
                    <a:pt x="1233017" y="9525"/>
                  </a:moveTo>
                  <a:lnTo>
                    <a:pt x="1228255" y="9525"/>
                  </a:lnTo>
                  <a:lnTo>
                    <a:pt x="1223492" y="4762"/>
                  </a:lnTo>
                  <a:lnTo>
                    <a:pt x="1233017" y="4762"/>
                  </a:lnTo>
                  <a:lnTo>
                    <a:pt x="1233017" y="9525"/>
                  </a:lnTo>
                  <a:close/>
                </a:path>
                <a:path w="1233170" h="542925">
                  <a:moveTo>
                    <a:pt x="9525" y="538162"/>
                  </a:moveTo>
                  <a:lnTo>
                    <a:pt x="4762" y="533400"/>
                  </a:lnTo>
                  <a:lnTo>
                    <a:pt x="9525" y="533400"/>
                  </a:lnTo>
                  <a:lnTo>
                    <a:pt x="9525" y="538162"/>
                  </a:lnTo>
                  <a:close/>
                </a:path>
                <a:path w="1233170" h="542925">
                  <a:moveTo>
                    <a:pt x="1223492" y="538162"/>
                  </a:moveTo>
                  <a:lnTo>
                    <a:pt x="9525" y="538162"/>
                  </a:lnTo>
                  <a:lnTo>
                    <a:pt x="9525" y="533400"/>
                  </a:lnTo>
                  <a:lnTo>
                    <a:pt x="1223492" y="533400"/>
                  </a:lnTo>
                  <a:lnTo>
                    <a:pt x="1223492" y="538162"/>
                  </a:lnTo>
                  <a:close/>
                </a:path>
                <a:path w="1233170" h="542925">
                  <a:moveTo>
                    <a:pt x="1233017" y="538162"/>
                  </a:moveTo>
                  <a:lnTo>
                    <a:pt x="1223492" y="538162"/>
                  </a:lnTo>
                  <a:lnTo>
                    <a:pt x="1228255" y="533400"/>
                  </a:lnTo>
                  <a:lnTo>
                    <a:pt x="1233017" y="533400"/>
                  </a:lnTo>
                  <a:lnTo>
                    <a:pt x="1233017" y="5381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2235707" y="2474976"/>
            <a:ext cx="1224280" cy="5334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dirty="0" sz="1600" spc="-5">
                <a:latin typeface="Times New Roman"/>
                <a:cs typeface="Times New Roman"/>
              </a:rPr>
              <a:t>N-1</a:t>
            </a:r>
            <a:r>
              <a:rPr dirty="0" sz="1600" spc="-5">
                <a:latin typeface="Noto Sans CJK JP Black"/>
                <a:cs typeface="Noto Sans CJK JP Black"/>
              </a:rPr>
              <a:t>层</a:t>
            </a:r>
            <a:endParaRPr sz="1600">
              <a:latin typeface="Noto Sans CJK JP Black"/>
              <a:cs typeface="Noto Sans CJK JP Black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600">
                <a:latin typeface="Noto Sans CJK JP Black"/>
                <a:cs typeface="Noto Sans CJK JP Black"/>
              </a:rPr>
              <a:t>协议实</a:t>
            </a:r>
            <a:r>
              <a:rPr dirty="0" sz="1600" spc="-5">
                <a:latin typeface="Noto Sans CJK JP Black"/>
                <a:cs typeface="Noto Sans CJK JP Black"/>
              </a:rPr>
              <a:t>体</a:t>
            </a:r>
            <a:endParaRPr sz="1600">
              <a:latin typeface="Noto Sans CJK JP Black"/>
              <a:cs typeface="Noto Sans CJK JP Black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1974088" y="1027391"/>
            <a:ext cx="1202055" cy="1447800"/>
            <a:chOff x="1974088" y="1027391"/>
            <a:chExt cx="1202055" cy="1447800"/>
          </a:xfrm>
        </p:grpSpPr>
        <p:sp>
          <p:nvSpPr>
            <p:cNvPr id="37" name="object 37"/>
            <p:cNvSpPr/>
            <p:nvPr/>
          </p:nvSpPr>
          <p:spPr>
            <a:xfrm>
              <a:off x="2455913" y="1027391"/>
              <a:ext cx="720725" cy="1447800"/>
            </a:xfrm>
            <a:custGeom>
              <a:avLst/>
              <a:gdLst/>
              <a:ahLst/>
              <a:cxnLst/>
              <a:rect l="l" t="t" r="r" b="b"/>
              <a:pathLst>
                <a:path w="720725" h="1447800">
                  <a:moveTo>
                    <a:pt x="76200" y="1371600"/>
                  </a:moveTo>
                  <a:lnTo>
                    <a:pt x="42862" y="1371600"/>
                  </a:lnTo>
                  <a:lnTo>
                    <a:pt x="42862" y="1143000"/>
                  </a:lnTo>
                  <a:lnTo>
                    <a:pt x="33337" y="1143000"/>
                  </a:lnTo>
                  <a:lnTo>
                    <a:pt x="33337" y="1371600"/>
                  </a:lnTo>
                  <a:lnTo>
                    <a:pt x="0" y="1371600"/>
                  </a:lnTo>
                  <a:lnTo>
                    <a:pt x="38100" y="1447800"/>
                  </a:lnTo>
                  <a:lnTo>
                    <a:pt x="66675" y="1390650"/>
                  </a:lnTo>
                  <a:lnTo>
                    <a:pt x="76200" y="1371600"/>
                  </a:lnTo>
                  <a:close/>
                </a:path>
                <a:path w="720725" h="1447800">
                  <a:moveTo>
                    <a:pt x="76200" y="533400"/>
                  </a:moveTo>
                  <a:lnTo>
                    <a:pt x="42862" y="533400"/>
                  </a:lnTo>
                  <a:lnTo>
                    <a:pt x="42862" y="0"/>
                  </a:lnTo>
                  <a:lnTo>
                    <a:pt x="33337" y="0"/>
                  </a:lnTo>
                  <a:lnTo>
                    <a:pt x="33337" y="533400"/>
                  </a:lnTo>
                  <a:lnTo>
                    <a:pt x="0" y="533400"/>
                  </a:lnTo>
                  <a:lnTo>
                    <a:pt x="38100" y="609600"/>
                  </a:lnTo>
                  <a:lnTo>
                    <a:pt x="66675" y="552450"/>
                  </a:lnTo>
                  <a:lnTo>
                    <a:pt x="76200" y="533400"/>
                  </a:lnTo>
                  <a:close/>
                </a:path>
                <a:path w="720725" h="1447800">
                  <a:moveTo>
                    <a:pt x="720140" y="1219200"/>
                  </a:moveTo>
                  <a:lnTo>
                    <a:pt x="710615" y="1200150"/>
                  </a:lnTo>
                  <a:lnTo>
                    <a:pt x="682040" y="1143000"/>
                  </a:lnTo>
                  <a:lnTo>
                    <a:pt x="643940" y="1219200"/>
                  </a:lnTo>
                  <a:lnTo>
                    <a:pt x="677278" y="1219200"/>
                  </a:lnTo>
                  <a:lnTo>
                    <a:pt x="677278" y="1447800"/>
                  </a:lnTo>
                  <a:lnTo>
                    <a:pt x="686803" y="1447800"/>
                  </a:lnTo>
                  <a:lnTo>
                    <a:pt x="686803" y="1219200"/>
                  </a:lnTo>
                  <a:lnTo>
                    <a:pt x="720140" y="1219200"/>
                  </a:lnTo>
                  <a:close/>
                </a:path>
                <a:path w="720725" h="1447800">
                  <a:moveTo>
                    <a:pt x="720140" y="76200"/>
                  </a:moveTo>
                  <a:lnTo>
                    <a:pt x="710615" y="57150"/>
                  </a:lnTo>
                  <a:lnTo>
                    <a:pt x="682040" y="0"/>
                  </a:lnTo>
                  <a:lnTo>
                    <a:pt x="643940" y="76200"/>
                  </a:lnTo>
                  <a:lnTo>
                    <a:pt x="677278" y="76200"/>
                  </a:lnTo>
                  <a:lnTo>
                    <a:pt x="677278" y="609600"/>
                  </a:lnTo>
                  <a:lnTo>
                    <a:pt x="686803" y="609600"/>
                  </a:lnTo>
                  <a:lnTo>
                    <a:pt x="686803" y="76200"/>
                  </a:lnTo>
                  <a:lnTo>
                    <a:pt x="720140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1978152" y="1179576"/>
              <a:ext cx="451484" cy="304800"/>
            </a:xfrm>
            <a:custGeom>
              <a:avLst/>
              <a:gdLst/>
              <a:ahLst/>
              <a:cxnLst/>
              <a:rect l="l" t="t" r="r" b="b"/>
              <a:pathLst>
                <a:path w="451485" h="304800">
                  <a:moveTo>
                    <a:pt x="451104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451104" y="0"/>
                  </a:lnTo>
                  <a:lnTo>
                    <a:pt x="451104" y="304800"/>
                  </a:lnTo>
                  <a:close/>
                </a:path>
              </a:pathLst>
            </a:custGeom>
            <a:solidFill>
              <a:srgbClr val="DDDE0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1974088" y="1175029"/>
              <a:ext cx="460375" cy="314325"/>
            </a:xfrm>
            <a:custGeom>
              <a:avLst/>
              <a:gdLst/>
              <a:ahLst/>
              <a:cxnLst/>
              <a:rect l="l" t="t" r="r" b="b"/>
              <a:pathLst>
                <a:path w="460375" h="314325">
                  <a:moveTo>
                    <a:pt x="460286" y="314325"/>
                  </a:moveTo>
                  <a:lnTo>
                    <a:pt x="0" y="314325"/>
                  </a:lnTo>
                  <a:lnTo>
                    <a:pt x="0" y="0"/>
                  </a:lnTo>
                  <a:lnTo>
                    <a:pt x="460286" y="0"/>
                  </a:lnTo>
                  <a:lnTo>
                    <a:pt x="460286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304800"/>
                  </a:lnTo>
                  <a:lnTo>
                    <a:pt x="4762" y="304800"/>
                  </a:lnTo>
                  <a:lnTo>
                    <a:pt x="9525" y="309562"/>
                  </a:lnTo>
                  <a:lnTo>
                    <a:pt x="460286" y="309562"/>
                  </a:lnTo>
                  <a:lnTo>
                    <a:pt x="460286" y="314325"/>
                  </a:lnTo>
                  <a:close/>
                </a:path>
                <a:path w="460375" h="314325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460375" h="314325">
                  <a:moveTo>
                    <a:pt x="450761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450761" y="4762"/>
                  </a:lnTo>
                  <a:lnTo>
                    <a:pt x="450761" y="9525"/>
                  </a:lnTo>
                  <a:close/>
                </a:path>
                <a:path w="460375" h="314325">
                  <a:moveTo>
                    <a:pt x="450761" y="309562"/>
                  </a:moveTo>
                  <a:lnTo>
                    <a:pt x="450761" y="4762"/>
                  </a:lnTo>
                  <a:lnTo>
                    <a:pt x="455523" y="9525"/>
                  </a:lnTo>
                  <a:lnTo>
                    <a:pt x="460286" y="9525"/>
                  </a:lnTo>
                  <a:lnTo>
                    <a:pt x="460286" y="304800"/>
                  </a:lnTo>
                  <a:lnTo>
                    <a:pt x="455523" y="304800"/>
                  </a:lnTo>
                  <a:lnTo>
                    <a:pt x="450761" y="309562"/>
                  </a:lnTo>
                  <a:close/>
                </a:path>
                <a:path w="460375" h="314325">
                  <a:moveTo>
                    <a:pt x="460286" y="9525"/>
                  </a:moveTo>
                  <a:lnTo>
                    <a:pt x="455523" y="9525"/>
                  </a:lnTo>
                  <a:lnTo>
                    <a:pt x="450761" y="4762"/>
                  </a:lnTo>
                  <a:lnTo>
                    <a:pt x="460286" y="4762"/>
                  </a:lnTo>
                  <a:lnTo>
                    <a:pt x="460286" y="9525"/>
                  </a:lnTo>
                  <a:close/>
                </a:path>
                <a:path w="460375" h="314325">
                  <a:moveTo>
                    <a:pt x="9525" y="309562"/>
                  </a:moveTo>
                  <a:lnTo>
                    <a:pt x="4762" y="304800"/>
                  </a:lnTo>
                  <a:lnTo>
                    <a:pt x="9525" y="304800"/>
                  </a:lnTo>
                  <a:lnTo>
                    <a:pt x="9525" y="309562"/>
                  </a:lnTo>
                  <a:close/>
                </a:path>
                <a:path w="460375" h="314325">
                  <a:moveTo>
                    <a:pt x="450761" y="309562"/>
                  </a:moveTo>
                  <a:lnTo>
                    <a:pt x="9525" y="309562"/>
                  </a:lnTo>
                  <a:lnTo>
                    <a:pt x="9525" y="304800"/>
                  </a:lnTo>
                  <a:lnTo>
                    <a:pt x="450761" y="304800"/>
                  </a:lnTo>
                  <a:lnTo>
                    <a:pt x="450761" y="309562"/>
                  </a:lnTo>
                  <a:close/>
                </a:path>
                <a:path w="460375" h="314325">
                  <a:moveTo>
                    <a:pt x="460286" y="309562"/>
                  </a:moveTo>
                  <a:lnTo>
                    <a:pt x="450761" y="309562"/>
                  </a:lnTo>
                  <a:lnTo>
                    <a:pt x="455523" y="304800"/>
                  </a:lnTo>
                  <a:lnTo>
                    <a:pt x="460286" y="304800"/>
                  </a:lnTo>
                  <a:lnTo>
                    <a:pt x="460286" y="3095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1978151" y="1179575"/>
            <a:ext cx="451484" cy="30480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22225">
              <a:lnSpc>
                <a:spcPct val="100000"/>
              </a:lnSpc>
              <a:spcBef>
                <a:spcPts val="155"/>
              </a:spcBef>
            </a:pPr>
            <a:r>
              <a:rPr dirty="0" sz="1600">
                <a:latin typeface="Noto Sans CJK JP Black"/>
                <a:cs typeface="Noto Sans CJK JP Black"/>
              </a:rPr>
              <a:t>请</a:t>
            </a:r>
            <a:r>
              <a:rPr dirty="0" sz="1600" spc="-5">
                <a:latin typeface="Noto Sans CJK JP Black"/>
                <a:cs typeface="Noto Sans CJK JP Black"/>
              </a:rPr>
              <a:t>求</a:t>
            </a:r>
            <a:endParaRPr sz="1600">
              <a:latin typeface="Noto Sans CJK JP Black"/>
              <a:cs typeface="Noto Sans CJK JP Black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3197580" y="1175029"/>
            <a:ext cx="460375" cy="314325"/>
            <a:chOff x="3197580" y="1175029"/>
            <a:chExt cx="460375" cy="314325"/>
          </a:xfrm>
        </p:grpSpPr>
        <p:sp>
          <p:nvSpPr>
            <p:cNvPr id="42" name="object 42"/>
            <p:cNvSpPr/>
            <p:nvPr/>
          </p:nvSpPr>
          <p:spPr>
            <a:xfrm>
              <a:off x="3201923" y="1179576"/>
              <a:ext cx="451484" cy="304800"/>
            </a:xfrm>
            <a:custGeom>
              <a:avLst/>
              <a:gdLst/>
              <a:ahLst/>
              <a:cxnLst/>
              <a:rect l="l" t="t" r="r" b="b"/>
              <a:pathLst>
                <a:path w="451485" h="304800">
                  <a:moveTo>
                    <a:pt x="451103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451103" y="0"/>
                  </a:lnTo>
                  <a:lnTo>
                    <a:pt x="451103" y="304800"/>
                  </a:lnTo>
                  <a:close/>
                </a:path>
              </a:pathLst>
            </a:custGeom>
            <a:solidFill>
              <a:srgbClr val="DDDE0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3197580" y="1175029"/>
              <a:ext cx="460375" cy="314325"/>
            </a:xfrm>
            <a:custGeom>
              <a:avLst/>
              <a:gdLst/>
              <a:ahLst/>
              <a:cxnLst/>
              <a:rect l="l" t="t" r="r" b="b"/>
              <a:pathLst>
                <a:path w="460375" h="314325">
                  <a:moveTo>
                    <a:pt x="460286" y="314325"/>
                  </a:moveTo>
                  <a:lnTo>
                    <a:pt x="0" y="314325"/>
                  </a:lnTo>
                  <a:lnTo>
                    <a:pt x="0" y="0"/>
                  </a:lnTo>
                  <a:lnTo>
                    <a:pt x="460286" y="0"/>
                  </a:lnTo>
                  <a:lnTo>
                    <a:pt x="460286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304800"/>
                  </a:lnTo>
                  <a:lnTo>
                    <a:pt x="4762" y="304800"/>
                  </a:lnTo>
                  <a:lnTo>
                    <a:pt x="9525" y="309562"/>
                  </a:lnTo>
                  <a:lnTo>
                    <a:pt x="460286" y="309562"/>
                  </a:lnTo>
                  <a:lnTo>
                    <a:pt x="460286" y="314325"/>
                  </a:lnTo>
                  <a:close/>
                </a:path>
                <a:path w="460375" h="314325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460375" h="314325">
                  <a:moveTo>
                    <a:pt x="450761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450761" y="4762"/>
                  </a:lnTo>
                  <a:lnTo>
                    <a:pt x="450761" y="9525"/>
                  </a:lnTo>
                  <a:close/>
                </a:path>
                <a:path w="460375" h="314325">
                  <a:moveTo>
                    <a:pt x="450761" y="309562"/>
                  </a:moveTo>
                  <a:lnTo>
                    <a:pt x="450761" y="4762"/>
                  </a:lnTo>
                  <a:lnTo>
                    <a:pt x="455523" y="9525"/>
                  </a:lnTo>
                  <a:lnTo>
                    <a:pt x="460286" y="9525"/>
                  </a:lnTo>
                  <a:lnTo>
                    <a:pt x="460286" y="304800"/>
                  </a:lnTo>
                  <a:lnTo>
                    <a:pt x="455523" y="304800"/>
                  </a:lnTo>
                  <a:lnTo>
                    <a:pt x="450761" y="309562"/>
                  </a:lnTo>
                  <a:close/>
                </a:path>
                <a:path w="460375" h="314325">
                  <a:moveTo>
                    <a:pt x="460286" y="9525"/>
                  </a:moveTo>
                  <a:lnTo>
                    <a:pt x="455523" y="9525"/>
                  </a:lnTo>
                  <a:lnTo>
                    <a:pt x="450761" y="4762"/>
                  </a:lnTo>
                  <a:lnTo>
                    <a:pt x="460286" y="4762"/>
                  </a:lnTo>
                  <a:lnTo>
                    <a:pt x="460286" y="9525"/>
                  </a:lnTo>
                  <a:close/>
                </a:path>
                <a:path w="460375" h="314325">
                  <a:moveTo>
                    <a:pt x="9525" y="309562"/>
                  </a:moveTo>
                  <a:lnTo>
                    <a:pt x="4762" y="304800"/>
                  </a:lnTo>
                  <a:lnTo>
                    <a:pt x="9525" y="304800"/>
                  </a:lnTo>
                  <a:lnTo>
                    <a:pt x="9525" y="309562"/>
                  </a:lnTo>
                  <a:close/>
                </a:path>
                <a:path w="460375" h="314325">
                  <a:moveTo>
                    <a:pt x="450761" y="309562"/>
                  </a:moveTo>
                  <a:lnTo>
                    <a:pt x="9525" y="309562"/>
                  </a:lnTo>
                  <a:lnTo>
                    <a:pt x="9525" y="304800"/>
                  </a:lnTo>
                  <a:lnTo>
                    <a:pt x="450761" y="304800"/>
                  </a:lnTo>
                  <a:lnTo>
                    <a:pt x="450761" y="309562"/>
                  </a:lnTo>
                  <a:close/>
                </a:path>
                <a:path w="460375" h="314325">
                  <a:moveTo>
                    <a:pt x="460286" y="309562"/>
                  </a:moveTo>
                  <a:lnTo>
                    <a:pt x="450761" y="309562"/>
                  </a:lnTo>
                  <a:lnTo>
                    <a:pt x="455523" y="304800"/>
                  </a:lnTo>
                  <a:lnTo>
                    <a:pt x="460286" y="304800"/>
                  </a:lnTo>
                  <a:lnTo>
                    <a:pt x="460286" y="3095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3201923" y="1179575"/>
            <a:ext cx="451484" cy="30480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21590">
              <a:lnSpc>
                <a:spcPct val="100000"/>
              </a:lnSpc>
              <a:spcBef>
                <a:spcPts val="155"/>
              </a:spcBef>
            </a:pPr>
            <a:r>
              <a:rPr dirty="0" sz="1600">
                <a:latin typeface="Noto Sans CJK JP Black"/>
                <a:cs typeface="Noto Sans CJK JP Black"/>
              </a:rPr>
              <a:t>证</a:t>
            </a:r>
            <a:r>
              <a:rPr dirty="0" sz="1600" spc="-5">
                <a:latin typeface="Noto Sans CJK JP Black"/>
                <a:cs typeface="Noto Sans CJK JP Black"/>
              </a:rPr>
              <a:t>实</a:t>
            </a:r>
            <a:endParaRPr sz="1600">
              <a:latin typeface="Noto Sans CJK JP Black"/>
              <a:cs typeface="Noto Sans CJK JP Black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1850059" y="1556029"/>
            <a:ext cx="4572000" cy="1748155"/>
            <a:chOff x="1850059" y="1556029"/>
            <a:chExt cx="4572000" cy="1748155"/>
          </a:xfrm>
        </p:grpSpPr>
        <p:sp>
          <p:nvSpPr>
            <p:cNvPr id="46" name="object 46"/>
            <p:cNvSpPr/>
            <p:nvPr/>
          </p:nvSpPr>
          <p:spPr>
            <a:xfrm>
              <a:off x="2494013" y="3008591"/>
              <a:ext cx="0" cy="295275"/>
            </a:xfrm>
            <a:custGeom>
              <a:avLst/>
              <a:gdLst/>
              <a:ahLst/>
              <a:cxnLst/>
              <a:rect l="l" t="t" r="r" b="b"/>
              <a:pathLst>
                <a:path w="0" h="295275">
                  <a:moveTo>
                    <a:pt x="0" y="0"/>
                  </a:moveTo>
                  <a:lnTo>
                    <a:pt x="0" y="295275"/>
                  </a:lnTo>
                </a:path>
              </a:pathLst>
            </a:custGeom>
            <a:ln w="952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3133191" y="3003905"/>
              <a:ext cx="2005964" cy="161925"/>
            </a:xfrm>
            <a:custGeom>
              <a:avLst/>
              <a:gdLst/>
              <a:ahLst/>
              <a:cxnLst/>
              <a:rect l="l" t="t" r="r" b="b"/>
              <a:pathLst>
                <a:path w="2005964" h="161925">
                  <a:moveTo>
                    <a:pt x="9525" y="138036"/>
                  </a:moveTo>
                  <a:lnTo>
                    <a:pt x="9232" y="136410"/>
                  </a:lnTo>
                  <a:lnTo>
                    <a:pt x="8407" y="134975"/>
                  </a:lnTo>
                  <a:lnTo>
                    <a:pt x="7137" y="133921"/>
                  </a:lnTo>
                  <a:lnTo>
                    <a:pt x="5588" y="133350"/>
                  </a:lnTo>
                  <a:lnTo>
                    <a:pt x="3937" y="133350"/>
                  </a:lnTo>
                  <a:lnTo>
                    <a:pt x="2374" y="133921"/>
                  </a:lnTo>
                  <a:lnTo>
                    <a:pt x="1117" y="134975"/>
                  </a:lnTo>
                  <a:lnTo>
                    <a:pt x="292" y="136410"/>
                  </a:lnTo>
                  <a:lnTo>
                    <a:pt x="0" y="138036"/>
                  </a:lnTo>
                  <a:lnTo>
                    <a:pt x="292" y="139763"/>
                  </a:lnTo>
                  <a:lnTo>
                    <a:pt x="1117" y="141198"/>
                  </a:lnTo>
                  <a:lnTo>
                    <a:pt x="2374" y="142265"/>
                  </a:lnTo>
                  <a:lnTo>
                    <a:pt x="3937" y="142824"/>
                  </a:lnTo>
                  <a:lnTo>
                    <a:pt x="5588" y="142824"/>
                  </a:lnTo>
                  <a:lnTo>
                    <a:pt x="7137" y="142265"/>
                  </a:lnTo>
                  <a:lnTo>
                    <a:pt x="8407" y="141198"/>
                  </a:lnTo>
                  <a:lnTo>
                    <a:pt x="9232" y="139763"/>
                  </a:lnTo>
                  <a:lnTo>
                    <a:pt x="9525" y="138137"/>
                  </a:lnTo>
                  <a:close/>
                </a:path>
                <a:path w="2005964" h="161925">
                  <a:moveTo>
                    <a:pt x="9525" y="118986"/>
                  </a:moveTo>
                  <a:lnTo>
                    <a:pt x="9232" y="117360"/>
                  </a:lnTo>
                  <a:lnTo>
                    <a:pt x="8407" y="115925"/>
                  </a:lnTo>
                  <a:lnTo>
                    <a:pt x="7137" y="114871"/>
                  </a:lnTo>
                  <a:lnTo>
                    <a:pt x="5588" y="114300"/>
                  </a:lnTo>
                  <a:lnTo>
                    <a:pt x="3937" y="114300"/>
                  </a:lnTo>
                  <a:lnTo>
                    <a:pt x="2374" y="114871"/>
                  </a:lnTo>
                  <a:lnTo>
                    <a:pt x="1117" y="115925"/>
                  </a:lnTo>
                  <a:lnTo>
                    <a:pt x="292" y="117360"/>
                  </a:lnTo>
                  <a:lnTo>
                    <a:pt x="0" y="118986"/>
                  </a:lnTo>
                  <a:lnTo>
                    <a:pt x="292" y="120713"/>
                  </a:lnTo>
                  <a:lnTo>
                    <a:pt x="1117" y="122148"/>
                  </a:lnTo>
                  <a:lnTo>
                    <a:pt x="2374" y="123215"/>
                  </a:lnTo>
                  <a:lnTo>
                    <a:pt x="3937" y="123774"/>
                  </a:lnTo>
                  <a:lnTo>
                    <a:pt x="5588" y="123774"/>
                  </a:lnTo>
                  <a:lnTo>
                    <a:pt x="7137" y="123215"/>
                  </a:lnTo>
                  <a:lnTo>
                    <a:pt x="8407" y="122148"/>
                  </a:lnTo>
                  <a:lnTo>
                    <a:pt x="9232" y="120713"/>
                  </a:lnTo>
                  <a:lnTo>
                    <a:pt x="9525" y="119087"/>
                  </a:lnTo>
                  <a:close/>
                </a:path>
                <a:path w="2005964" h="161925">
                  <a:moveTo>
                    <a:pt x="9525" y="99936"/>
                  </a:moveTo>
                  <a:lnTo>
                    <a:pt x="9232" y="98310"/>
                  </a:lnTo>
                  <a:lnTo>
                    <a:pt x="8407" y="96875"/>
                  </a:lnTo>
                  <a:lnTo>
                    <a:pt x="7137" y="95821"/>
                  </a:lnTo>
                  <a:lnTo>
                    <a:pt x="5588" y="95250"/>
                  </a:lnTo>
                  <a:lnTo>
                    <a:pt x="3937" y="95250"/>
                  </a:lnTo>
                  <a:lnTo>
                    <a:pt x="2374" y="95821"/>
                  </a:lnTo>
                  <a:lnTo>
                    <a:pt x="1117" y="96875"/>
                  </a:lnTo>
                  <a:lnTo>
                    <a:pt x="292" y="98310"/>
                  </a:lnTo>
                  <a:lnTo>
                    <a:pt x="0" y="99936"/>
                  </a:lnTo>
                  <a:lnTo>
                    <a:pt x="292" y="101663"/>
                  </a:lnTo>
                  <a:lnTo>
                    <a:pt x="1117" y="103098"/>
                  </a:lnTo>
                  <a:lnTo>
                    <a:pt x="2374" y="104165"/>
                  </a:lnTo>
                  <a:lnTo>
                    <a:pt x="3937" y="104724"/>
                  </a:lnTo>
                  <a:lnTo>
                    <a:pt x="5588" y="104724"/>
                  </a:lnTo>
                  <a:lnTo>
                    <a:pt x="7137" y="104165"/>
                  </a:lnTo>
                  <a:lnTo>
                    <a:pt x="8407" y="103098"/>
                  </a:lnTo>
                  <a:lnTo>
                    <a:pt x="9232" y="101663"/>
                  </a:lnTo>
                  <a:lnTo>
                    <a:pt x="9525" y="100037"/>
                  </a:lnTo>
                  <a:close/>
                </a:path>
                <a:path w="2005964" h="161925">
                  <a:moveTo>
                    <a:pt x="9525" y="80886"/>
                  </a:moveTo>
                  <a:lnTo>
                    <a:pt x="9232" y="79260"/>
                  </a:lnTo>
                  <a:lnTo>
                    <a:pt x="8407" y="77825"/>
                  </a:lnTo>
                  <a:lnTo>
                    <a:pt x="7137" y="76771"/>
                  </a:lnTo>
                  <a:lnTo>
                    <a:pt x="5588" y="76200"/>
                  </a:lnTo>
                  <a:lnTo>
                    <a:pt x="3937" y="76200"/>
                  </a:lnTo>
                  <a:lnTo>
                    <a:pt x="2374" y="76771"/>
                  </a:lnTo>
                  <a:lnTo>
                    <a:pt x="1117" y="77825"/>
                  </a:lnTo>
                  <a:lnTo>
                    <a:pt x="292" y="79260"/>
                  </a:lnTo>
                  <a:lnTo>
                    <a:pt x="0" y="80886"/>
                  </a:lnTo>
                  <a:lnTo>
                    <a:pt x="292" y="82613"/>
                  </a:lnTo>
                  <a:lnTo>
                    <a:pt x="1117" y="84048"/>
                  </a:lnTo>
                  <a:lnTo>
                    <a:pt x="2374" y="85115"/>
                  </a:lnTo>
                  <a:lnTo>
                    <a:pt x="3937" y="85674"/>
                  </a:lnTo>
                  <a:lnTo>
                    <a:pt x="5588" y="85674"/>
                  </a:lnTo>
                  <a:lnTo>
                    <a:pt x="7137" y="85115"/>
                  </a:lnTo>
                  <a:lnTo>
                    <a:pt x="8407" y="84048"/>
                  </a:lnTo>
                  <a:lnTo>
                    <a:pt x="9232" y="82613"/>
                  </a:lnTo>
                  <a:lnTo>
                    <a:pt x="9525" y="80987"/>
                  </a:lnTo>
                  <a:close/>
                </a:path>
                <a:path w="2005964" h="161925">
                  <a:moveTo>
                    <a:pt x="9525" y="61836"/>
                  </a:moveTo>
                  <a:lnTo>
                    <a:pt x="9232" y="60210"/>
                  </a:lnTo>
                  <a:lnTo>
                    <a:pt x="8407" y="58775"/>
                  </a:lnTo>
                  <a:lnTo>
                    <a:pt x="7137" y="57721"/>
                  </a:lnTo>
                  <a:lnTo>
                    <a:pt x="5588" y="57150"/>
                  </a:lnTo>
                  <a:lnTo>
                    <a:pt x="3937" y="57150"/>
                  </a:lnTo>
                  <a:lnTo>
                    <a:pt x="2374" y="57721"/>
                  </a:lnTo>
                  <a:lnTo>
                    <a:pt x="1117" y="58775"/>
                  </a:lnTo>
                  <a:lnTo>
                    <a:pt x="292" y="60210"/>
                  </a:lnTo>
                  <a:lnTo>
                    <a:pt x="0" y="61836"/>
                  </a:lnTo>
                  <a:lnTo>
                    <a:pt x="292" y="63563"/>
                  </a:lnTo>
                  <a:lnTo>
                    <a:pt x="1117" y="64998"/>
                  </a:lnTo>
                  <a:lnTo>
                    <a:pt x="2374" y="66065"/>
                  </a:lnTo>
                  <a:lnTo>
                    <a:pt x="3937" y="66624"/>
                  </a:lnTo>
                  <a:lnTo>
                    <a:pt x="5588" y="66624"/>
                  </a:lnTo>
                  <a:lnTo>
                    <a:pt x="7137" y="66065"/>
                  </a:lnTo>
                  <a:lnTo>
                    <a:pt x="8407" y="64998"/>
                  </a:lnTo>
                  <a:lnTo>
                    <a:pt x="9232" y="63563"/>
                  </a:lnTo>
                  <a:lnTo>
                    <a:pt x="9525" y="61937"/>
                  </a:lnTo>
                  <a:close/>
                </a:path>
                <a:path w="2005964" h="161925">
                  <a:moveTo>
                    <a:pt x="9525" y="42786"/>
                  </a:moveTo>
                  <a:lnTo>
                    <a:pt x="9232" y="41160"/>
                  </a:lnTo>
                  <a:lnTo>
                    <a:pt x="8407" y="39725"/>
                  </a:lnTo>
                  <a:lnTo>
                    <a:pt x="7137" y="38671"/>
                  </a:lnTo>
                  <a:lnTo>
                    <a:pt x="5588" y="38100"/>
                  </a:lnTo>
                  <a:lnTo>
                    <a:pt x="3937" y="38100"/>
                  </a:lnTo>
                  <a:lnTo>
                    <a:pt x="2374" y="38671"/>
                  </a:lnTo>
                  <a:lnTo>
                    <a:pt x="1117" y="39725"/>
                  </a:lnTo>
                  <a:lnTo>
                    <a:pt x="292" y="41160"/>
                  </a:lnTo>
                  <a:lnTo>
                    <a:pt x="0" y="42786"/>
                  </a:lnTo>
                  <a:lnTo>
                    <a:pt x="292" y="44513"/>
                  </a:lnTo>
                  <a:lnTo>
                    <a:pt x="1117" y="45948"/>
                  </a:lnTo>
                  <a:lnTo>
                    <a:pt x="2374" y="47015"/>
                  </a:lnTo>
                  <a:lnTo>
                    <a:pt x="3937" y="47574"/>
                  </a:lnTo>
                  <a:lnTo>
                    <a:pt x="5588" y="47574"/>
                  </a:lnTo>
                  <a:lnTo>
                    <a:pt x="7137" y="47015"/>
                  </a:lnTo>
                  <a:lnTo>
                    <a:pt x="8407" y="45948"/>
                  </a:lnTo>
                  <a:lnTo>
                    <a:pt x="9232" y="44513"/>
                  </a:lnTo>
                  <a:lnTo>
                    <a:pt x="9525" y="42887"/>
                  </a:lnTo>
                  <a:close/>
                </a:path>
                <a:path w="2005964" h="161925">
                  <a:moveTo>
                    <a:pt x="9525" y="23736"/>
                  </a:moveTo>
                  <a:lnTo>
                    <a:pt x="9232" y="22110"/>
                  </a:lnTo>
                  <a:lnTo>
                    <a:pt x="8407" y="20675"/>
                  </a:lnTo>
                  <a:lnTo>
                    <a:pt x="7137" y="19621"/>
                  </a:lnTo>
                  <a:lnTo>
                    <a:pt x="5588" y="19050"/>
                  </a:lnTo>
                  <a:lnTo>
                    <a:pt x="3937" y="19050"/>
                  </a:lnTo>
                  <a:lnTo>
                    <a:pt x="2374" y="19621"/>
                  </a:lnTo>
                  <a:lnTo>
                    <a:pt x="1117" y="20675"/>
                  </a:lnTo>
                  <a:lnTo>
                    <a:pt x="292" y="22110"/>
                  </a:lnTo>
                  <a:lnTo>
                    <a:pt x="0" y="23736"/>
                  </a:lnTo>
                  <a:lnTo>
                    <a:pt x="292" y="25463"/>
                  </a:lnTo>
                  <a:lnTo>
                    <a:pt x="1117" y="26898"/>
                  </a:lnTo>
                  <a:lnTo>
                    <a:pt x="2374" y="27965"/>
                  </a:lnTo>
                  <a:lnTo>
                    <a:pt x="3937" y="28524"/>
                  </a:lnTo>
                  <a:lnTo>
                    <a:pt x="5588" y="28524"/>
                  </a:lnTo>
                  <a:lnTo>
                    <a:pt x="7137" y="27965"/>
                  </a:lnTo>
                  <a:lnTo>
                    <a:pt x="8407" y="26898"/>
                  </a:lnTo>
                  <a:lnTo>
                    <a:pt x="9232" y="25463"/>
                  </a:lnTo>
                  <a:lnTo>
                    <a:pt x="9525" y="23837"/>
                  </a:lnTo>
                  <a:close/>
                </a:path>
                <a:path w="2005964" h="161925">
                  <a:moveTo>
                    <a:pt x="9525" y="4686"/>
                  </a:moveTo>
                  <a:lnTo>
                    <a:pt x="9232" y="3060"/>
                  </a:lnTo>
                  <a:lnTo>
                    <a:pt x="8407" y="1625"/>
                  </a:lnTo>
                  <a:lnTo>
                    <a:pt x="7137" y="571"/>
                  </a:lnTo>
                  <a:lnTo>
                    <a:pt x="5588" y="0"/>
                  </a:lnTo>
                  <a:lnTo>
                    <a:pt x="3937" y="0"/>
                  </a:lnTo>
                  <a:lnTo>
                    <a:pt x="2374" y="571"/>
                  </a:lnTo>
                  <a:lnTo>
                    <a:pt x="1117" y="1625"/>
                  </a:lnTo>
                  <a:lnTo>
                    <a:pt x="292" y="3060"/>
                  </a:lnTo>
                  <a:lnTo>
                    <a:pt x="0" y="4686"/>
                  </a:lnTo>
                  <a:lnTo>
                    <a:pt x="292" y="6413"/>
                  </a:lnTo>
                  <a:lnTo>
                    <a:pt x="1117" y="7848"/>
                  </a:lnTo>
                  <a:lnTo>
                    <a:pt x="2374" y="8915"/>
                  </a:lnTo>
                  <a:lnTo>
                    <a:pt x="3937" y="9474"/>
                  </a:lnTo>
                  <a:lnTo>
                    <a:pt x="5588" y="9474"/>
                  </a:lnTo>
                  <a:lnTo>
                    <a:pt x="7137" y="8915"/>
                  </a:lnTo>
                  <a:lnTo>
                    <a:pt x="8407" y="7848"/>
                  </a:lnTo>
                  <a:lnTo>
                    <a:pt x="9232" y="6413"/>
                  </a:lnTo>
                  <a:lnTo>
                    <a:pt x="9525" y="4787"/>
                  </a:lnTo>
                  <a:close/>
                </a:path>
                <a:path w="2005964" h="161925">
                  <a:moveTo>
                    <a:pt x="9550" y="156260"/>
                  </a:moveTo>
                  <a:lnTo>
                    <a:pt x="8978" y="154711"/>
                  </a:lnTo>
                  <a:lnTo>
                    <a:pt x="7912" y="153441"/>
                  </a:lnTo>
                  <a:lnTo>
                    <a:pt x="6489" y="152615"/>
                  </a:lnTo>
                  <a:lnTo>
                    <a:pt x="4851" y="152323"/>
                  </a:lnTo>
                  <a:lnTo>
                    <a:pt x="3136" y="152615"/>
                  </a:lnTo>
                  <a:lnTo>
                    <a:pt x="1701" y="153441"/>
                  </a:lnTo>
                  <a:lnTo>
                    <a:pt x="635" y="154711"/>
                  </a:lnTo>
                  <a:lnTo>
                    <a:pt x="76" y="156260"/>
                  </a:lnTo>
                  <a:lnTo>
                    <a:pt x="76" y="157911"/>
                  </a:lnTo>
                  <a:lnTo>
                    <a:pt x="635" y="159473"/>
                  </a:lnTo>
                  <a:lnTo>
                    <a:pt x="1701" y="160743"/>
                  </a:lnTo>
                  <a:lnTo>
                    <a:pt x="3136" y="161569"/>
                  </a:lnTo>
                  <a:lnTo>
                    <a:pt x="4762" y="161848"/>
                  </a:lnTo>
                  <a:lnTo>
                    <a:pt x="6489" y="161569"/>
                  </a:lnTo>
                  <a:lnTo>
                    <a:pt x="7912" y="160743"/>
                  </a:lnTo>
                  <a:lnTo>
                    <a:pt x="8978" y="159473"/>
                  </a:lnTo>
                  <a:lnTo>
                    <a:pt x="9550" y="157911"/>
                  </a:lnTo>
                  <a:lnTo>
                    <a:pt x="9550" y="156260"/>
                  </a:lnTo>
                  <a:close/>
                </a:path>
                <a:path w="2005964" h="161925">
                  <a:moveTo>
                    <a:pt x="28600" y="156260"/>
                  </a:moveTo>
                  <a:lnTo>
                    <a:pt x="28028" y="154711"/>
                  </a:lnTo>
                  <a:lnTo>
                    <a:pt x="26962" y="153441"/>
                  </a:lnTo>
                  <a:lnTo>
                    <a:pt x="25539" y="152615"/>
                  </a:lnTo>
                  <a:lnTo>
                    <a:pt x="23901" y="152323"/>
                  </a:lnTo>
                  <a:lnTo>
                    <a:pt x="22186" y="152615"/>
                  </a:lnTo>
                  <a:lnTo>
                    <a:pt x="20751" y="153441"/>
                  </a:lnTo>
                  <a:lnTo>
                    <a:pt x="19685" y="154711"/>
                  </a:lnTo>
                  <a:lnTo>
                    <a:pt x="19126" y="156260"/>
                  </a:lnTo>
                  <a:lnTo>
                    <a:pt x="19126" y="157911"/>
                  </a:lnTo>
                  <a:lnTo>
                    <a:pt x="19685" y="159473"/>
                  </a:lnTo>
                  <a:lnTo>
                    <a:pt x="20751" y="160743"/>
                  </a:lnTo>
                  <a:lnTo>
                    <a:pt x="22186" y="161569"/>
                  </a:lnTo>
                  <a:lnTo>
                    <a:pt x="23812" y="161848"/>
                  </a:lnTo>
                  <a:lnTo>
                    <a:pt x="25539" y="161569"/>
                  </a:lnTo>
                  <a:lnTo>
                    <a:pt x="26962" y="160743"/>
                  </a:lnTo>
                  <a:lnTo>
                    <a:pt x="28028" y="159473"/>
                  </a:lnTo>
                  <a:lnTo>
                    <a:pt x="28600" y="157911"/>
                  </a:lnTo>
                  <a:lnTo>
                    <a:pt x="28600" y="156260"/>
                  </a:lnTo>
                  <a:close/>
                </a:path>
                <a:path w="2005964" h="161925">
                  <a:moveTo>
                    <a:pt x="47650" y="156260"/>
                  </a:moveTo>
                  <a:lnTo>
                    <a:pt x="47078" y="154711"/>
                  </a:lnTo>
                  <a:lnTo>
                    <a:pt x="46012" y="153441"/>
                  </a:lnTo>
                  <a:lnTo>
                    <a:pt x="44589" y="152615"/>
                  </a:lnTo>
                  <a:lnTo>
                    <a:pt x="42951" y="152323"/>
                  </a:lnTo>
                  <a:lnTo>
                    <a:pt x="41236" y="152615"/>
                  </a:lnTo>
                  <a:lnTo>
                    <a:pt x="39801" y="153441"/>
                  </a:lnTo>
                  <a:lnTo>
                    <a:pt x="38735" y="154711"/>
                  </a:lnTo>
                  <a:lnTo>
                    <a:pt x="38176" y="156260"/>
                  </a:lnTo>
                  <a:lnTo>
                    <a:pt x="38176" y="157911"/>
                  </a:lnTo>
                  <a:lnTo>
                    <a:pt x="38735" y="159473"/>
                  </a:lnTo>
                  <a:lnTo>
                    <a:pt x="39801" y="160743"/>
                  </a:lnTo>
                  <a:lnTo>
                    <a:pt x="41236" y="161569"/>
                  </a:lnTo>
                  <a:lnTo>
                    <a:pt x="42862" y="161848"/>
                  </a:lnTo>
                  <a:lnTo>
                    <a:pt x="44589" y="161569"/>
                  </a:lnTo>
                  <a:lnTo>
                    <a:pt x="46012" y="160743"/>
                  </a:lnTo>
                  <a:lnTo>
                    <a:pt x="47078" y="159473"/>
                  </a:lnTo>
                  <a:lnTo>
                    <a:pt x="47650" y="157911"/>
                  </a:lnTo>
                  <a:lnTo>
                    <a:pt x="47650" y="156260"/>
                  </a:lnTo>
                  <a:close/>
                </a:path>
                <a:path w="2005964" h="161925">
                  <a:moveTo>
                    <a:pt x="66700" y="156260"/>
                  </a:moveTo>
                  <a:lnTo>
                    <a:pt x="66128" y="154711"/>
                  </a:lnTo>
                  <a:lnTo>
                    <a:pt x="65062" y="153441"/>
                  </a:lnTo>
                  <a:lnTo>
                    <a:pt x="63639" y="152615"/>
                  </a:lnTo>
                  <a:lnTo>
                    <a:pt x="62001" y="152323"/>
                  </a:lnTo>
                  <a:lnTo>
                    <a:pt x="60286" y="152615"/>
                  </a:lnTo>
                  <a:lnTo>
                    <a:pt x="58851" y="153441"/>
                  </a:lnTo>
                  <a:lnTo>
                    <a:pt x="57785" y="154711"/>
                  </a:lnTo>
                  <a:lnTo>
                    <a:pt x="57226" y="156260"/>
                  </a:lnTo>
                  <a:lnTo>
                    <a:pt x="57226" y="157911"/>
                  </a:lnTo>
                  <a:lnTo>
                    <a:pt x="57785" y="159473"/>
                  </a:lnTo>
                  <a:lnTo>
                    <a:pt x="58851" y="160743"/>
                  </a:lnTo>
                  <a:lnTo>
                    <a:pt x="60286" y="161569"/>
                  </a:lnTo>
                  <a:lnTo>
                    <a:pt x="61912" y="161848"/>
                  </a:lnTo>
                  <a:lnTo>
                    <a:pt x="63639" y="161569"/>
                  </a:lnTo>
                  <a:lnTo>
                    <a:pt x="65062" y="160743"/>
                  </a:lnTo>
                  <a:lnTo>
                    <a:pt x="66128" y="159473"/>
                  </a:lnTo>
                  <a:lnTo>
                    <a:pt x="66700" y="157911"/>
                  </a:lnTo>
                  <a:lnTo>
                    <a:pt x="66700" y="156260"/>
                  </a:lnTo>
                  <a:close/>
                </a:path>
                <a:path w="2005964" h="161925">
                  <a:moveTo>
                    <a:pt x="85750" y="156260"/>
                  </a:moveTo>
                  <a:lnTo>
                    <a:pt x="85178" y="154711"/>
                  </a:lnTo>
                  <a:lnTo>
                    <a:pt x="84112" y="153441"/>
                  </a:lnTo>
                  <a:lnTo>
                    <a:pt x="82689" y="152615"/>
                  </a:lnTo>
                  <a:lnTo>
                    <a:pt x="81051" y="152323"/>
                  </a:lnTo>
                  <a:lnTo>
                    <a:pt x="79336" y="152615"/>
                  </a:lnTo>
                  <a:lnTo>
                    <a:pt x="77901" y="153441"/>
                  </a:lnTo>
                  <a:lnTo>
                    <a:pt x="76835" y="154711"/>
                  </a:lnTo>
                  <a:lnTo>
                    <a:pt x="76276" y="156260"/>
                  </a:lnTo>
                  <a:lnTo>
                    <a:pt x="76276" y="157911"/>
                  </a:lnTo>
                  <a:lnTo>
                    <a:pt x="76835" y="159473"/>
                  </a:lnTo>
                  <a:lnTo>
                    <a:pt x="77901" y="160743"/>
                  </a:lnTo>
                  <a:lnTo>
                    <a:pt x="79336" y="161569"/>
                  </a:lnTo>
                  <a:lnTo>
                    <a:pt x="80962" y="161848"/>
                  </a:lnTo>
                  <a:lnTo>
                    <a:pt x="82689" y="161569"/>
                  </a:lnTo>
                  <a:lnTo>
                    <a:pt x="84112" y="160743"/>
                  </a:lnTo>
                  <a:lnTo>
                    <a:pt x="85178" y="159473"/>
                  </a:lnTo>
                  <a:lnTo>
                    <a:pt x="85750" y="157911"/>
                  </a:lnTo>
                  <a:lnTo>
                    <a:pt x="85750" y="156260"/>
                  </a:lnTo>
                  <a:close/>
                </a:path>
                <a:path w="2005964" h="161925">
                  <a:moveTo>
                    <a:pt x="104800" y="156260"/>
                  </a:moveTo>
                  <a:lnTo>
                    <a:pt x="104228" y="154711"/>
                  </a:lnTo>
                  <a:lnTo>
                    <a:pt x="103162" y="153441"/>
                  </a:lnTo>
                  <a:lnTo>
                    <a:pt x="101739" y="152615"/>
                  </a:lnTo>
                  <a:lnTo>
                    <a:pt x="100101" y="152323"/>
                  </a:lnTo>
                  <a:lnTo>
                    <a:pt x="98386" y="152615"/>
                  </a:lnTo>
                  <a:lnTo>
                    <a:pt x="96951" y="153441"/>
                  </a:lnTo>
                  <a:lnTo>
                    <a:pt x="95885" y="154711"/>
                  </a:lnTo>
                  <a:lnTo>
                    <a:pt x="95326" y="156260"/>
                  </a:lnTo>
                  <a:lnTo>
                    <a:pt x="95326" y="157911"/>
                  </a:lnTo>
                  <a:lnTo>
                    <a:pt x="95885" y="159473"/>
                  </a:lnTo>
                  <a:lnTo>
                    <a:pt x="96951" y="160743"/>
                  </a:lnTo>
                  <a:lnTo>
                    <a:pt x="98386" y="161569"/>
                  </a:lnTo>
                  <a:lnTo>
                    <a:pt x="100012" y="161848"/>
                  </a:lnTo>
                  <a:lnTo>
                    <a:pt x="101739" y="161569"/>
                  </a:lnTo>
                  <a:lnTo>
                    <a:pt x="103162" y="160743"/>
                  </a:lnTo>
                  <a:lnTo>
                    <a:pt x="104228" y="159473"/>
                  </a:lnTo>
                  <a:lnTo>
                    <a:pt x="104800" y="157911"/>
                  </a:lnTo>
                  <a:lnTo>
                    <a:pt x="104800" y="156260"/>
                  </a:lnTo>
                  <a:close/>
                </a:path>
                <a:path w="2005964" h="161925">
                  <a:moveTo>
                    <a:pt x="123837" y="156260"/>
                  </a:moveTo>
                  <a:lnTo>
                    <a:pt x="123278" y="154711"/>
                  </a:lnTo>
                  <a:lnTo>
                    <a:pt x="122212" y="153441"/>
                  </a:lnTo>
                  <a:lnTo>
                    <a:pt x="120789" y="152615"/>
                  </a:lnTo>
                  <a:lnTo>
                    <a:pt x="119138" y="152323"/>
                  </a:lnTo>
                  <a:lnTo>
                    <a:pt x="117436" y="152615"/>
                  </a:lnTo>
                  <a:lnTo>
                    <a:pt x="116001" y="153441"/>
                  </a:lnTo>
                  <a:lnTo>
                    <a:pt x="114935" y="154711"/>
                  </a:lnTo>
                  <a:lnTo>
                    <a:pt x="114376" y="156260"/>
                  </a:lnTo>
                  <a:lnTo>
                    <a:pt x="114376" y="157911"/>
                  </a:lnTo>
                  <a:lnTo>
                    <a:pt x="114935" y="159473"/>
                  </a:lnTo>
                  <a:lnTo>
                    <a:pt x="116001" y="160743"/>
                  </a:lnTo>
                  <a:lnTo>
                    <a:pt x="117436" y="161569"/>
                  </a:lnTo>
                  <a:lnTo>
                    <a:pt x="119062" y="161848"/>
                  </a:lnTo>
                  <a:lnTo>
                    <a:pt x="120789" y="161569"/>
                  </a:lnTo>
                  <a:lnTo>
                    <a:pt x="122212" y="160743"/>
                  </a:lnTo>
                  <a:lnTo>
                    <a:pt x="123278" y="159473"/>
                  </a:lnTo>
                  <a:lnTo>
                    <a:pt x="123837" y="157911"/>
                  </a:lnTo>
                  <a:lnTo>
                    <a:pt x="123837" y="156260"/>
                  </a:lnTo>
                  <a:close/>
                </a:path>
                <a:path w="2005964" h="161925">
                  <a:moveTo>
                    <a:pt x="142887" y="156260"/>
                  </a:moveTo>
                  <a:lnTo>
                    <a:pt x="142328" y="154711"/>
                  </a:lnTo>
                  <a:lnTo>
                    <a:pt x="141262" y="153441"/>
                  </a:lnTo>
                  <a:lnTo>
                    <a:pt x="139839" y="152615"/>
                  </a:lnTo>
                  <a:lnTo>
                    <a:pt x="138188" y="152323"/>
                  </a:lnTo>
                  <a:lnTo>
                    <a:pt x="136474" y="152615"/>
                  </a:lnTo>
                  <a:lnTo>
                    <a:pt x="135039" y="153441"/>
                  </a:lnTo>
                  <a:lnTo>
                    <a:pt x="133972" y="154711"/>
                  </a:lnTo>
                  <a:lnTo>
                    <a:pt x="133426" y="156260"/>
                  </a:lnTo>
                  <a:lnTo>
                    <a:pt x="133426" y="157911"/>
                  </a:lnTo>
                  <a:lnTo>
                    <a:pt x="133972" y="159473"/>
                  </a:lnTo>
                  <a:lnTo>
                    <a:pt x="135039" y="160743"/>
                  </a:lnTo>
                  <a:lnTo>
                    <a:pt x="136474" y="161569"/>
                  </a:lnTo>
                  <a:lnTo>
                    <a:pt x="138112" y="161848"/>
                  </a:lnTo>
                  <a:lnTo>
                    <a:pt x="139839" y="161569"/>
                  </a:lnTo>
                  <a:lnTo>
                    <a:pt x="141262" y="160743"/>
                  </a:lnTo>
                  <a:lnTo>
                    <a:pt x="142328" y="159473"/>
                  </a:lnTo>
                  <a:lnTo>
                    <a:pt x="142887" y="157911"/>
                  </a:lnTo>
                  <a:lnTo>
                    <a:pt x="142887" y="156260"/>
                  </a:lnTo>
                  <a:close/>
                </a:path>
                <a:path w="2005964" h="161925">
                  <a:moveTo>
                    <a:pt x="161937" y="156260"/>
                  </a:moveTo>
                  <a:lnTo>
                    <a:pt x="161378" y="154711"/>
                  </a:lnTo>
                  <a:lnTo>
                    <a:pt x="160312" y="153441"/>
                  </a:lnTo>
                  <a:lnTo>
                    <a:pt x="158889" y="152615"/>
                  </a:lnTo>
                  <a:lnTo>
                    <a:pt x="157238" y="152323"/>
                  </a:lnTo>
                  <a:lnTo>
                    <a:pt x="155524" y="152615"/>
                  </a:lnTo>
                  <a:lnTo>
                    <a:pt x="154089" y="153441"/>
                  </a:lnTo>
                  <a:lnTo>
                    <a:pt x="153022" y="154711"/>
                  </a:lnTo>
                  <a:lnTo>
                    <a:pt x="152476" y="156260"/>
                  </a:lnTo>
                  <a:lnTo>
                    <a:pt x="152476" y="157911"/>
                  </a:lnTo>
                  <a:lnTo>
                    <a:pt x="153022" y="159473"/>
                  </a:lnTo>
                  <a:lnTo>
                    <a:pt x="154089" y="160743"/>
                  </a:lnTo>
                  <a:lnTo>
                    <a:pt x="155524" y="161569"/>
                  </a:lnTo>
                  <a:lnTo>
                    <a:pt x="157162" y="161848"/>
                  </a:lnTo>
                  <a:lnTo>
                    <a:pt x="158889" y="161569"/>
                  </a:lnTo>
                  <a:lnTo>
                    <a:pt x="160312" y="160743"/>
                  </a:lnTo>
                  <a:lnTo>
                    <a:pt x="161378" y="159473"/>
                  </a:lnTo>
                  <a:lnTo>
                    <a:pt x="161937" y="157911"/>
                  </a:lnTo>
                  <a:lnTo>
                    <a:pt x="161937" y="156260"/>
                  </a:lnTo>
                  <a:close/>
                </a:path>
                <a:path w="2005964" h="161925">
                  <a:moveTo>
                    <a:pt x="180987" y="156260"/>
                  </a:moveTo>
                  <a:lnTo>
                    <a:pt x="180428" y="154711"/>
                  </a:lnTo>
                  <a:lnTo>
                    <a:pt x="179362" y="153441"/>
                  </a:lnTo>
                  <a:lnTo>
                    <a:pt x="177939" y="152615"/>
                  </a:lnTo>
                  <a:lnTo>
                    <a:pt x="176288" y="152323"/>
                  </a:lnTo>
                  <a:lnTo>
                    <a:pt x="174574" y="152615"/>
                  </a:lnTo>
                  <a:lnTo>
                    <a:pt x="173139" y="153441"/>
                  </a:lnTo>
                  <a:lnTo>
                    <a:pt x="172072" y="154711"/>
                  </a:lnTo>
                  <a:lnTo>
                    <a:pt x="171526" y="156260"/>
                  </a:lnTo>
                  <a:lnTo>
                    <a:pt x="171526" y="157911"/>
                  </a:lnTo>
                  <a:lnTo>
                    <a:pt x="172072" y="159473"/>
                  </a:lnTo>
                  <a:lnTo>
                    <a:pt x="173139" y="160743"/>
                  </a:lnTo>
                  <a:lnTo>
                    <a:pt x="174574" y="161569"/>
                  </a:lnTo>
                  <a:lnTo>
                    <a:pt x="176212" y="161848"/>
                  </a:lnTo>
                  <a:lnTo>
                    <a:pt x="177939" y="161569"/>
                  </a:lnTo>
                  <a:lnTo>
                    <a:pt x="179362" y="160743"/>
                  </a:lnTo>
                  <a:lnTo>
                    <a:pt x="180428" y="159473"/>
                  </a:lnTo>
                  <a:lnTo>
                    <a:pt x="180987" y="157911"/>
                  </a:lnTo>
                  <a:lnTo>
                    <a:pt x="180987" y="156260"/>
                  </a:lnTo>
                  <a:close/>
                </a:path>
                <a:path w="2005964" h="161925">
                  <a:moveTo>
                    <a:pt x="200050" y="156260"/>
                  </a:moveTo>
                  <a:lnTo>
                    <a:pt x="199478" y="154711"/>
                  </a:lnTo>
                  <a:lnTo>
                    <a:pt x="198412" y="153441"/>
                  </a:lnTo>
                  <a:lnTo>
                    <a:pt x="196989" y="152615"/>
                  </a:lnTo>
                  <a:lnTo>
                    <a:pt x="195338" y="152323"/>
                  </a:lnTo>
                  <a:lnTo>
                    <a:pt x="193624" y="152615"/>
                  </a:lnTo>
                  <a:lnTo>
                    <a:pt x="192189" y="153441"/>
                  </a:lnTo>
                  <a:lnTo>
                    <a:pt x="191122" y="154711"/>
                  </a:lnTo>
                  <a:lnTo>
                    <a:pt x="190576" y="156260"/>
                  </a:lnTo>
                  <a:lnTo>
                    <a:pt x="190576" y="157911"/>
                  </a:lnTo>
                  <a:lnTo>
                    <a:pt x="191122" y="159473"/>
                  </a:lnTo>
                  <a:lnTo>
                    <a:pt x="192189" y="160743"/>
                  </a:lnTo>
                  <a:lnTo>
                    <a:pt x="193624" y="161569"/>
                  </a:lnTo>
                  <a:lnTo>
                    <a:pt x="195262" y="161848"/>
                  </a:lnTo>
                  <a:lnTo>
                    <a:pt x="196989" y="161569"/>
                  </a:lnTo>
                  <a:lnTo>
                    <a:pt x="198412" y="160743"/>
                  </a:lnTo>
                  <a:lnTo>
                    <a:pt x="199478" y="159473"/>
                  </a:lnTo>
                  <a:lnTo>
                    <a:pt x="200050" y="157911"/>
                  </a:lnTo>
                  <a:lnTo>
                    <a:pt x="200050" y="156260"/>
                  </a:lnTo>
                  <a:close/>
                </a:path>
                <a:path w="2005964" h="161925">
                  <a:moveTo>
                    <a:pt x="219100" y="156260"/>
                  </a:moveTo>
                  <a:lnTo>
                    <a:pt x="218528" y="154711"/>
                  </a:lnTo>
                  <a:lnTo>
                    <a:pt x="217462" y="153441"/>
                  </a:lnTo>
                  <a:lnTo>
                    <a:pt x="216039" y="152615"/>
                  </a:lnTo>
                  <a:lnTo>
                    <a:pt x="214401" y="152323"/>
                  </a:lnTo>
                  <a:lnTo>
                    <a:pt x="212686" y="152615"/>
                  </a:lnTo>
                  <a:lnTo>
                    <a:pt x="211251" y="153441"/>
                  </a:lnTo>
                  <a:lnTo>
                    <a:pt x="210185" y="154711"/>
                  </a:lnTo>
                  <a:lnTo>
                    <a:pt x="209626" y="156260"/>
                  </a:lnTo>
                  <a:lnTo>
                    <a:pt x="209626" y="157911"/>
                  </a:lnTo>
                  <a:lnTo>
                    <a:pt x="210185" y="159473"/>
                  </a:lnTo>
                  <a:lnTo>
                    <a:pt x="211251" y="160743"/>
                  </a:lnTo>
                  <a:lnTo>
                    <a:pt x="212686" y="161569"/>
                  </a:lnTo>
                  <a:lnTo>
                    <a:pt x="214312" y="161848"/>
                  </a:lnTo>
                  <a:lnTo>
                    <a:pt x="216039" y="161569"/>
                  </a:lnTo>
                  <a:lnTo>
                    <a:pt x="217462" y="160743"/>
                  </a:lnTo>
                  <a:lnTo>
                    <a:pt x="218528" y="159473"/>
                  </a:lnTo>
                  <a:lnTo>
                    <a:pt x="219100" y="157911"/>
                  </a:lnTo>
                  <a:lnTo>
                    <a:pt x="219100" y="156260"/>
                  </a:lnTo>
                  <a:close/>
                </a:path>
                <a:path w="2005964" h="161925">
                  <a:moveTo>
                    <a:pt x="238150" y="156260"/>
                  </a:moveTo>
                  <a:lnTo>
                    <a:pt x="237578" y="154711"/>
                  </a:lnTo>
                  <a:lnTo>
                    <a:pt x="236512" y="153441"/>
                  </a:lnTo>
                  <a:lnTo>
                    <a:pt x="235089" y="152615"/>
                  </a:lnTo>
                  <a:lnTo>
                    <a:pt x="233451" y="152323"/>
                  </a:lnTo>
                  <a:lnTo>
                    <a:pt x="231736" y="152615"/>
                  </a:lnTo>
                  <a:lnTo>
                    <a:pt x="230301" y="153441"/>
                  </a:lnTo>
                  <a:lnTo>
                    <a:pt x="229235" y="154711"/>
                  </a:lnTo>
                  <a:lnTo>
                    <a:pt x="228676" y="156260"/>
                  </a:lnTo>
                  <a:lnTo>
                    <a:pt x="228676" y="157911"/>
                  </a:lnTo>
                  <a:lnTo>
                    <a:pt x="229235" y="159473"/>
                  </a:lnTo>
                  <a:lnTo>
                    <a:pt x="230301" y="160743"/>
                  </a:lnTo>
                  <a:lnTo>
                    <a:pt x="231736" y="161569"/>
                  </a:lnTo>
                  <a:lnTo>
                    <a:pt x="233362" y="161848"/>
                  </a:lnTo>
                  <a:lnTo>
                    <a:pt x="235089" y="161569"/>
                  </a:lnTo>
                  <a:lnTo>
                    <a:pt x="236512" y="160743"/>
                  </a:lnTo>
                  <a:lnTo>
                    <a:pt x="237578" y="159473"/>
                  </a:lnTo>
                  <a:lnTo>
                    <a:pt x="238150" y="157911"/>
                  </a:lnTo>
                  <a:lnTo>
                    <a:pt x="238150" y="156260"/>
                  </a:lnTo>
                  <a:close/>
                </a:path>
                <a:path w="2005964" h="161925">
                  <a:moveTo>
                    <a:pt x="257200" y="156260"/>
                  </a:moveTo>
                  <a:lnTo>
                    <a:pt x="256628" y="154711"/>
                  </a:lnTo>
                  <a:lnTo>
                    <a:pt x="255562" y="153441"/>
                  </a:lnTo>
                  <a:lnTo>
                    <a:pt x="254139" y="152615"/>
                  </a:lnTo>
                  <a:lnTo>
                    <a:pt x="252501" y="152323"/>
                  </a:lnTo>
                  <a:lnTo>
                    <a:pt x="250786" y="152615"/>
                  </a:lnTo>
                  <a:lnTo>
                    <a:pt x="249351" y="153441"/>
                  </a:lnTo>
                  <a:lnTo>
                    <a:pt x="248285" y="154711"/>
                  </a:lnTo>
                  <a:lnTo>
                    <a:pt x="247726" y="156260"/>
                  </a:lnTo>
                  <a:lnTo>
                    <a:pt x="247726" y="157911"/>
                  </a:lnTo>
                  <a:lnTo>
                    <a:pt x="248285" y="159473"/>
                  </a:lnTo>
                  <a:lnTo>
                    <a:pt x="249351" y="160743"/>
                  </a:lnTo>
                  <a:lnTo>
                    <a:pt x="250786" y="161569"/>
                  </a:lnTo>
                  <a:lnTo>
                    <a:pt x="252412" y="161848"/>
                  </a:lnTo>
                  <a:lnTo>
                    <a:pt x="254139" y="161569"/>
                  </a:lnTo>
                  <a:lnTo>
                    <a:pt x="255562" y="160743"/>
                  </a:lnTo>
                  <a:lnTo>
                    <a:pt x="256628" y="159473"/>
                  </a:lnTo>
                  <a:lnTo>
                    <a:pt x="257200" y="157911"/>
                  </a:lnTo>
                  <a:lnTo>
                    <a:pt x="257200" y="156260"/>
                  </a:lnTo>
                  <a:close/>
                </a:path>
                <a:path w="2005964" h="161925">
                  <a:moveTo>
                    <a:pt x="276250" y="156260"/>
                  </a:moveTo>
                  <a:lnTo>
                    <a:pt x="275678" y="154711"/>
                  </a:lnTo>
                  <a:lnTo>
                    <a:pt x="274612" y="153441"/>
                  </a:lnTo>
                  <a:lnTo>
                    <a:pt x="273189" y="152615"/>
                  </a:lnTo>
                  <a:lnTo>
                    <a:pt x="271551" y="152323"/>
                  </a:lnTo>
                  <a:lnTo>
                    <a:pt x="269836" y="152615"/>
                  </a:lnTo>
                  <a:lnTo>
                    <a:pt x="268401" y="153441"/>
                  </a:lnTo>
                  <a:lnTo>
                    <a:pt x="267335" y="154711"/>
                  </a:lnTo>
                  <a:lnTo>
                    <a:pt x="266776" y="156260"/>
                  </a:lnTo>
                  <a:lnTo>
                    <a:pt x="266776" y="157911"/>
                  </a:lnTo>
                  <a:lnTo>
                    <a:pt x="267335" y="159473"/>
                  </a:lnTo>
                  <a:lnTo>
                    <a:pt x="268401" y="160743"/>
                  </a:lnTo>
                  <a:lnTo>
                    <a:pt x="269836" y="161569"/>
                  </a:lnTo>
                  <a:lnTo>
                    <a:pt x="271462" y="161848"/>
                  </a:lnTo>
                  <a:lnTo>
                    <a:pt x="273189" y="161569"/>
                  </a:lnTo>
                  <a:lnTo>
                    <a:pt x="274612" y="160743"/>
                  </a:lnTo>
                  <a:lnTo>
                    <a:pt x="275678" y="159473"/>
                  </a:lnTo>
                  <a:lnTo>
                    <a:pt x="276250" y="157911"/>
                  </a:lnTo>
                  <a:lnTo>
                    <a:pt x="276250" y="156260"/>
                  </a:lnTo>
                  <a:close/>
                </a:path>
                <a:path w="2005964" h="161925">
                  <a:moveTo>
                    <a:pt x="295300" y="156260"/>
                  </a:moveTo>
                  <a:lnTo>
                    <a:pt x="294728" y="154711"/>
                  </a:lnTo>
                  <a:lnTo>
                    <a:pt x="293662" y="153441"/>
                  </a:lnTo>
                  <a:lnTo>
                    <a:pt x="292239" y="152615"/>
                  </a:lnTo>
                  <a:lnTo>
                    <a:pt x="290601" y="152323"/>
                  </a:lnTo>
                  <a:lnTo>
                    <a:pt x="288886" y="152615"/>
                  </a:lnTo>
                  <a:lnTo>
                    <a:pt x="287451" y="153441"/>
                  </a:lnTo>
                  <a:lnTo>
                    <a:pt x="286385" y="154711"/>
                  </a:lnTo>
                  <a:lnTo>
                    <a:pt x="285826" y="156260"/>
                  </a:lnTo>
                  <a:lnTo>
                    <a:pt x="285826" y="157911"/>
                  </a:lnTo>
                  <a:lnTo>
                    <a:pt x="286385" y="159473"/>
                  </a:lnTo>
                  <a:lnTo>
                    <a:pt x="287451" y="160743"/>
                  </a:lnTo>
                  <a:lnTo>
                    <a:pt x="288886" y="161569"/>
                  </a:lnTo>
                  <a:lnTo>
                    <a:pt x="290512" y="161848"/>
                  </a:lnTo>
                  <a:lnTo>
                    <a:pt x="292239" y="161569"/>
                  </a:lnTo>
                  <a:lnTo>
                    <a:pt x="293662" y="160743"/>
                  </a:lnTo>
                  <a:lnTo>
                    <a:pt x="294728" y="159473"/>
                  </a:lnTo>
                  <a:lnTo>
                    <a:pt x="295300" y="157911"/>
                  </a:lnTo>
                  <a:lnTo>
                    <a:pt x="295300" y="156260"/>
                  </a:lnTo>
                  <a:close/>
                </a:path>
                <a:path w="2005964" h="161925">
                  <a:moveTo>
                    <a:pt x="314350" y="156260"/>
                  </a:moveTo>
                  <a:lnTo>
                    <a:pt x="313778" y="154711"/>
                  </a:lnTo>
                  <a:lnTo>
                    <a:pt x="312712" y="153441"/>
                  </a:lnTo>
                  <a:lnTo>
                    <a:pt x="311289" y="152615"/>
                  </a:lnTo>
                  <a:lnTo>
                    <a:pt x="309651" y="152323"/>
                  </a:lnTo>
                  <a:lnTo>
                    <a:pt x="307936" y="152615"/>
                  </a:lnTo>
                  <a:lnTo>
                    <a:pt x="306501" y="153441"/>
                  </a:lnTo>
                  <a:lnTo>
                    <a:pt x="305435" y="154711"/>
                  </a:lnTo>
                  <a:lnTo>
                    <a:pt x="304876" y="156260"/>
                  </a:lnTo>
                  <a:lnTo>
                    <a:pt x="304876" y="157911"/>
                  </a:lnTo>
                  <a:lnTo>
                    <a:pt x="305435" y="159473"/>
                  </a:lnTo>
                  <a:lnTo>
                    <a:pt x="306501" y="160743"/>
                  </a:lnTo>
                  <a:lnTo>
                    <a:pt x="307936" y="161569"/>
                  </a:lnTo>
                  <a:lnTo>
                    <a:pt x="309562" y="161848"/>
                  </a:lnTo>
                  <a:lnTo>
                    <a:pt x="311289" y="161569"/>
                  </a:lnTo>
                  <a:lnTo>
                    <a:pt x="312712" y="160743"/>
                  </a:lnTo>
                  <a:lnTo>
                    <a:pt x="313778" y="159473"/>
                  </a:lnTo>
                  <a:lnTo>
                    <a:pt x="314350" y="157911"/>
                  </a:lnTo>
                  <a:lnTo>
                    <a:pt x="314350" y="156260"/>
                  </a:lnTo>
                  <a:close/>
                </a:path>
                <a:path w="2005964" h="161925">
                  <a:moveTo>
                    <a:pt x="333400" y="156260"/>
                  </a:moveTo>
                  <a:lnTo>
                    <a:pt x="332828" y="154711"/>
                  </a:lnTo>
                  <a:lnTo>
                    <a:pt x="331762" y="153441"/>
                  </a:lnTo>
                  <a:lnTo>
                    <a:pt x="330339" y="152615"/>
                  </a:lnTo>
                  <a:lnTo>
                    <a:pt x="328701" y="152323"/>
                  </a:lnTo>
                  <a:lnTo>
                    <a:pt x="326986" y="152615"/>
                  </a:lnTo>
                  <a:lnTo>
                    <a:pt x="325551" y="153441"/>
                  </a:lnTo>
                  <a:lnTo>
                    <a:pt x="324485" y="154711"/>
                  </a:lnTo>
                  <a:lnTo>
                    <a:pt x="323926" y="156260"/>
                  </a:lnTo>
                  <a:lnTo>
                    <a:pt x="323926" y="157911"/>
                  </a:lnTo>
                  <a:lnTo>
                    <a:pt x="324485" y="159473"/>
                  </a:lnTo>
                  <a:lnTo>
                    <a:pt x="325551" y="160743"/>
                  </a:lnTo>
                  <a:lnTo>
                    <a:pt x="326986" y="161569"/>
                  </a:lnTo>
                  <a:lnTo>
                    <a:pt x="328612" y="161848"/>
                  </a:lnTo>
                  <a:lnTo>
                    <a:pt x="330339" y="161569"/>
                  </a:lnTo>
                  <a:lnTo>
                    <a:pt x="331762" y="160743"/>
                  </a:lnTo>
                  <a:lnTo>
                    <a:pt x="332828" y="159473"/>
                  </a:lnTo>
                  <a:lnTo>
                    <a:pt x="333400" y="157911"/>
                  </a:lnTo>
                  <a:lnTo>
                    <a:pt x="333400" y="156260"/>
                  </a:lnTo>
                  <a:close/>
                </a:path>
                <a:path w="2005964" h="161925">
                  <a:moveTo>
                    <a:pt x="352450" y="156260"/>
                  </a:moveTo>
                  <a:lnTo>
                    <a:pt x="351878" y="154711"/>
                  </a:lnTo>
                  <a:lnTo>
                    <a:pt x="350812" y="153441"/>
                  </a:lnTo>
                  <a:lnTo>
                    <a:pt x="349389" y="152615"/>
                  </a:lnTo>
                  <a:lnTo>
                    <a:pt x="347751" y="152323"/>
                  </a:lnTo>
                  <a:lnTo>
                    <a:pt x="346036" y="152615"/>
                  </a:lnTo>
                  <a:lnTo>
                    <a:pt x="344601" y="153441"/>
                  </a:lnTo>
                  <a:lnTo>
                    <a:pt x="343535" y="154711"/>
                  </a:lnTo>
                  <a:lnTo>
                    <a:pt x="342976" y="156260"/>
                  </a:lnTo>
                  <a:lnTo>
                    <a:pt x="342976" y="157911"/>
                  </a:lnTo>
                  <a:lnTo>
                    <a:pt x="343535" y="159473"/>
                  </a:lnTo>
                  <a:lnTo>
                    <a:pt x="344601" y="160743"/>
                  </a:lnTo>
                  <a:lnTo>
                    <a:pt x="346036" y="161569"/>
                  </a:lnTo>
                  <a:lnTo>
                    <a:pt x="347662" y="161848"/>
                  </a:lnTo>
                  <a:lnTo>
                    <a:pt x="349389" y="161569"/>
                  </a:lnTo>
                  <a:lnTo>
                    <a:pt x="350812" y="160743"/>
                  </a:lnTo>
                  <a:lnTo>
                    <a:pt x="351878" y="159473"/>
                  </a:lnTo>
                  <a:lnTo>
                    <a:pt x="352450" y="157911"/>
                  </a:lnTo>
                  <a:lnTo>
                    <a:pt x="352450" y="156260"/>
                  </a:lnTo>
                  <a:close/>
                </a:path>
                <a:path w="2005964" h="161925">
                  <a:moveTo>
                    <a:pt x="371500" y="156260"/>
                  </a:moveTo>
                  <a:lnTo>
                    <a:pt x="370928" y="154711"/>
                  </a:lnTo>
                  <a:lnTo>
                    <a:pt x="369862" y="153441"/>
                  </a:lnTo>
                  <a:lnTo>
                    <a:pt x="368439" y="152615"/>
                  </a:lnTo>
                  <a:lnTo>
                    <a:pt x="366801" y="152323"/>
                  </a:lnTo>
                  <a:lnTo>
                    <a:pt x="365086" y="152615"/>
                  </a:lnTo>
                  <a:lnTo>
                    <a:pt x="363651" y="153441"/>
                  </a:lnTo>
                  <a:lnTo>
                    <a:pt x="362585" y="154711"/>
                  </a:lnTo>
                  <a:lnTo>
                    <a:pt x="362026" y="156260"/>
                  </a:lnTo>
                  <a:lnTo>
                    <a:pt x="362026" y="157911"/>
                  </a:lnTo>
                  <a:lnTo>
                    <a:pt x="362585" y="159473"/>
                  </a:lnTo>
                  <a:lnTo>
                    <a:pt x="363651" y="160743"/>
                  </a:lnTo>
                  <a:lnTo>
                    <a:pt x="365086" y="161569"/>
                  </a:lnTo>
                  <a:lnTo>
                    <a:pt x="366712" y="161848"/>
                  </a:lnTo>
                  <a:lnTo>
                    <a:pt x="368439" y="161569"/>
                  </a:lnTo>
                  <a:lnTo>
                    <a:pt x="369862" y="160743"/>
                  </a:lnTo>
                  <a:lnTo>
                    <a:pt x="370928" y="159473"/>
                  </a:lnTo>
                  <a:lnTo>
                    <a:pt x="371500" y="157911"/>
                  </a:lnTo>
                  <a:lnTo>
                    <a:pt x="371500" y="156260"/>
                  </a:lnTo>
                  <a:close/>
                </a:path>
                <a:path w="2005964" h="161925">
                  <a:moveTo>
                    <a:pt x="390550" y="156260"/>
                  </a:moveTo>
                  <a:lnTo>
                    <a:pt x="389978" y="154711"/>
                  </a:lnTo>
                  <a:lnTo>
                    <a:pt x="388912" y="153441"/>
                  </a:lnTo>
                  <a:lnTo>
                    <a:pt x="387489" y="152615"/>
                  </a:lnTo>
                  <a:lnTo>
                    <a:pt x="385851" y="152323"/>
                  </a:lnTo>
                  <a:lnTo>
                    <a:pt x="384136" y="152615"/>
                  </a:lnTo>
                  <a:lnTo>
                    <a:pt x="382701" y="153441"/>
                  </a:lnTo>
                  <a:lnTo>
                    <a:pt x="381635" y="154711"/>
                  </a:lnTo>
                  <a:lnTo>
                    <a:pt x="381076" y="156260"/>
                  </a:lnTo>
                  <a:lnTo>
                    <a:pt x="381076" y="157911"/>
                  </a:lnTo>
                  <a:lnTo>
                    <a:pt x="381635" y="159473"/>
                  </a:lnTo>
                  <a:lnTo>
                    <a:pt x="382701" y="160743"/>
                  </a:lnTo>
                  <a:lnTo>
                    <a:pt x="384136" y="161569"/>
                  </a:lnTo>
                  <a:lnTo>
                    <a:pt x="385762" y="161848"/>
                  </a:lnTo>
                  <a:lnTo>
                    <a:pt x="387489" y="161569"/>
                  </a:lnTo>
                  <a:lnTo>
                    <a:pt x="388912" y="160743"/>
                  </a:lnTo>
                  <a:lnTo>
                    <a:pt x="389978" y="159473"/>
                  </a:lnTo>
                  <a:lnTo>
                    <a:pt x="390550" y="157911"/>
                  </a:lnTo>
                  <a:lnTo>
                    <a:pt x="390550" y="156260"/>
                  </a:lnTo>
                  <a:close/>
                </a:path>
                <a:path w="2005964" h="161925">
                  <a:moveTo>
                    <a:pt x="409600" y="156260"/>
                  </a:moveTo>
                  <a:lnTo>
                    <a:pt x="409028" y="154711"/>
                  </a:lnTo>
                  <a:lnTo>
                    <a:pt x="407962" y="153441"/>
                  </a:lnTo>
                  <a:lnTo>
                    <a:pt x="406539" y="152615"/>
                  </a:lnTo>
                  <a:lnTo>
                    <a:pt x="404901" y="152323"/>
                  </a:lnTo>
                  <a:lnTo>
                    <a:pt x="403186" y="152615"/>
                  </a:lnTo>
                  <a:lnTo>
                    <a:pt x="401751" y="153441"/>
                  </a:lnTo>
                  <a:lnTo>
                    <a:pt x="400685" y="154711"/>
                  </a:lnTo>
                  <a:lnTo>
                    <a:pt x="400126" y="156260"/>
                  </a:lnTo>
                  <a:lnTo>
                    <a:pt x="400126" y="157911"/>
                  </a:lnTo>
                  <a:lnTo>
                    <a:pt x="400685" y="159473"/>
                  </a:lnTo>
                  <a:lnTo>
                    <a:pt x="401751" y="160743"/>
                  </a:lnTo>
                  <a:lnTo>
                    <a:pt x="403186" y="161569"/>
                  </a:lnTo>
                  <a:lnTo>
                    <a:pt x="404812" y="161848"/>
                  </a:lnTo>
                  <a:lnTo>
                    <a:pt x="406539" y="161569"/>
                  </a:lnTo>
                  <a:lnTo>
                    <a:pt x="407962" y="160743"/>
                  </a:lnTo>
                  <a:lnTo>
                    <a:pt x="409028" y="159473"/>
                  </a:lnTo>
                  <a:lnTo>
                    <a:pt x="409600" y="157911"/>
                  </a:lnTo>
                  <a:lnTo>
                    <a:pt x="409600" y="156260"/>
                  </a:lnTo>
                  <a:close/>
                </a:path>
                <a:path w="2005964" h="161925">
                  <a:moveTo>
                    <a:pt x="428650" y="156260"/>
                  </a:moveTo>
                  <a:lnTo>
                    <a:pt x="428078" y="154711"/>
                  </a:lnTo>
                  <a:lnTo>
                    <a:pt x="427012" y="153441"/>
                  </a:lnTo>
                  <a:lnTo>
                    <a:pt x="425589" y="152615"/>
                  </a:lnTo>
                  <a:lnTo>
                    <a:pt x="423951" y="152323"/>
                  </a:lnTo>
                  <a:lnTo>
                    <a:pt x="422236" y="152615"/>
                  </a:lnTo>
                  <a:lnTo>
                    <a:pt x="420801" y="153441"/>
                  </a:lnTo>
                  <a:lnTo>
                    <a:pt x="419735" y="154711"/>
                  </a:lnTo>
                  <a:lnTo>
                    <a:pt x="419176" y="156260"/>
                  </a:lnTo>
                  <a:lnTo>
                    <a:pt x="419176" y="157911"/>
                  </a:lnTo>
                  <a:lnTo>
                    <a:pt x="419735" y="159473"/>
                  </a:lnTo>
                  <a:lnTo>
                    <a:pt x="420801" y="160743"/>
                  </a:lnTo>
                  <a:lnTo>
                    <a:pt x="422236" y="161569"/>
                  </a:lnTo>
                  <a:lnTo>
                    <a:pt x="423862" y="161848"/>
                  </a:lnTo>
                  <a:lnTo>
                    <a:pt x="425589" y="161569"/>
                  </a:lnTo>
                  <a:lnTo>
                    <a:pt x="427012" y="160743"/>
                  </a:lnTo>
                  <a:lnTo>
                    <a:pt x="428078" y="159473"/>
                  </a:lnTo>
                  <a:lnTo>
                    <a:pt x="428650" y="157911"/>
                  </a:lnTo>
                  <a:lnTo>
                    <a:pt x="428650" y="156260"/>
                  </a:lnTo>
                  <a:close/>
                </a:path>
                <a:path w="2005964" h="161925">
                  <a:moveTo>
                    <a:pt x="447700" y="156260"/>
                  </a:moveTo>
                  <a:lnTo>
                    <a:pt x="447128" y="154711"/>
                  </a:lnTo>
                  <a:lnTo>
                    <a:pt x="446062" y="153441"/>
                  </a:lnTo>
                  <a:lnTo>
                    <a:pt x="444639" y="152615"/>
                  </a:lnTo>
                  <a:lnTo>
                    <a:pt x="443001" y="152323"/>
                  </a:lnTo>
                  <a:lnTo>
                    <a:pt x="441286" y="152615"/>
                  </a:lnTo>
                  <a:lnTo>
                    <a:pt x="439851" y="153441"/>
                  </a:lnTo>
                  <a:lnTo>
                    <a:pt x="438785" y="154711"/>
                  </a:lnTo>
                  <a:lnTo>
                    <a:pt x="438226" y="156260"/>
                  </a:lnTo>
                  <a:lnTo>
                    <a:pt x="438226" y="157911"/>
                  </a:lnTo>
                  <a:lnTo>
                    <a:pt x="438785" y="159473"/>
                  </a:lnTo>
                  <a:lnTo>
                    <a:pt x="439851" y="160743"/>
                  </a:lnTo>
                  <a:lnTo>
                    <a:pt x="441286" y="161569"/>
                  </a:lnTo>
                  <a:lnTo>
                    <a:pt x="442912" y="161848"/>
                  </a:lnTo>
                  <a:lnTo>
                    <a:pt x="444639" y="161569"/>
                  </a:lnTo>
                  <a:lnTo>
                    <a:pt x="446062" y="160743"/>
                  </a:lnTo>
                  <a:lnTo>
                    <a:pt x="447128" y="159473"/>
                  </a:lnTo>
                  <a:lnTo>
                    <a:pt x="447700" y="157911"/>
                  </a:lnTo>
                  <a:lnTo>
                    <a:pt x="447700" y="156260"/>
                  </a:lnTo>
                  <a:close/>
                </a:path>
                <a:path w="2005964" h="161925">
                  <a:moveTo>
                    <a:pt x="466750" y="156260"/>
                  </a:moveTo>
                  <a:lnTo>
                    <a:pt x="466178" y="154711"/>
                  </a:lnTo>
                  <a:lnTo>
                    <a:pt x="465112" y="153441"/>
                  </a:lnTo>
                  <a:lnTo>
                    <a:pt x="463689" y="152615"/>
                  </a:lnTo>
                  <a:lnTo>
                    <a:pt x="462051" y="152323"/>
                  </a:lnTo>
                  <a:lnTo>
                    <a:pt x="460336" y="152615"/>
                  </a:lnTo>
                  <a:lnTo>
                    <a:pt x="458901" y="153441"/>
                  </a:lnTo>
                  <a:lnTo>
                    <a:pt x="457835" y="154711"/>
                  </a:lnTo>
                  <a:lnTo>
                    <a:pt x="457276" y="156260"/>
                  </a:lnTo>
                  <a:lnTo>
                    <a:pt x="457276" y="157911"/>
                  </a:lnTo>
                  <a:lnTo>
                    <a:pt x="457835" y="159473"/>
                  </a:lnTo>
                  <a:lnTo>
                    <a:pt x="458901" y="160743"/>
                  </a:lnTo>
                  <a:lnTo>
                    <a:pt x="460336" y="161569"/>
                  </a:lnTo>
                  <a:lnTo>
                    <a:pt x="461962" y="161848"/>
                  </a:lnTo>
                  <a:lnTo>
                    <a:pt x="463689" y="161569"/>
                  </a:lnTo>
                  <a:lnTo>
                    <a:pt x="465112" y="160743"/>
                  </a:lnTo>
                  <a:lnTo>
                    <a:pt x="466178" y="159473"/>
                  </a:lnTo>
                  <a:lnTo>
                    <a:pt x="466750" y="157911"/>
                  </a:lnTo>
                  <a:lnTo>
                    <a:pt x="466750" y="156260"/>
                  </a:lnTo>
                  <a:close/>
                </a:path>
                <a:path w="2005964" h="161925">
                  <a:moveTo>
                    <a:pt x="485800" y="156260"/>
                  </a:moveTo>
                  <a:lnTo>
                    <a:pt x="485228" y="154711"/>
                  </a:lnTo>
                  <a:lnTo>
                    <a:pt x="484162" y="153441"/>
                  </a:lnTo>
                  <a:lnTo>
                    <a:pt x="482739" y="152615"/>
                  </a:lnTo>
                  <a:lnTo>
                    <a:pt x="481101" y="152323"/>
                  </a:lnTo>
                  <a:lnTo>
                    <a:pt x="479386" y="152615"/>
                  </a:lnTo>
                  <a:lnTo>
                    <a:pt x="477951" y="153441"/>
                  </a:lnTo>
                  <a:lnTo>
                    <a:pt x="476885" y="154711"/>
                  </a:lnTo>
                  <a:lnTo>
                    <a:pt x="476326" y="156260"/>
                  </a:lnTo>
                  <a:lnTo>
                    <a:pt x="476326" y="157911"/>
                  </a:lnTo>
                  <a:lnTo>
                    <a:pt x="476885" y="159473"/>
                  </a:lnTo>
                  <a:lnTo>
                    <a:pt x="477951" y="160743"/>
                  </a:lnTo>
                  <a:lnTo>
                    <a:pt x="479386" y="161569"/>
                  </a:lnTo>
                  <a:lnTo>
                    <a:pt x="481012" y="161848"/>
                  </a:lnTo>
                  <a:lnTo>
                    <a:pt x="482739" y="161569"/>
                  </a:lnTo>
                  <a:lnTo>
                    <a:pt x="484162" y="160743"/>
                  </a:lnTo>
                  <a:lnTo>
                    <a:pt x="485228" y="159473"/>
                  </a:lnTo>
                  <a:lnTo>
                    <a:pt x="485800" y="157911"/>
                  </a:lnTo>
                  <a:lnTo>
                    <a:pt x="485800" y="156260"/>
                  </a:lnTo>
                  <a:close/>
                </a:path>
                <a:path w="2005964" h="161925">
                  <a:moveTo>
                    <a:pt x="504850" y="156260"/>
                  </a:moveTo>
                  <a:lnTo>
                    <a:pt x="504278" y="154711"/>
                  </a:lnTo>
                  <a:lnTo>
                    <a:pt x="503212" y="153441"/>
                  </a:lnTo>
                  <a:lnTo>
                    <a:pt x="501789" y="152615"/>
                  </a:lnTo>
                  <a:lnTo>
                    <a:pt x="500151" y="152323"/>
                  </a:lnTo>
                  <a:lnTo>
                    <a:pt x="498436" y="152615"/>
                  </a:lnTo>
                  <a:lnTo>
                    <a:pt x="497001" y="153441"/>
                  </a:lnTo>
                  <a:lnTo>
                    <a:pt x="495935" y="154711"/>
                  </a:lnTo>
                  <a:lnTo>
                    <a:pt x="495376" y="156260"/>
                  </a:lnTo>
                  <a:lnTo>
                    <a:pt x="495376" y="157911"/>
                  </a:lnTo>
                  <a:lnTo>
                    <a:pt x="495935" y="159473"/>
                  </a:lnTo>
                  <a:lnTo>
                    <a:pt x="497001" y="160743"/>
                  </a:lnTo>
                  <a:lnTo>
                    <a:pt x="498436" y="161569"/>
                  </a:lnTo>
                  <a:lnTo>
                    <a:pt x="500062" y="161848"/>
                  </a:lnTo>
                  <a:lnTo>
                    <a:pt x="501789" y="161569"/>
                  </a:lnTo>
                  <a:lnTo>
                    <a:pt x="503212" y="160743"/>
                  </a:lnTo>
                  <a:lnTo>
                    <a:pt x="504278" y="159473"/>
                  </a:lnTo>
                  <a:lnTo>
                    <a:pt x="504850" y="157911"/>
                  </a:lnTo>
                  <a:lnTo>
                    <a:pt x="504850" y="156260"/>
                  </a:lnTo>
                  <a:close/>
                </a:path>
                <a:path w="2005964" h="161925">
                  <a:moveTo>
                    <a:pt x="523900" y="156260"/>
                  </a:moveTo>
                  <a:lnTo>
                    <a:pt x="523328" y="154711"/>
                  </a:lnTo>
                  <a:lnTo>
                    <a:pt x="522262" y="153441"/>
                  </a:lnTo>
                  <a:lnTo>
                    <a:pt x="520839" y="152615"/>
                  </a:lnTo>
                  <a:lnTo>
                    <a:pt x="519201" y="152323"/>
                  </a:lnTo>
                  <a:lnTo>
                    <a:pt x="517486" y="152615"/>
                  </a:lnTo>
                  <a:lnTo>
                    <a:pt x="516051" y="153441"/>
                  </a:lnTo>
                  <a:lnTo>
                    <a:pt x="514985" y="154711"/>
                  </a:lnTo>
                  <a:lnTo>
                    <a:pt x="514426" y="156260"/>
                  </a:lnTo>
                  <a:lnTo>
                    <a:pt x="514426" y="157911"/>
                  </a:lnTo>
                  <a:lnTo>
                    <a:pt x="514985" y="159473"/>
                  </a:lnTo>
                  <a:lnTo>
                    <a:pt x="516051" y="160743"/>
                  </a:lnTo>
                  <a:lnTo>
                    <a:pt x="517486" y="161569"/>
                  </a:lnTo>
                  <a:lnTo>
                    <a:pt x="519112" y="161848"/>
                  </a:lnTo>
                  <a:lnTo>
                    <a:pt x="520839" y="161569"/>
                  </a:lnTo>
                  <a:lnTo>
                    <a:pt x="522262" y="160743"/>
                  </a:lnTo>
                  <a:lnTo>
                    <a:pt x="523328" y="159473"/>
                  </a:lnTo>
                  <a:lnTo>
                    <a:pt x="523900" y="157911"/>
                  </a:lnTo>
                  <a:lnTo>
                    <a:pt x="523900" y="156260"/>
                  </a:lnTo>
                  <a:close/>
                </a:path>
                <a:path w="2005964" h="161925">
                  <a:moveTo>
                    <a:pt x="542950" y="156260"/>
                  </a:moveTo>
                  <a:lnTo>
                    <a:pt x="542378" y="154711"/>
                  </a:lnTo>
                  <a:lnTo>
                    <a:pt x="541312" y="153441"/>
                  </a:lnTo>
                  <a:lnTo>
                    <a:pt x="539889" y="152615"/>
                  </a:lnTo>
                  <a:lnTo>
                    <a:pt x="538251" y="152323"/>
                  </a:lnTo>
                  <a:lnTo>
                    <a:pt x="536536" y="152615"/>
                  </a:lnTo>
                  <a:lnTo>
                    <a:pt x="535101" y="153441"/>
                  </a:lnTo>
                  <a:lnTo>
                    <a:pt x="534035" y="154711"/>
                  </a:lnTo>
                  <a:lnTo>
                    <a:pt x="533476" y="156260"/>
                  </a:lnTo>
                  <a:lnTo>
                    <a:pt x="533476" y="157911"/>
                  </a:lnTo>
                  <a:lnTo>
                    <a:pt x="534035" y="159473"/>
                  </a:lnTo>
                  <a:lnTo>
                    <a:pt x="535101" y="160743"/>
                  </a:lnTo>
                  <a:lnTo>
                    <a:pt x="536536" y="161569"/>
                  </a:lnTo>
                  <a:lnTo>
                    <a:pt x="538162" y="161848"/>
                  </a:lnTo>
                  <a:lnTo>
                    <a:pt x="539889" y="161569"/>
                  </a:lnTo>
                  <a:lnTo>
                    <a:pt x="541312" y="160743"/>
                  </a:lnTo>
                  <a:lnTo>
                    <a:pt x="542378" y="159473"/>
                  </a:lnTo>
                  <a:lnTo>
                    <a:pt x="542950" y="157911"/>
                  </a:lnTo>
                  <a:lnTo>
                    <a:pt x="542950" y="156260"/>
                  </a:lnTo>
                  <a:close/>
                </a:path>
                <a:path w="2005964" h="161925">
                  <a:moveTo>
                    <a:pt x="562000" y="156260"/>
                  </a:moveTo>
                  <a:lnTo>
                    <a:pt x="561428" y="154711"/>
                  </a:lnTo>
                  <a:lnTo>
                    <a:pt x="560362" y="153441"/>
                  </a:lnTo>
                  <a:lnTo>
                    <a:pt x="558939" y="152615"/>
                  </a:lnTo>
                  <a:lnTo>
                    <a:pt x="557301" y="152323"/>
                  </a:lnTo>
                  <a:lnTo>
                    <a:pt x="555586" y="152615"/>
                  </a:lnTo>
                  <a:lnTo>
                    <a:pt x="554151" y="153441"/>
                  </a:lnTo>
                  <a:lnTo>
                    <a:pt x="553085" y="154711"/>
                  </a:lnTo>
                  <a:lnTo>
                    <a:pt x="552526" y="156260"/>
                  </a:lnTo>
                  <a:lnTo>
                    <a:pt x="552526" y="157911"/>
                  </a:lnTo>
                  <a:lnTo>
                    <a:pt x="553085" y="159473"/>
                  </a:lnTo>
                  <a:lnTo>
                    <a:pt x="554151" y="160743"/>
                  </a:lnTo>
                  <a:lnTo>
                    <a:pt x="555586" y="161569"/>
                  </a:lnTo>
                  <a:lnTo>
                    <a:pt x="557212" y="161848"/>
                  </a:lnTo>
                  <a:lnTo>
                    <a:pt x="558939" y="161569"/>
                  </a:lnTo>
                  <a:lnTo>
                    <a:pt x="560362" y="160743"/>
                  </a:lnTo>
                  <a:lnTo>
                    <a:pt x="561428" y="159473"/>
                  </a:lnTo>
                  <a:lnTo>
                    <a:pt x="562000" y="157911"/>
                  </a:lnTo>
                  <a:lnTo>
                    <a:pt x="562000" y="156260"/>
                  </a:lnTo>
                  <a:close/>
                </a:path>
                <a:path w="2005964" h="161925">
                  <a:moveTo>
                    <a:pt x="581050" y="156260"/>
                  </a:moveTo>
                  <a:lnTo>
                    <a:pt x="580478" y="154711"/>
                  </a:lnTo>
                  <a:lnTo>
                    <a:pt x="579412" y="153441"/>
                  </a:lnTo>
                  <a:lnTo>
                    <a:pt x="577989" y="152615"/>
                  </a:lnTo>
                  <a:lnTo>
                    <a:pt x="576351" y="152323"/>
                  </a:lnTo>
                  <a:lnTo>
                    <a:pt x="574636" y="152615"/>
                  </a:lnTo>
                  <a:lnTo>
                    <a:pt x="573201" y="153441"/>
                  </a:lnTo>
                  <a:lnTo>
                    <a:pt x="572135" y="154711"/>
                  </a:lnTo>
                  <a:lnTo>
                    <a:pt x="571576" y="156260"/>
                  </a:lnTo>
                  <a:lnTo>
                    <a:pt x="571576" y="157911"/>
                  </a:lnTo>
                  <a:lnTo>
                    <a:pt x="572135" y="159473"/>
                  </a:lnTo>
                  <a:lnTo>
                    <a:pt x="573201" y="160743"/>
                  </a:lnTo>
                  <a:lnTo>
                    <a:pt x="574636" y="161569"/>
                  </a:lnTo>
                  <a:lnTo>
                    <a:pt x="576262" y="161848"/>
                  </a:lnTo>
                  <a:lnTo>
                    <a:pt x="577989" y="161569"/>
                  </a:lnTo>
                  <a:lnTo>
                    <a:pt x="579412" y="160743"/>
                  </a:lnTo>
                  <a:lnTo>
                    <a:pt x="580478" y="159473"/>
                  </a:lnTo>
                  <a:lnTo>
                    <a:pt x="581050" y="157911"/>
                  </a:lnTo>
                  <a:lnTo>
                    <a:pt x="581050" y="156260"/>
                  </a:lnTo>
                  <a:close/>
                </a:path>
                <a:path w="2005964" h="161925">
                  <a:moveTo>
                    <a:pt x="600100" y="156260"/>
                  </a:moveTo>
                  <a:lnTo>
                    <a:pt x="599528" y="154711"/>
                  </a:lnTo>
                  <a:lnTo>
                    <a:pt x="598462" y="153441"/>
                  </a:lnTo>
                  <a:lnTo>
                    <a:pt x="597039" y="152615"/>
                  </a:lnTo>
                  <a:lnTo>
                    <a:pt x="595401" y="152323"/>
                  </a:lnTo>
                  <a:lnTo>
                    <a:pt x="593686" y="152615"/>
                  </a:lnTo>
                  <a:lnTo>
                    <a:pt x="592251" y="153441"/>
                  </a:lnTo>
                  <a:lnTo>
                    <a:pt x="591185" y="154711"/>
                  </a:lnTo>
                  <a:lnTo>
                    <a:pt x="590626" y="156260"/>
                  </a:lnTo>
                  <a:lnTo>
                    <a:pt x="590626" y="157911"/>
                  </a:lnTo>
                  <a:lnTo>
                    <a:pt x="591185" y="159473"/>
                  </a:lnTo>
                  <a:lnTo>
                    <a:pt x="592251" y="160743"/>
                  </a:lnTo>
                  <a:lnTo>
                    <a:pt x="593686" y="161569"/>
                  </a:lnTo>
                  <a:lnTo>
                    <a:pt x="595312" y="161848"/>
                  </a:lnTo>
                  <a:lnTo>
                    <a:pt x="597039" y="161569"/>
                  </a:lnTo>
                  <a:lnTo>
                    <a:pt x="598462" y="160743"/>
                  </a:lnTo>
                  <a:lnTo>
                    <a:pt x="599528" y="159473"/>
                  </a:lnTo>
                  <a:lnTo>
                    <a:pt x="600100" y="157911"/>
                  </a:lnTo>
                  <a:lnTo>
                    <a:pt x="600100" y="156260"/>
                  </a:lnTo>
                  <a:close/>
                </a:path>
                <a:path w="2005964" h="161925">
                  <a:moveTo>
                    <a:pt x="619150" y="156260"/>
                  </a:moveTo>
                  <a:lnTo>
                    <a:pt x="618578" y="154711"/>
                  </a:lnTo>
                  <a:lnTo>
                    <a:pt x="617512" y="153441"/>
                  </a:lnTo>
                  <a:lnTo>
                    <a:pt x="616089" y="152615"/>
                  </a:lnTo>
                  <a:lnTo>
                    <a:pt x="614451" y="152323"/>
                  </a:lnTo>
                  <a:lnTo>
                    <a:pt x="612736" y="152615"/>
                  </a:lnTo>
                  <a:lnTo>
                    <a:pt x="611301" y="153441"/>
                  </a:lnTo>
                  <a:lnTo>
                    <a:pt x="610235" y="154711"/>
                  </a:lnTo>
                  <a:lnTo>
                    <a:pt x="609676" y="156260"/>
                  </a:lnTo>
                  <a:lnTo>
                    <a:pt x="609676" y="157911"/>
                  </a:lnTo>
                  <a:lnTo>
                    <a:pt x="610235" y="159473"/>
                  </a:lnTo>
                  <a:lnTo>
                    <a:pt x="611301" y="160743"/>
                  </a:lnTo>
                  <a:lnTo>
                    <a:pt x="612736" y="161569"/>
                  </a:lnTo>
                  <a:lnTo>
                    <a:pt x="614362" y="161848"/>
                  </a:lnTo>
                  <a:lnTo>
                    <a:pt x="616089" y="161569"/>
                  </a:lnTo>
                  <a:lnTo>
                    <a:pt x="617512" y="160743"/>
                  </a:lnTo>
                  <a:lnTo>
                    <a:pt x="618578" y="159473"/>
                  </a:lnTo>
                  <a:lnTo>
                    <a:pt x="619150" y="157911"/>
                  </a:lnTo>
                  <a:lnTo>
                    <a:pt x="619150" y="156260"/>
                  </a:lnTo>
                  <a:close/>
                </a:path>
                <a:path w="2005964" h="161925">
                  <a:moveTo>
                    <a:pt x="638200" y="156260"/>
                  </a:moveTo>
                  <a:lnTo>
                    <a:pt x="637628" y="154711"/>
                  </a:lnTo>
                  <a:lnTo>
                    <a:pt x="636562" y="153441"/>
                  </a:lnTo>
                  <a:lnTo>
                    <a:pt x="635139" y="152615"/>
                  </a:lnTo>
                  <a:lnTo>
                    <a:pt x="633501" y="152323"/>
                  </a:lnTo>
                  <a:lnTo>
                    <a:pt x="631786" y="152615"/>
                  </a:lnTo>
                  <a:lnTo>
                    <a:pt x="630351" y="153441"/>
                  </a:lnTo>
                  <a:lnTo>
                    <a:pt x="629285" y="154711"/>
                  </a:lnTo>
                  <a:lnTo>
                    <a:pt x="628726" y="156260"/>
                  </a:lnTo>
                  <a:lnTo>
                    <a:pt x="628726" y="157911"/>
                  </a:lnTo>
                  <a:lnTo>
                    <a:pt x="629285" y="159473"/>
                  </a:lnTo>
                  <a:lnTo>
                    <a:pt x="630351" y="160743"/>
                  </a:lnTo>
                  <a:lnTo>
                    <a:pt x="631786" y="161569"/>
                  </a:lnTo>
                  <a:lnTo>
                    <a:pt x="633412" y="161848"/>
                  </a:lnTo>
                  <a:lnTo>
                    <a:pt x="635139" y="161569"/>
                  </a:lnTo>
                  <a:lnTo>
                    <a:pt x="636562" y="160743"/>
                  </a:lnTo>
                  <a:lnTo>
                    <a:pt x="637628" y="159473"/>
                  </a:lnTo>
                  <a:lnTo>
                    <a:pt x="638200" y="157911"/>
                  </a:lnTo>
                  <a:lnTo>
                    <a:pt x="638200" y="156260"/>
                  </a:lnTo>
                  <a:close/>
                </a:path>
                <a:path w="2005964" h="161925">
                  <a:moveTo>
                    <a:pt x="657250" y="156260"/>
                  </a:moveTo>
                  <a:lnTo>
                    <a:pt x="656678" y="154711"/>
                  </a:lnTo>
                  <a:lnTo>
                    <a:pt x="655612" y="153441"/>
                  </a:lnTo>
                  <a:lnTo>
                    <a:pt x="654189" y="152615"/>
                  </a:lnTo>
                  <a:lnTo>
                    <a:pt x="652551" y="152323"/>
                  </a:lnTo>
                  <a:lnTo>
                    <a:pt x="650836" y="152615"/>
                  </a:lnTo>
                  <a:lnTo>
                    <a:pt x="649401" y="153441"/>
                  </a:lnTo>
                  <a:lnTo>
                    <a:pt x="648335" y="154711"/>
                  </a:lnTo>
                  <a:lnTo>
                    <a:pt x="647776" y="156260"/>
                  </a:lnTo>
                  <a:lnTo>
                    <a:pt x="647776" y="157911"/>
                  </a:lnTo>
                  <a:lnTo>
                    <a:pt x="648335" y="159473"/>
                  </a:lnTo>
                  <a:lnTo>
                    <a:pt x="649401" y="160743"/>
                  </a:lnTo>
                  <a:lnTo>
                    <a:pt x="650836" y="161569"/>
                  </a:lnTo>
                  <a:lnTo>
                    <a:pt x="652462" y="161848"/>
                  </a:lnTo>
                  <a:lnTo>
                    <a:pt x="654189" y="161569"/>
                  </a:lnTo>
                  <a:lnTo>
                    <a:pt x="655612" y="160743"/>
                  </a:lnTo>
                  <a:lnTo>
                    <a:pt x="656678" y="159473"/>
                  </a:lnTo>
                  <a:lnTo>
                    <a:pt x="657250" y="157911"/>
                  </a:lnTo>
                  <a:lnTo>
                    <a:pt x="657250" y="156260"/>
                  </a:lnTo>
                  <a:close/>
                </a:path>
                <a:path w="2005964" h="161925">
                  <a:moveTo>
                    <a:pt x="676300" y="156260"/>
                  </a:moveTo>
                  <a:lnTo>
                    <a:pt x="675728" y="154711"/>
                  </a:lnTo>
                  <a:lnTo>
                    <a:pt x="674662" y="153441"/>
                  </a:lnTo>
                  <a:lnTo>
                    <a:pt x="673239" y="152615"/>
                  </a:lnTo>
                  <a:lnTo>
                    <a:pt x="671601" y="152323"/>
                  </a:lnTo>
                  <a:lnTo>
                    <a:pt x="669886" y="152615"/>
                  </a:lnTo>
                  <a:lnTo>
                    <a:pt x="668451" y="153441"/>
                  </a:lnTo>
                  <a:lnTo>
                    <a:pt x="667385" y="154711"/>
                  </a:lnTo>
                  <a:lnTo>
                    <a:pt x="666826" y="156260"/>
                  </a:lnTo>
                  <a:lnTo>
                    <a:pt x="666826" y="157911"/>
                  </a:lnTo>
                  <a:lnTo>
                    <a:pt x="667385" y="159473"/>
                  </a:lnTo>
                  <a:lnTo>
                    <a:pt x="668451" y="160743"/>
                  </a:lnTo>
                  <a:lnTo>
                    <a:pt x="669886" y="161569"/>
                  </a:lnTo>
                  <a:lnTo>
                    <a:pt x="671512" y="161848"/>
                  </a:lnTo>
                  <a:lnTo>
                    <a:pt x="673239" y="161569"/>
                  </a:lnTo>
                  <a:lnTo>
                    <a:pt x="674662" y="160743"/>
                  </a:lnTo>
                  <a:lnTo>
                    <a:pt x="675728" y="159473"/>
                  </a:lnTo>
                  <a:lnTo>
                    <a:pt x="676300" y="157911"/>
                  </a:lnTo>
                  <a:lnTo>
                    <a:pt x="676300" y="156260"/>
                  </a:lnTo>
                  <a:close/>
                </a:path>
                <a:path w="2005964" h="161925">
                  <a:moveTo>
                    <a:pt x="695350" y="156260"/>
                  </a:moveTo>
                  <a:lnTo>
                    <a:pt x="694778" y="154711"/>
                  </a:lnTo>
                  <a:lnTo>
                    <a:pt x="693712" y="153441"/>
                  </a:lnTo>
                  <a:lnTo>
                    <a:pt x="692289" y="152615"/>
                  </a:lnTo>
                  <a:lnTo>
                    <a:pt x="690651" y="152323"/>
                  </a:lnTo>
                  <a:lnTo>
                    <a:pt x="688936" y="152615"/>
                  </a:lnTo>
                  <a:lnTo>
                    <a:pt x="687501" y="153441"/>
                  </a:lnTo>
                  <a:lnTo>
                    <a:pt x="686435" y="154711"/>
                  </a:lnTo>
                  <a:lnTo>
                    <a:pt x="685876" y="156260"/>
                  </a:lnTo>
                  <a:lnTo>
                    <a:pt x="685876" y="157911"/>
                  </a:lnTo>
                  <a:lnTo>
                    <a:pt x="686435" y="159473"/>
                  </a:lnTo>
                  <a:lnTo>
                    <a:pt x="687501" y="160743"/>
                  </a:lnTo>
                  <a:lnTo>
                    <a:pt x="688936" y="161569"/>
                  </a:lnTo>
                  <a:lnTo>
                    <a:pt x="690562" y="161848"/>
                  </a:lnTo>
                  <a:lnTo>
                    <a:pt x="692289" y="161569"/>
                  </a:lnTo>
                  <a:lnTo>
                    <a:pt x="693712" y="160743"/>
                  </a:lnTo>
                  <a:lnTo>
                    <a:pt x="694778" y="159473"/>
                  </a:lnTo>
                  <a:lnTo>
                    <a:pt x="695350" y="157911"/>
                  </a:lnTo>
                  <a:lnTo>
                    <a:pt x="695350" y="156260"/>
                  </a:lnTo>
                  <a:close/>
                </a:path>
                <a:path w="2005964" h="161925">
                  <a:moveTo>
                    <a:pt x="714400" y="156260"/>
                  </a:moveTo>
                  <a:lnTo>
                    <a:pt x="713828" y="154711"/>
                  </a:lnTo>
                  <a:lnTo>
                    <a:pt x="712762" y="153441"/>
                  </a:lnTo>
                  <a:lnTo>
                    <a:pt x="711339" y="152615"/>
                  </a:lnTo>
                  <a:lnTo>
                    <a:pt x="709701" y="152323"/>
                  </a:lnTo>
                  <a:lnTo>
                    <a:pt x="707986" y="152615"/>
                  </a:lnTo>
                  <a:lnTo>
                    <a:pt x="706551" y="153441"/>
                  </a:lnTo>
                  <a:lnTo>
                    <a:pt x="705485" y="154711"/>
                  </a:lnTo>
                  <a:lnTo>
                    <a:pt x="704926" y="156260"/>
                  </a:lnTo>
                  <a:lnTo>
                    <a:pt x="704926" y="157911"/>
                  </a:lnTo>
                  <a:lnTo>
                    <a:pt x="705485" y="159473"/>
                  </a:lnTo>
                  <a:lnTo>
                    <a:pt x="706551" y="160743"/>
                  </a:lnTo>
                  <a:lnTo>
                    <a:pt x="707986" y="161569"/>
                  </a:lnTo>
                  <a:lnTo>
                    <a:pt x="709612" y="161848"/>
                  </a:lnTo>
                  <a:lnTo>
                    <a:pt x="711339" y="161569"/>
                  </a:lnTo>
                  <a:lnTo>
                    <a:pt x="712762" y="160743"/>
                  </a:lnTo>
                  <a:lnTo>
                    <a:pt x="713828" y="159473"/>
                  </a:lnTo>
                  <a:lnTo>
                    <a:pt x="714400" y="157911"/>
                  </a:lnTo>
                  <a:lnTo>
                    <a:pt x="714400" y="156260"/>
                  </a:lnTo>
                  <a:close/>
                </a:path>
                <a:path w="2005964" h="161925">
                  <a:moveTo>
                    <a:pt x="733450" y="156260"/>
                  </a:moveTo>
                  <a:lnTo>
                    <a:pt x="732878" y="154711"/>
                  </a:lnTo>
                  <a:lnTo>
                    <a:pt x="731812" y="153441"/>
                  </a:lnTo>
                  <a:lnTo>
                    <a:pt x="730389" y="152615"/>
                  </a:lnTo>
                  <a:lnTo>
                    <a:pt x="728751" y="152323"/>
                  </a:lnTo>
                  <a:lnTo>
                    <a:pt x="727036" y="152615"/>
                  </a:lnTo>
                  <a:lnTo>
                    <a:pt x="725601" y="153441"/>
                  </a:lnTo>
                  <a:lnTo>
                    <a:pt x="724535" y="154711"/>
                  </a:lnTo>
                  <a:lnTo>
                    <a:pt x="723976" y="156260"/>
                  </a:lnTo>
                  <a:lnTo>
                    <a:pt x="723976" y="157911"/>
                  </a:lnTo>
                  <a:lnTo>
                    <a:pt x="724535" y="159473"/>
                  </a:lnTo>
                  <a:lnTo>
                    <a:pt x="725601" y="160743"/>
                  </a:lnTo>
                  <a:lnTo>
                    <a:pt x="727036" y="161569"/>
                  </a:lnTo>
                  <a:lnTo>
                    <a:pt x="728662" y="161848"/>
                  </a:lnTo>
                  <a:lnTo>
                    <a:pt x="730389" y="161569"/>
                  </a:lnTo>
                  <a:lnTo>
                    <a:pt x="731812" y="160743"/>
                  </a:lnTo>
                  <a:lnTo>
                    <a:pt x="732878" y="159473"/>
                  </a:lnTo>
                  <a:lnTo>
                    <a:pt x="733450" y="157911"/>
                  </a:lnTo>
                  <a:lnTo>
                    <a:pt x="733450" y="156260"/>
                  </a:lnTo>
                  <a:close/>
                </a:path>
                <a:path w="2005964" h="161925">
                  <a:moveTo>
                    <a:pt x="752500" y="156260"/>
                  </a:moveTo>
                  <a:lnTo>
                    <a:pt x="751928" y="154711"/>
                  </a:lnTo>
                  <a:lnTo>
                    <a:pt x="750862" y="153441"/>
                  </a:lnTo>
                  <a:lnTo>
                    <a:pt x="749439" y="152615"/>
                  </a:lnTo>
                  <a:lnTo>
                    <a:pt x="747801" y="152323"/>
                  </a:lnTo>
                  <a:lnTo>
                    <a:pt x="746086" y="152615"/>
                  </a:lnTo>
                  <a:lnTo>
                    <a:pt x="744651" y="153441"/>
                  </a:lnTo>
                  <a:lnTo>
                    <a:pt x="743585" y="154711"/>
                  </a:lnTo>
                  <a:lnTo>
                    <a:pt x="743026" y="156260"/>
                  </a:lnTo>
                  <a:lnTo>
                    <a:pt x="743026" y="157911"/>
                  </a:lnTo>
                  <a:lnTo>
                    <a:pt x="743585" y="159473"/>
                  </a:lnTo>
                  <a:lnTo>
                    <a:pt x="744651" y="160743"/>
                  </a:lnTo>
                  <a:lnTo>
                    <a:pt x="746086" y="161569"/>
                  </a:lnTo>
                  <a:lnTo>
                    <a:pt x="747712" y="161848"/>
                  </a:lnTo>
                  <a:lnTo>
                    <a:pt x="749439" y="161569"/>
                  </a:lnTo>
                  <a:lnTo>
                    <a:pt x="750862" y="160743"/>
                  </a:lnTo>
                  <a:lnTo>
                    <a:pt x="751928" y="159473"/>
                  </a:lnTo>
                  <a:lnTo>
                    <a:pt x="752500" y="157911"/>
                  </a:lnTo>
                  <a:lnTo>
                    <a:pt x="752500" y="156260"/>
                  </a:lnTo>
                  <a:close/>
                </a:path>
                <a:path w="2005964" h="161925">
                  <a:moveTo>
                    <a:pt x="771550" y="156260"/>
                  </a:moveTo>
                  <a:lnTo>
                    <a:pt x="770978" y="154711"/>
                  </a:lnTo>
                  <a:lnTo>
                    <a:pt x="769912" y="153441"/>
                  </a:lnTo>
                  <a:lnTo>
                    <a:pt x="768489" y="152615"/>
                  </a:lnTo>
                  <a:lnTo>
                    <a:pt x="766851" y="152323"/>
                  </a:lnTo>
                  <a:lnTo>
                    <a:pt x="765136" y="152615"/>
                  </a:lnTo>
                  <a:lnTo>
                    <a:pt x="763701" y="153441"/>
                  </a:lnTo>
                  <a:lnTo>
                    <a:pt x="762635" y="154711"/>
                  </a:lnTo>
                  <a:lnTo>
                    <a:pt x="762076" y="156260"/>
                  </a:lnTo>
                  <a:lnTo>
                    <a:pt x="762076" y="157911"/>
                  </a:lnTo>
                  <a:lnTo>
                    <a:pt x="762635" y="159473"/>
                  </a:lnTo>
                  <a:lnTo>
                    <a:pt x="763701" y="160743"/>
                  </a:lnTo>
                  <a:lnTo>
                    <a:pt x="765136" y="161569"/>
                  </a:lnTo>
                  <a:lnTo>
                    <a:pt x="766762" y="161848"/>
                  </a:lnTo>
                  <a:lnTo>
                    <a:pt x="768489" y="161569"/>
                  </a:lnTo>
                  <a:lnTo>
                    <a:pt x="769912" y="160743"/>
                  </a:lnTo>
                  <a:lnTo>
                    <a:pt x="770978" y="159473"/>
                  </a:lnTo>
                  <a:lnTo>
                    <a:pt x="771550" y="157911"/>
                  </a:lnTo>
                  <a:lnTo>
                    <a:pt x="771550" y="156260"/>
                  </a:lnTo>
                  <a:close/>
                </a:path>
                <a:path w="2005964" h="161925">
                  <a:moveTo>
                    <a:pt x="790600" y="156260"/>
                  </a:moveTo>
                  <a:lnTo>
                    <a:pt x="790028" y="154711"/>
                  </a:lnTo>
                  <a:lnTo>
                    <a:pt x="788962" y="153441"/>
                  </a:lnTo>
                  <a:lnTo>
                    <a:pt x="787539" y="152615"/>
                  </a:lnTo>
                  <a:lnTo>
                    <a:pt x="785901" y="152323"/>
                  </a:lnTo>
                  <a:lnTo>
                    <a:pt x="784186" y="152615"/>
                  </a:lnTo>
                  <a:lnTo>
                    <a:pt x="782751" y="153441"/>
                  </a:lnTo>
                  <a:lnTo>
                    <a:pt x="781685" y="154711"/>
                  </a:lnTo>
                  <a:lnTo>
                    <a:pt x="781126" y="156260"/>
                  </a:lnTo>
                  <a:lnTo>
                    <a:pt x="781126" y="157911"/>
                  </a:lnTo>
                  <a:lnTo>
                    <a:pt x="781685" y="159473"/>
                  </a:lnTo>
                  <a:lnTo>
                    <a:pt x="782751" y="160743"/>
                  </a:lnTo>
                  <a:lnTo>
                    <a:pt x="784186" y="161569"/>
                  </a:lnTo>
                  <a:lnTo>
                    <a:pt x="785812" y="161848"/>
                  </a:lnTo>
                  <a:lnTo>
                    <a:pt x="787539" y="161569"/>
                  </a:lnTo>
                  <a:lnTo>
                    <a:pt x="788962" y="160743"/>
                  </a:lnTo>
                  <a:lnTo>
                    <a:pt x="790028" y="159473"/>
                  </a:lnTo>
                  <a:lnTo>
                    <a:pt x="790600" y="157911"/>
                  </a:lnTo>
                  <a:lnTo>
                    <a:pt x="790600" y="156260"/>
                  </a:lnTo>
                  <a:close/>
                </a:path>
                <a:path w="2005964" h="161925">
                  <a:moveTo>
                    <a:pt x="809650" y="156260"/>
                  </a:moveTo>
                  <a:lnTo>
                    <a:pt x="809078" y="154711"/>
                  </a:lnTo>
                  <a:lnTo>
                    <a:pt x="808012" y="153441"/>
                  </a:lnTo>
                  <a:lnTo>
                    <a:pt x="806589" y="152615"/>
                  </a:lnTo>
                  <a:lnTo>
                    <a:pt x="804951" y="152323"/>
                  </a:lnTo>
                  <a:lnTo>
                    <a:pt x="803236" y="152615"/>
                  </a:lnTo>
                  <a:lnTo>
                    <a:pt x="801801" y="153441"/>
                  </a:lnTo>
                  <a:lnTo>
                    <a:pt x="800735" y="154711"/>
                  </a:lnTo>
                  <a:lnTo>
                    <a:pt x="800176" y="156260"/>
                  </a:lnTo>
                  <a:lnTo>
                    <a:pt x="800176" y="157911"/>
                  </a:lnTo>
                  <a:lnTo>
                    <a:pt x="800735" y="159473"/>
                  </a:lnTo>
                  <a:lnTo>
                    <a:pt x="801801" y="160743"/>
                  </a:lnTo>
                  <a:lnTo>
                    <a:pt x="803236" y="161569"/>
                  </a:lnTo>
                  <a:lnTo>
                    <a:pt x="804862" y="161848"/>
                  </a:lnTo>
                  <a:lnTo>
                    <a:pt x="806589" y="161569"/>
                  </a:lnTo>
                  <a:lnTo>
                    <a:pt x="808012" y="160743"/>
                  </a:lnTo>
                  <a:lnTo>
                    <a:pt x="809078" y="159473"/>
                  </a:lnTo>
                  <a:lnTo>
                    <a:pt x="809650" y="157911"/>
                  </a:lnTo>
                  <a:lnTo>
                    <a:pt x="809650" y="156260"/>
                  </a:lnTo>
                  <a:close/>
                </a:path>
                <a:path w="2005964" h="161925">
                  <a:moveTo>
                    <a:pt x="828700" y="156260"/>
                  </a:moveTo>
                  <a:lnTo>
                    <a:pt x="828128" y="154711"/>
                  </a:lnTo>
                  <a:lnTo>
                    <a:pt x="827062" y="153441"/>
                  </a:lnTo>
                  <a:lnTo>
                    <a:pt x="825639" y="152615"/>
                  </a:lnTo>
                  <a:lnTo>
                    <a:pt x="824001" y="152323"/>
                  </a:lnTo>
                  <a:lnTo>
                    <a:pt x="822286" y="152615"/>
                  </a:lnTo>
                  <a:lnTo>
                    <a:pt x="820851" y="153441"/>
                  </a:lnTo>
                  <a:lnTo>
                    <a:pt x="819785" y="154711"/>
                  </a:lnTo>
                  <a:lnTo>
                    <a:pt x="819226" y="156260"/>
                  </a:lnTo>
                  <a:lnTo>
                    <a:pt x="819226" y="157911"/>
                  </a:lnTo>
                  <a:lnTo>
                    <a:pt x="819785" y="159473"/>
                  </a:lnTo>
                  <a:lnTo>
                    <a:pt x="820851" y="160743"/>
                  </a:lnTo>
                  <a:lnTo>
                    <a:pt x="822286" y="161569"/>
                  </a:lnTo>
                  <a:lnTo>
                    <a:pt x="823912" y="161848"/>
                  </a:lnTo>
                  <a:lnTo>
                    <a:pt x="825639" y="161569"/>
                  </a:lnTo>
                  <a:lnTo>
                    <a:pt x="827062" y="160743"/>
                  </a:lnTo>
                  <a:lnTo>
                    <a:pt x="828128" y="159473"/>
                  </a:lnTo>
                  <a:lnTo>
                    <a:pt x="828700" y="157911"/>
                  </a:lnTo>
                  <a:lnTo>
                    <a:pt x="828700" y="156260"/>
                  </a:lnTo>
                  <a:close/>
                </a:path>
                <a:path w="2005964" h="161925">
                  <a:moveTo>
                    <a:pt x="847750" y="156260"/>
                  </a:moveTo>
                  <a:lnTo>
                    <a:pt x="847178" y="154711"/>
                  </a:lnTo>
                  <a:lnTo>
                    <a:pt x="846112" y="153441"/>
                  </a:lnTo>
                  <a:lnTo>
                    <a:pt x="844689" y="152615"/>
                  </a:lnTo>
                  <a:lnTo>
                    <a:pt x="843051" y="152323"/>
                  </a:lnTo>
                  <a:lnTo>
                    <a:pt x="841336" y="152615"/>
                  </a:lnTo>
                  <a:lnTo>
                    <a:pt x="839901" y="153441"/>
                  </a:lnTo>
                  <a:lnTo>
                    <a:pt x="838835" y="154711"/>
                  </a:lnTo>
                  <a:lnTo>
                    <a:pt x="838276" y="156260"/>
                  </a:lnTo>
                  <a:lnTo>
                    <a:pt x="838276" y="157911"/>
                  </a:lnTo>
                  <a:lnTo>
                    <a:pt x="838835" y="159473"/>
                  </a:lnTo>
                  <a:lnTo>
                    <a:pt x="839901" y="160743"/>
                  </a:lnTo>
                  <a:lnTo>
                    <a:pt x="841336" y="161569"/>
                  </a:lnTo>
                  <a:lnTo>
                    <a:pt x="842962" y="161848"/>
                  </a:lnTo>
                  <a:lnTo>
                    <a:pt x="844689" y="161569"/>
                  </a:lnTo>
                  <a:lnTo>
                    <a:pt x="846112" y="160743"/>
                  </a:lnTo>
                  <a:lnTo>
                    <a:pt x="847178" y="159473"/>
                  </a:lnTo>
                  <a:lnTo>
                    <a:pt x="847750" y="157911"/>
                  </a:lnTo>
                  <a:lnTo>
                    <a:pt x="847750" y="156260"/>
                  </a:lnTo>
                  <a:close/>
                </a:path>
                <a:path w="2005964" h="161925">
                  <a:moveTo>
                    <a:pt x="866800" y="156260"/>
                  </a:moveTo>
                  <a:lnTo>
                    <a:pt x="866228" y="154711"/>
                  </a:lnTo>
                  <a:lnTo>
                    <a:pt x="865162" y="153441"/>
                  </a:lnTo>
                  <a:lnTo>
                    <a:pt x="863739" y="152615"/>
                  </a:lnTo>
                  <a:lnTo>
                    <a:pt x="862101" y="152323"/>
                  </a:lnTo>
                  <a:lnTo>
                    <a:pt x="860386" y="152615"/>
                  </a:lnTo>
                  <a:lnTo>
                    <a:pt x="858951" y="153441"/>
                  </a:lnTo>
                  <a:lnTo>
                    <a:pt x="857885" y="154711"/>
                  </a:lnTo>
                  <a:lnTo>
                    <a:pt x="857326" y="156260"/>
                  </a:lnTo>
                  <a:lnTo>
                    <a:pt x="857326" y="157911"/>
                  </a:lnTo>
                  <a:lnTo>
                    <a:pt x="857885" y="159473"/>
                  </a:lnTo>
                  <a:lnTo>
                    <a:pt x="858951" y="160743"/>
                  </a:lnTo>
                  <a:lnTo>
                    <a:pt x="860386" y="161569"/>
                  </a:lnTo>
                  <a:lnTo>
                    <a:pt x="862012" y="161848"/>
                  </a:lnTo>
                  <a:lnTo>
                    <a:pt x="863739" y="161569"/>
                  </a:lnTo>
                  <a:lnTo>
                    <a:pt x="865162" y="160743"/>
                  </a:lnTo>
                  <a:lnTo>
                    <a:pt x="866228" y="159473"/>
                  </a:lnTo>
                  <a:lnTo>
                    <a:pt x="866800" y="157911"/>
                  </a:lnTo>
                  <a:lnTo>
                    <a:pt x="866800" y="156260"/>
                  </a:lnTo>
                  <a:close/>
                </a:path>
                <a:path w="2005964" h="161925">
                  <a:moveTo>
                    <a:pt x="885850" y="156260"/>
                  </a:moveTo>
                  <a:lnTo>
                    <a:pt x="885278" y="154711"/>
                  </a:lnTo>
                  <a:lnTo>
                    <a:pt x="884212" y="153441"/>
                  </a:lnTo>
                  <a:lnTo>
                    <a:pt x="882789" y="152615"/>
                  </a:lnTo>
                  <a:lnTo>
                    <a:pt x="881151" y="152323"/>
                  </a:lnTo>
                  <a:lnTo>
                    <a:pt x="879436" y="152615"/>
                  </a:lnTo>
                  <a:lnTo>
                    <a:pt x="878001" y="153441"/>
                  </a:lnTo>
                  <a:lnTo>
                    <a:pt x="876935" y="154711"/>
                  </a:lnTo>
                  <a:lnTo>
                    <a:pt x="876376" y="156260"/>
                  </a:lnTo>
                  <a:lnTo>
                    <a:pt x="876376" y="157911"/>
                  </a:lnTo>
                  <a:lnTo>
                    <a:pt x="876935" y="159473"/>
                  </a:lnTo>
                  <a:lnTo>
                    <a:pt x="878001" y="160743"/>
                  </a:lnTo>
                  <a:lnTo>
                    <a:pt x="879436" y="161569"/>
                  </a:lnTo>
                  <a:lnTo>
                    <a:pt x="881062" y="161848"/>
                  </a:lnTo>
                  <a:lnTo>
                    <a:pt x="882789" y="161569"/>
                  </a:lnTo>
                  <a:lnTo>
                    <a:pt x="884212" y="160743"/>
                  </a:lnTo>
                  <a:lnTo>
                    <a:pt x="885278" y="159473"/>
                  </a:lnTo>
                  <a:lnTo>
                    <a:pt x="885850" y="157911"/>
                  </a:lnTo>
                  <a:lnTo>
                    <a:pt x="885850" y="156260"/>
                  </a:lnTo>
                  <a:close/>
                </a:path>
                <a:path w="2005964" h="161925">
                  <a:moveTo>
                    <a:pt x="904900" y="156260"/>
                  </a:moveTo>
                  <a:lnTo>
                    <a:pt x="904328" y="154711"/>
                  </a:lnTo>
                  <a:lnTo>
                    <a:pt x="903262" y="153441"/>
                  </a:lnTo>
                  <a:lnTo>
                    <a:pt x="901839" y="152615"/>
                  </a:lnTo>
                  <a:lnTo>
                    <a:pt x="900201" y="152323"/>
                  </a:lnTo>
                  <a:lnTo>
                    <a:pt x="898486" y="152615"/>
                  </a:lnTo>
                  <a:lnTo>
                    <a:pt x="897051" y="153441"/>
                  </a:lnTo>
                  <a:lnTo>
                    <a:pt x="895985" y="154711"/>
                  </a:lnTo>
                  <a:lnTo>
                    <a:pt x="895426" y="156260"/>
                  </a:lnTo>
                  <a:lnTo>
                    <a:pt x="895426" y="157911"/>
                  </a:lnTo>
                  <a:lnTo>
                    <a:pt x="895985" y="159473"/>
                  </a:lnTo>
                  <a:lnTo>
                    <a:pt x="897051" y="160743"/>
                  </a:lnTo>
                  <a:lnTo>
                    <a:pt x="898486" y="161569"/>
                  </a:lnTo>
                  <a:lnTo>
                    <a:pt x="900112" y="161848"/>
                  </a:lnTo>
                  <a:lnTo>
                    <a:pt x="901839" y="161569"/>
                  </a:lnTo>
                  <a:lnTo>
                    <a:pt x="903262" y="160743"/>
                  </a:lnTo>
                  <a:lnTo>
                    <a:pt x="904328" y="159473"/>
                  </a:lnTo>
                  <a:lnTo>
                    <a:pt x="904900" y="157911"/>
                  </a:lnTo>
                  <a:lnTo>
                    <a:pt x="904900" y="156260"/>
                  </a:lnTo>
                  <a:close/>
                </a:path>
                <a:path w="2005964" h="161925">
                  <a:moveTo>
                    <a:pt x="923950" y="156260"/>
                  </a:moveTo>
                  <a:lnTo>
                    <a:pt x="923378" y="154711"/>
                  </a:lnTo>
                  <a:lnTo>
                    <a:pt x="922312" y="153441"/>
                  </a:lnTo>
                  <a:lnTo>
                    <a:pt x="920889" y="152615"/>
                  </a:lnTo>
                  <a:lnTo>
                    <a:pt x="919251" y="152323"/>
                  </a:lnTo>
                  <a:lnTo>
                    <a:pt x="917536" y="152615"/>
                  </a:lnTo>
                  <a:lnTo>
                    <a:pt x="916101" y="153441"/>
                  </a:lnTo>
                  <a:lnTo>
                    <a:pt x="915035" y="154711"/>
                  </a:lnTo>
                  <a:lnTo>
                    <a:pt x="914476" y="156260"/>
                  </a:lnTo>
                  <a:lnTo>
                    <a:pt x="914476" y="157911"/>
                  </a:lnTo>
                  <a:lnTo>
                    <a:pt x="915035" y="159473"/>
                  </a:lnTo>
                  <a:lnTo>
                    <a:pt x="916101" y="160743"/>
                  </a:lnTo>
                  <a:lnTo>
                    <a:pt x="917536" y="161569"/>
                  </a:lnTo>
                  <a:lnTo>
                    <a:pt x="919162" y="161848"/>
                  </a:lnTo>
                  <a:lnTo>
                    <a:pt x="920889" y="161569"/>
                  </a:lnTo>
                  <a:lnTo>
                    <a:pt x="922312" y="160743"/>
                  </a:lnTo>
                  <a:lnTo>
                    <a:pt x="923378" y="159473"/>
                  </a:lnTo>
                  <a:lnTo>
                    <a:pt x="923950" y="157911"/>
                  </a:lnTo>
                  <a:lnTo>
                    <a:pt x="923950" y="156260"/>
                  </a:lnTo>
                  <a:close/>
                </a:path>
                <a:path w="2005964" h="161925">
                  <a:moveTo>
                    <a:pt x="943000" y="156260"/>
                  </a:moveTo>
                  <a:lnTo>
                    <a:pt x="942428" y="154711"/>
                  </a:lnTo>
                  <a:lnTo>
                    <a:pt x="941362" y="153441"/>
                  </a:lnTo>
                  <a:lnTo>
                    <a:pt x="939939" y="152615"/>
                  </a:lnTo>
                  <a:lnTo>
                    <a:pt x="938301" y="152323"/>
                  </a:lnTo>
                  <a:lnTo>
                    <a:pt x="936586" y="152615"/>
                  </a:lnTo>
                  <a:lnTo>
                    <a:pt x="935151" y="153441"/>
                  </a:lnTo>
                  <a:lnTo>
                    <a:pt x="934085" y="154711"/>
                  </a:lnTo>
                  <a:lnTo>
                    <a:pt x="933526" y="156260"/>
                  </a:lnTo>
                  <a:lnTo>
                    <a:pt x="933526" y="157911"/>
                  </a:lnTo>
                  <a:lnTo>
                    <a:pt x="934085" y="159473"/>
                  </a:lnTo>
                  <a:lnTo>
                    <a:pt x="935151" y="160743"/>
                  </a:lnTo>
                  <a:lnTo>
                    <a:pt x="936586" y="161569"/>
                  </a:lnTo>
                  <a:lnTo>
                    <a:pt x="938212" y="161848"/>
                  </a:lnTo>
                  <a:lnTo>
                    <a:pt x="939939" y="161569"/>
                  </a:lnTo>
                  <a:lnTo>
                    <a:pt x="941362" y="160743"/>
                  </a:lnTo>
                  <a:lnTo>
                    <a:pt x="942428" y="159473"/>
                  </a:lnTo>
                  <a:lnTo>
                    <a:pt x="943000" y="157911"/>
                  </a:lnTo>
                  <a:lnTo>
                    <a:pt x="943000" y="156260"/>
                  </a:lnTo>
                  <a:close/>
                </a:path>
                <a:path w="2005964" h="161925">
                  <a:moveTo>
                    <a:pt x="962050" y="156260"/>
                  </a:moveTo>
                  <a:lnTo>
                    <a:pt x="961478" y="154711"/>
                  </a:lnTo>
                  <a:lnTo>
                    <a:pt x="960412" y="153441"/>
                  </a:lnTo>
                  <a:lnTo>
                    <a:pt x="958989" y="152615"/>
                  </a:lnTo>
                  <a:lnTo>
                    <a:pt x="957351" y="152323"/>
                  </a:lnTo>
                  <a:lnTo>
                    <a:pt x="955636" y="152615"/>
                  </a:lnTo>
                  <a:lnTo>
                    <a:pt x="954201" y="153441"/>
                  </a:lnTo>
                  <a:lnTo>
                    <a:pt x="953135" y="154711"/>
                  </a:lnTo>
                  <a:lnTo>
                    <a:pt x="952576" y="156260"/>
                  </a:lnTo>
                  <a:lnTo>
                    <a:pt x="952576" y="157911"/>
                  </a:lnTo>
                  <a:lnTo>
                    <a:pt x="953135" y="159473"/>
                  </a:lnTo>
                  <a:lnTo>
                    <a:pt x="954201" y="160743"/>
                  </a:lnTo>
                  <a:lnTo>
                    <a:pt x="955636" y="161569"/>
                  </a:lnTo>
                  <a:lnTo>
                    <a:pt x="957262" y="161848"/>
                  </a:lnTo>
                  <a:lnTo>
                    <a:pt x="958989" y="161569"/>
                  </a:lnTo>
                  <a:lnTo>
                    <a:pt x="960412" y="160743"/>
                  </a:lnTo>
                  <a:lnTo>
                    <a:pt x="961478" y="159473"/>
                  </a:lnTo>
                  <a:lnTo>
                    <a:pt x="962050" y="157911"/>
                  </a:lnTo>
                  <a:lnTo>
                    <a:pt x="962050" y="156260"/>
                  </a:lnTo>
                  <a:close/>
                </a:path>
                <a:path w="2005964" h="161925">
                  <a:moveTo>
                    <a:pt x="981100" y="156260"/>
                  </a:moveTo>
                  <a:lnTo>
                    <a:pt x="980528" y="154711"/>
                  </a:lnTo>
                  <a:lnTo>
                    <a:pt x="979462" y="153441"/>
                  </a:lnTo>
                  <a:lnTo>
                    <a:pt x="978039" y="152615"/>
                  </a:lnTo>
                  <a:lnTo>
                    <a:pt x="976401" y="152323"/>
                  </a:lnTo>
                  <a:lnTo>
                    <a:pt x="974686" y="152615"/>
                  </a:lnTo>
                  <a:lnTo>
                    <a:pt x="973251" y="153441"/>
                  </a:lnTo>
                  <a:lnTo>
                    <a:pt x="972185" y="154711"/>
                  </a:lnTo>
                  <a:lnTo>
                    <a:pt x="971626" y="156260"/>
                  </a:lnTo>
                  <a:lnTo>
                    <a:pt x="971626" y="157911"/>
                  </a:lnTo>
                  <a:lnTo>
                    <a:pt x="972185" y="159473"/>
                  </a:lnTo>
                  <a:lnTo>
                    <a:pt x="973251" y="160743"/>
                  </a:lnTo>
                  <a:lnTo>
                    <a:pt x="974686" y="161569"/>
                  </a:lnTo>
                  <a:lnTo>
                    <a:pt x="976312" y="161848"/>
                  </a:lnTo>
                  <a:lnTo>
                    <a:pt x="978039" y="161569"/>
                  </a:lnTo>
                  <a:lnTo>
                    <a:pt x="979462" y="160743"/>
                  </a:lnTo>
                  <a:lnTo>
                    <a:pt x="980528" y="159473"/>
                  </a:lnTo>
                  <a:lnTo>
                    <a:pt x="981100" y="157911"/>
                  </a:lnTo>
                  <a:lnTo>
                    <a:pt x="981100" y="156260"/>
                  </a:lnTo>
                  <a:close/>
                </a:path>
                <a:path w="2005964" h="161925">
                  <a:moveTo>
                    <a:pt x="1000150" y="156260"/>
                  </a:moveTo>
                  <a:lnTo>
                    <a:pt x="999578" y="154711"/>
                  </a:lnTo>
                  <a:lnTo>
                    <a:pt x="998512" y="153441"/>
                  </a:lnTo>
                  <a:lnTo>
                    <a:pt x="997089" y="152615"/>
                  </a:lnTo>
                  <a:lnTo>
                    <a:pt x="995451" y="152323"/>
                  </a:lnTo>
                  <a:lnTo>
                    <a:pt x="993736" y="152615"/>
                  </a:lnTo>
                  <a:lnTo>
                    <a:pt x="992301" y="153441"/>
                  </a:lnTo>
                  <a:lnTo>
                    <a:pt x="991235" y="154711"/>
                  </a:lnTo>
                  <a:lnTo>
                    <a:pt x="990676" y="156260"/>
                  </a:lnTo>
                  <a:lnTo>
                    <a:pt x="990676" y="157911"/>
                  </a:lnTo>
                  <a:lnTo>
                    <a:pt x="991235" y="159473"/>
                  </a:lnTo>
                  <a:lnTo>
                    <a:pt x="992301" y="160743"/>
                  </a:lnTo>
                  <a:lnTo>
                    <a:pt x="993736" y="161569"/>
                  </a:lnTo>
                  <a:lnTo>
                    <a:pt x="995362" y="161848"/>
                  </a:lnTo>
                  <a:lnTo>
                    <a:pt x="997089" y="161569"/>
                  </a:lnTo>
                  <a:lnTo>
                    <a:pt x="998512" y="160743"/>
                  </a:lnTo>
                  <a:lnTo>
                    <a:pt x="999578" y="159473"/>
                  </a:lnTo>
                  <a:lnTo>
                    <a:pt x="1000150" y="157911"/>
                  </a:lnTo>
                  <a:lnTo>
                    <a:pt x="1000150" y="156260"/>
                  </a:lnTo>
                  <a:close/>
                </a:path>
                <a:path w="2005964" h="161925">
                  <a:moveTo>
                    <a:pt x="1019200" y="156260"/>
                  </a:moveTo>
                  <a:lnTo>
                    <a:pt x="1018628" y="154711"/>
                  </a:lnTo>
                  <a:lnTo>
                    <a:pt x="1017562" y="153441"/>
                  </a:lnTo>
                  <a:lnTo>
                    <a:pt x="1016139" y="152615"/>
                  </a:lnTo>
                  <a:lnTo>
                    <a:pt x="1014501" y="152323"/>
                  </a:lnTo>
                  <a:lnTo>
                    <a:pt x="1012786" y="152615"/>
                  </a:lnTo>
                  <a:lnTo>
                    <a:pt x="1011351" y="153441"/>
                  </a:lnTo>
                  <a:lnTo>
                    <a:pt x="1010285" y="154711"/>
                  </a:lnTo>
                  <a:lnTo>
                    <a:pt x="1009726" y="156260"/>
                  </a:lnTo>
                  <a:lnTo>
                    <a:pt x="1009726" y="157911"/>
                  </a:lnTo>
                  <a:lnTo>
                    <a:pt x="1010285" y="159473"/>
                  </a:lnTo>
                  <a:lnTo>
                    <a:pt x="1011351" y="160743"/>
                  </a:lnTo>
                  <a:lnTo>
                    <a:pt x="1012786" y="161569"/>
                  </a:lnTo>
                  <a:lnTo>
                    <a:pt x="1014412" y="161848"/>
                  </a:lnTo>
                  <a:lnTo>
                    <a:pt x="1016139" y="161569"/>
                  </a:lnTo>
                  <a:lnTo>
                    <a:pt x="1017562" y="160743"/>
                  </a:lnTo>
                  <a:lnTo>
                    <a:pt x="1018628" y="159473"/>
                  </a:lnTo>
                  <a:lnTo>
                    <a:pt x="1019200" y="157911"/>
                  </a:lnTo>
                  <a:lnTo>
                    <a:pt x="1019200" y="156260"/>
                  </a:lnTo>
                  <a:close/>
                </a:path>
                <a:path w="2005964" h="161925">
                  <a:moveTo>
                    <a:pt x="1038250" y="156260"/>
                  </a:moveTo>
                  <a:lnTo>
                    <a:pt x="1037678" y="154711"/>
                  </a:lnTo>
                  <a:lnTo>
                    <a:pt x="1036612" y="153441"/>
                  </a:lnTo>
                  <a:lnTo>
                    <a:pt x="1035189" y="152615"/>
                  </a:lnTo>
                  <a:lnTo>
                    <a:pt x="1033551" y="152323"/>
                  </a:lnTo>
                  <a:lnTo>
                    <a:pt x="1031836" y="152615"/>
                  </a:lnTo>
                  <a:lnTo>
                    <a:pt x="1030401" y="153441"/>
                  </a:lnTo>
                  <a:lnTo>
                    <a:pt x="1029335" y="154711"/>
                  </a:lnTo>
                  <a:lnTo>
                    <a:pt x="1028776" y="156260"/>
                  </a:lnTo>
                  <a:lnTo>
                    <a:pt x="1028776" y="157911"/>
                  </a:lnTo>
                  <a:lnTo>
                    <a:pt x="1029335" y="159473"/>
                  </a:lnTo>
                  <a:lnTo>
                    <a:pt x="1030401" y="160743"/>
                  </a:lnTo>
                  <a:lnTo>
                    <a:pt x="1031836" y="161569"/>
                  </a:lnTo>
                  <a:lnTo>
                    <a:pt x="1033462" y="161848"/>
                  </a:lnTo>
                  <a:lnTo>
                    <a:pt x="1035189" y="161569"/>
                  </a:lnTo>
                  <a:lnTo>
                    <a:pt x="1036612" y="160743"/>
                  </a:lnTo>
                  <a:lnTo>
                    <a:pt x="1037678" y="159473"/>
                  </a:lnTo>
                  <a:lnTo>
                    <a:pt x="1038250" y="157911"/>
                  </a:lnTo>
                  <a:lnTo>
                    <a:pt x="1038250" y="156260"/>
                  </a:lnTo>
                  <a:close/>
                </a:path>
                <a:path w="2005964" h="161925">
                  <a:moveTo>
                    <a:pt x="1057300" y="156260"/>
                  </a:moveTo>
                  <a:lnTo>
                    <a:pt x="1056728" y="154711"/>
                  </a:lnTo>
                  <a:lnTo>
                    <a:pt x="1055662" y="153441"/>
                  </a:lnTo>
                  <a:lnTo>
                    <a:pt x="1054239" y="152615"/>
                  </a:lnTo>
                  <a:lnTo>
                    <a:pt x="1052601" y="152323"/>
                  </a:lnTo>
                  <a:lnTo>
                    <a:pt x="1050886" y="152615"/>
                  </a:lnTo>
                  <a:lnTo>
                    <a:pt x="1049451" y="153441"/>
                  </a:lnTo>
                  <a:lnTo>
                    <a:pt x="1048385" y="154711"/>
                  </a:lnTo>
                  <a:lnTo>
                    <a:pt x="1047826" y="156260"/>
                  </a:lnTo>
                  <a:lnTo>
                    <a:pt x="1047826" y="157911"/>
                  </a:lnTo>
                  <a:lnTo>
                    <a:pt x="1048385" y="159473"/>
                  </a:lnTo>
                  <a:lnTo>
                    <a:pt x="1049451" y="160743"/>
                  </a:lnTo>
                  <a:lnTo>
                    <a:pt x="1050886" y="161569"/>
                  </a:lnTo>
                  <a:lnTo>
                    <a:pt x="1052512" y="161848"/>
                  </a:lnTo>
                  <a:lnTo>
                    <a:pt x="1054239" y="161569"/>
                  </a:lnTo>
                  <a:lnTo>
                    <a:pt x="1055662" y="160743"/>
                  </a:lnTo>
                  <a:lnTo>
                    <a:pt x="1056728" y="159473"/>
                  </a:lnTo>
                  <a:lnTo>
                    <a:pt x="1057300" y="157911"/>
                  </a:lnTo>
                  <a:lnTo>
                    <a:pt x="1057300" y="156260"/>
                  </a:lnTo>
                  <a:close/>
                </a:path>
                <a:path w="2005964" h="161925">
                  <a:moveTo>
                    <a:pt x="1076350" y="156260"/>
                  </a:moveTo>
                  <a:lnTo>
                    <a:pt x="1075778" y="154711"/>
                  </a:lnTo>
                  <a:lnTo>
                    <a:pt x="1074712" y="153441"/>
                  </a:lnTo>
                  <a:lnTo>
                    <a:pt x="1073289" y="152615"/>
                  </a:lnTo>
                  <a:lnTo>
                    <a:pt x="1071651" y="152323"/>
                  </a:lnTo>
                  <a:lnTo>
                    <a:pt x="1069936" y="152615"/>
                  </a:lnTo>
                  <a:lnTo>
                    <a:pt x="1068501" y="153441"/>
                  </a:lnTo>
                  <a:lnTo>
                    <a:pt x="1067435" y="154711"/>
                  </a:lnTo>
                  <a:lnTo>
                    <a:pt x="1066876" y="156260"/>
                  </a:lnTo>
                  <a:lnTo>
                    <a:pt x="1066876" y="157911"/>
                  </a:lnTo>
                  <a:lnTo>
                    <a:pt x="1067435" y="159473"/>
                  </a:lnTo>
                  <a:lnTo>
                    <a:pt x="1068501" y="160743"/>
                  </a:lnTo>
                  <a:lnTo>
                    <a:pt x="1069936" y="161569"/>
                  </a:lnTo>
                  <a:lnTo>
                    <a:pt x="1071562" y="161848"/>
                  </a:lnTo>
                  <a:lnTo>
                    <a:pt x="1073289" y="161569"/>
                  </a:lnTo>
                  <a:lnTo>
                    <a:pt x="1074712" y="160743"/>
                  </a:lnTo>
                  <a:lnTo>
                    <a:pt x="1075778" y="159473"/>
                  </a:lnTo>
                  <a:lnTo>
                    <a:pt x="1076350" y="157911"/>
                  </a:lnTo>
                  <a:lnTo>
                    <a:pt x="1076350" y="156260"/>
                  </a:lnTo>
                  <a:close/>
                </a:path>
                <a:path w="2005964" h="161925">
                  <a:moveTo>
                    <a:pt x="1095400" y="156260"/>
                  </a:moveTo>
                  <a:lnTo>
                    <a:pt x="1094828" y="154711"/>
                  </a:lnTo>
                  <a:lnTo>
                    <a:pt x="1093762" y="153441"/>
                  </a:lnTo>
                  <a:lnTo>
                    <a:pt x="1092339" y="152615"/>
                  </a:lnTo>
                  <a:lnTo>
                    <a:pt x="1090701" y="152323"/>
                  </a:lnTo>
                  <a:lnTo>
                    <a:pt x="1088986" y="152615"/>
                  </a:lnTo>
                  <a:lnTo>
                    <a:pt x="1087551" y="153441"/>
                  </a:lnTo>
                  <a:lnTo>
                    <a:pt x="1086485" y="154711"/>
                  </a:lnTo>
                  <a:lnTo>
                    <a:pt x="1085926" y="156260"/>
                  </a:lnTo>
                  <a:lnTo>
                    <a:pt x="1085926" y="157911"/>
                  </a:lnTo>
                  <a:lnTo>
                    <a:pt x="1086485" y="159473"/>
                  </a:lnTo>
                  <a:lnTo>
                    <a:pt x="1087551" y="160743"/>
                  </a:lnTo>
                  <a:lnTo>
                    <a:pt x="1088986" y="161569"/>
                  </a:lnTo>
                  <a:lnTo>
                    <a:pt x="1090612" y="161848"/>
                  </a:lnTo>
                  <a:lnTo>
                    <a:pt x="1092339" y="161569"/>
                  </a:lnTo>
                  <a:lnTo>
                    <a:pt x="1093762" y="160743"/>
                  </a:lnTo>
                  <a:lnTo>
                    <a:pt x="1094828" y="159473"/>
                  </a:lnTo>
                  <a:lnTo>
                    <a:pt x="1095400" y="157911"/>
                  </a:lnTo>
                  <a:lnTo>
                    <a:pt x="1095400" y="156260"/>
                  </a:lnTo>
                  <a:close/>
                </a:path>
                <a:path w="2005964" h="161925">
                  <a:moveTo>
                    <a:pt x="1114450" y="156260"/>
                  </a:moveTo>
                  <a:lnTo>
                    <a:pt x="1113878" y="154711"/>
                  </a:lnTo>
                  <a:lnTo>
                    <a:pt x="1112812" y="153441"/>
                  </a:lnTo>
                  <a:lnTo>
                    <a:pt x="1111389" y="152615"/>
                  </a:lnTo>
                  <a:lnTo>
                    <a:pt x="1109751" y="152323"/>
                  </a:lnTo>
                  <a:lnTo>
                    <a:pt x="1108036" y="152615"/>
                  </a:lnTo>
                  <a:lnTo>
                    <a:pt x="1106601" y="153441"/>
                  </a:lnTo>
                  <a:lnTo>
                    <a:pt x="1105535" y="154711"/>
                  </a:lnTo>
                  <a:lnTo>
                    <a:pt x="1104976" y="156260"/>
                  </a:lnTo>
                  <a:lnTo>
                    <a:pt x="1104976" y="157911"/>
                  </a:lnTo>
                  <a:lnTo>
                    <a:pt x="1105535" y="159473"/>
                  </a:lnTo>
                  <a:lnTo>
                    <a:pt x="1106601" y="160743"/>
                  </a:lnTo>
                  <a:lnTo>
                    <a:pt x="1108036" y="161569"/>
                  </a:lnTo>
                  <a:lnTo>
                    <a:pt x="1109662" y="161848"/>
                  </a:lnTo>
                  <a:lnTo>
                    <a:pt x="1111389" y="161569"/>
                  </a:lnTo>
                  <a:lnTo>
                    <a:pt x="1112812" y="160743"/>
                  </a:lnTo>
                  <a:lnTo>
                    <a:pt x="1113878" y="159473"/>
                  </a:lnTo>
                  <a:lnTo>
                    <a:pt x="1114450" y="157911"/>
                  </a:lnTo>
                  <a:lnTo>
                    <a:pt x="1114450" y="156260"/>
                  </a:lnTo>
                  <a:close/>
                </a:path>
                <a:path w="2005964" h="161925">
                  <a:moveTo>
                    <a:pt x="1133500" y="156260"/>
                  </a:moveTo>
                  <a:lnTo>
                    <a:pt x="1132928" y="154711"/>
                  </a:lnTo>
                  <a:lnTo>
                    <a:pt x="1131862" y="153441"/>
                  </a:lnTo>
                  <a:lnTo>
                    <a:pt x="1130439" y="152615"/>
                  </a:lnTo>
                  <a:lnTo>
                    <a:pt x="1128801" y="152323"/>
                  </a:lnTo>
                  <a:lnTo>
                    <a:pt x="1127086" y="152615"/>
                  </a:lnTo>
                  <a:lnTo>
                    <a:pt x="1125651" y="153441"/>
                  </a:lnTo>
                  <a:lnTo>
                    <a:pt x="1124585" y="154711"/>
                  </a:lnTo>
                  <a:lnTo>
                    <a:pt x="1124026" y="156260"/>
                  </a:lnTo>
                  <a:lnTo>
                    <a:pt x="1124026" y="157911"/>
                  </a:lnTo>
                  <a:lnTo>
                    <a:pt x="1124585" y="159473"/>
                  </a:lnTo>
                  <a:lnTo>
                    <a:pt x="1125651" y="160743"/>
                  </a:lnTo>
                  <a:lnTo>
                    <a:pt x="1127086" y="161569"/>
                  </a:lnTo>
                  <a:lnTo>
                    <a:pt x="1128712" y="161848"/>
                  </a:lnTo>
                  <a:lnTo>
                    <a:pt x="1130439" y="161569"/>
                  </a:lnTo>
                  <a:lnTo>
                    <a:pt x="1131862" y="160743"/>
                  </a:lnTo>
                  <a:lnTo>
                    <a:pt x="1132928" y="159473"/>
                  </a:lnTo>
                  <a:lnTo>
                    <a:pt x="1133500" y="157911"/>
                  </a:lnTo>
                  <a:lnTo>
                    <a:pt x="1133500" y="156260"/>
                  </a:lnTo>
                  <a:close/>
                </a:path>
                <a:path w="2005964" h="161925">
                  <a:moveTo>
                    <a:pt x="1152550" y="156260"/>
                  </a:moveTo>
                  <a:lnTo>
                    <a:pt x="1151978" y="154711"/>
                  </a:lnTo>
                  <a:lnTo>
                    <a:pt x="1150912" y="153441"/>
                  </a:lnTo>
                  <a:lnTo>
                    <a:pt x="1149489" y="152615"/>
                  </a:lnTo>
                  <a:lnTo>
                    <a:pt x="1147851" y="152323"/>
                  </a:lnTo>
                  <a:lnTo>
                    <a:pt x="1146136" y="152615"/>
                  </a:lnTo>
                  <a:lnTo>
                    <a:pt x="1144701" y="153441"/>
                  </a:lnTo>
                  <a:lnTo>
                    <a:pt x="1143635" y="154711"/>
                  </a:lnTo>
                  <a:lnTo>
                    <a:pt x="1143076" y="156260"/>
                  </a:lnTo>
                  <a:lnTo>
                    <a:pt x="1143076" y="157911"/>
                  </a:lnTo>
                  <a:lnTo>
                    <a:pt x="1143635" y="159473"/>
                  </a:lnTo>
                  <a:lnTo>
                    <a:pt x="1144701" y="160743"/>
                  </a:lnTo>
                  <a:lnTo>
                    <a:pt x="1146136" y="161569"/>
                  </a:lnTo>
                  <a:lnTo>
                    <a:pt x="1147762" y="161848"/>
                  </a:lnTo>
                  <a:lnTo>
                    <a:pt x="1149489" y="161569"/>
                  </a:lnTo>
                  <a:lnTo>
                    <a:pt x="1150912" y="160743"/>
                  </a:lnTo>
                  <a:lnTo>
                    <a:pt x="1151978" y="159473"/>
                  </a:lnTo>
                  <a:lnTo>
                    <a:pt x="1152550" y="157911"/>
                  </a:lnTo>
                  <a:lnTo>
                    <a:pt x="1152550" y="156260"/>
                  </a:lnTo>
                  <a:close/>
                </a:path>
                <a:path w="2005964" h="161925">
                  <a:moveTo>
                    <a:pt x="1171600" y="156260"/>
                  </a:moveTo>
                  <a:lnTo>
                    <a:pt x="1171028" y="154711"/>
                  </a:lnTo>
                  <a:lnTo>
                    <a:pt x="1169962" y="153441"/>
                  </a:lnTo>
                  <a:lnTo>
                    <a:pt x="1168539" y="152615"/>
                  </a:lnTo>
                  <a:lnTo>
                    <a:pt x="1166901" y="152323"/>
                  </a:lnTo>
                  <a:lnTo>
                    <a:pt x="1165186" y="152615"/>
                  </a:lnTo>
                  <a:lnTo>
                    <a:pt x="1163751" y="153441"/>
                  </a:lnTo>
                  <a:lnTo>
                    <a:pt x="1162685" y="154711"/>
                  </a:lnTo>
                  <a:lnTo>
                    <a:pt x="1162126" y="156260"/>
                  </a:lnTo>
                  <a:lnTo>
                    <a:pt x="1162126" y="157911"/>
                  </a:lnTo>
                  <a:lnTo>
                    <a:pt x="1162685" y="159473"/>
                  </a:lnTo>
                  <a:lnTo>
                    <a:pt x="1163751" y="160743"/>
                  </a:lnTo>
                  <a:lnTo>
                    <a:pt x="1165186" y="161569"/>
                  </a:lnTo>
                  <a:lnTo>
                    <a:pt x="1166812" y="161848"/>
                  </a:lnTo>
                  <a:lnTo>
                    <a:pt x="1168539" y="161569"/>
                  </a:lnTo>
                  <a:lnTo>
                    <a:pt x="1169962" y="160743"/>
                  </a:lnTo>
                  <a:lnTo>
                    <a:pt x="1171028" y="159473"/>
                  </a:lnTo>
                  <a:lnTo>
                    <a:pt x="1171600" y="157911"/>
                  </a:lnTo>
                  <a:lnTo>
                    <a:pt x="1171600" y="156260"/>
                  </a:lnTo>
                  <a:close/>
                </a:path>
                <a:path w="2005964" h="161925">
                  <a:moveTo>
                    <a:pt x="1190650" y="156260"/>
                  </a:moveTo>
                  <a:lnTo>
                    <a:pt x="1190078" y="154711"/>
                  </a:lnTo>
                  <a:lnTo>
                    <a:pt x="1189012" y="153441"/>
                  </a:lnTo>
                  <a:lnTo>
                    <a:pt x="1187589" y="152615"/>
                  </a:lnTo>
                  <a:lnTo>
                    <a:pt x="1185951" y="152323"/>
                  </a:lnTo>
                  <a:lnTo>
                    <a:pt x="1184236" y="152615"/>
                  </a:lnTo>
                  <a:lnTo>
                    <a:pt x="1182801" y="153441"/>
                  </a:lnTo>
                  <a:lnTo>
                    <a:pt x="1181735" y="154711"/>
                  </a:lnTo>
                  <a:lnTo>
                    <a:pt x="1181176" y="156260"/>
                  </a:lnTo>
                  <a:lnTo>
                    <a:pt x="1181176" y="157911"/>
                  </a:lnTo>
                  <a:lnTo>
                    <a:pt x="1181735" y="159473"/>
                  </a:lnTo>
                  <a:lnTo>
                    <a:pt x="1182801" y="160743"/>
                  </a:lnTo>
                  <a:lnTo>
                    <a:pt x="1184236" y="161569"/>
                  </a:lnTo>
                  <a:lnTo>
                    <a:pt x="1185862" y="161848"/>
                  </a:lnTo>
                  <a:lnTo>
                    <a:pt x="1187589" y="161569"/>
                  </a:lnTo>
                  <a:lnTo>
                    <a:pt x="1189012" y="160743"/>
                  </a:lnTo>
                  <a:lnTo>
                    <a:pt x="1190078" y="159473"/>
                  </a:lnTo>
                  <a:lnTo>
                    <a:pt x="1190650" y="157911"/>
                  </a:lnTo>
                  <a:lnTo>
                    <a:pt x="1190650" y="156260"/>
                  </a:lnTo>
                  <a:close/>
                </a:path>
                <a:path w="2005964" h="161925">
                  <a:moveTo>
                    <a:pt x="1209700" y="156260"/>
                  </a:moveTo>
                  <a:lnTo>
                    <a:pt x="1209128" y="154711"/>
                  </a:lnTo>
                  <a:lnTo>
                    <a:pt x="1208062" y="153441"/>
                  </a:lnTo>
                  <a:lnTo>
                    <a:pt x="1206639" y="152615"/>
                  </a:lnTo>
                  <a:lnTo>
                    <a:pt x="1205001" y="152323"/>
                  </a:lnTo>
                  <a:lnTo>
                    <a:pt x="1203286" y="152615"/>
                  </a:lnTo>
                  <a:lnTo>
                    <a:pt x="1201851" y="153441"/>
                  </a:lnTo>
                  <a:lnTo>
                    <a:pt x="1200785" y="154711"/>
                  </a:lnTo>
                  <a:lnTo>
                    <a:pt x="1200226" y="156260"/>
                  </a:lnTo>
                  <a:lnTo>
                    <a:pt x="1200226" y="157911"/>
                  </a:lnTo>
                  <a:lnTo>
                    <a:pt x="1200785" y="159473"/>
                  </a:lnTo>
                  <a:lnTo>
                    <a:pt x="1201851" y="160743"/>
                  </a:lnTo>
                  <a:lnTo>
                    <a:pt x="1203286" y="161569"/>
                  </a:lnTo>
                  <a:lnTo>
                    <a:pt x="1204912" y="161848"/>
                  </a:lnTo>
                  <a:lnTo>
                    <a:pt x="1206639" y="161569"/>
                  </a:lnTo>
                  <a:lnTo>
                    <a:pt x="1208062" y="160743"/>
                  </a:lnTo>
                  <a:lnTo>
                    <a:pt x="1209128" y="159473"/>
                  </a:lnTo>
                  <a:lnTo>
                    <a:pt x="1209700" y="157911"/>
                  </a:lnTo>
                  <a:lnTo>
                    <a:pt x="1209700" y="156260"/>
                  </a:lnTo>
                  <a:close/>
                </a:path>
                <a:path w="2005964" h="161925">
                  <a:moveTo>
                    <a:pt x="1228750" y="156260"/>
                  </a:moveTo>
                  <a:lnTo>
                    <a:pt x="1228178" y="154711"/>
                  </a:lnTo>
                  <a:lnTo>
                    <a:pt x="1227112" y="153441"/>
                  </a:lnTo>
                  <a:lnTo>
                    <a:pt x="1225689" y="152615"/>
                  </a:lnTo>
                  <a:lnTo>
                    <a:pt x="1224051" y="152323"/>
                  </a:lnTo>
                  <a:lnTo>
                    <a:pt x="1222336" y="152615"/>
                  </a:lnTo>
                  <a:lnTo>
                    <a:pt x="1220901" y="153441"/>
                  </a:lnTo>
                  <a:lnTo>
                    <a:pt x="1219835" y="154711"/>
                  </a:lnTo>
                  <a:lnTo>
                    <a:pt x="1219276" y="156260"/>
                  </a:lnTo>
                  <a:lnTo>
                    <a:pt x="1219276" y="157911"/>
                  </a:lnTo>
                  <a:lnTo>
                    <a:pt x="1219835" y="159473"/>
                  </a:lnTo>
                  <a:lnTo>
                    <a:pt x="1220901" y="160743"/>
                  </a:lnTo>
                  <a:lnTo>
                    <a:pt x="1222336" y="161569"/>
                  </a:lnTo>
                  <a:lnTo>
                    <a:pt x="1223962" y="161848"/>
                  </a:lnTo>
                  <a:lnTo>
                    <a:pt x="1225689" y="161569"/>
                  </a:lnTo>
                  <a:lnTo>
                    <a:pt x="1227112" y="160743"/>
                  </a:lnTo>
                  <a:lnTo>
                    <a:pt x="1228178" y="159473"/>
                  </a:lnTo>
                  <a:lnTo>
                    <a:pt x="1228750" y="157911"/>
                  </a:lnTo>
                  <a:lnTo>
                    <a:pt x="1228750" y="156260"/>
                  </a:lnTo>
                  <a:close/>
                </a:path>
                <a:path w="2005964" h="161925">
                  <a:moveTo>
                    <a:pt x="1247800" y="156260"/>
                  </a:moveTo>
                  <a:lnTo>
                    <a:pt x="1247228" y="154711"/>
                  </a:lnTo>
                  <a:lnTo>
                    <a:pt x="1246162" y="153441"/>
                  </a:lnTo>
                  <a:lnTo>
                    <a:pt x="1244739" y="152615"/>
                  </a:lnTo>
                  <a:lnTo>
                    <a:pt x="1243101" y="152323"/>
                  </a:lnTo>
                  <a:lnTo>
                    <a:pt x="1241386" y="152615"/>
                  </a:lnTo>
                  <a:lnTo>
                    <a:pt x="1239951" y="153441"/>
                  </a:lnTo>
                  <a:lnTo>
                    <a:pt x="1238885" y="154711"/>
                  </a:lnTo>
                  <a:lnTo>
                    <a:pt x="1238326" y="156260"/>
                  </a:lnTo>
                  <a:lnTo>
                    <a:pt x="1238326" y="157911"/>
                  </a:lnTo>
                  <a:lnTo>
                    <a:pt x="1238885" y="159473"/>
                  </a:lnTo>
                  <a:lnTo>
                    <a:pt x="1239951" y="160743"/>
                  </a:lnTo>
                  <a:lnTo>
                    <a:pt x="1241386" y="161569"/>
                  </a:lnTo>
                  <a:lnTo>
                    <a:pt x="1243012" y="161848"/>
                  </a:lnTo>
                  <a:lnTo>
                    <a:pt x="1244739" y="161569"/>
                  </a:lnTo>
                  <a:lnTo>
                    <a:pt x="1246162" y="160743"/>
                  </a:lnTo>
                  <a:lnTo>
                    <a:pt x="1247228" y="159473"/>
                  </a:lnTo>
                  <a:lnTo>
                    <a:pt x="1247800" y="157911"/>
                  </a:lnTo>
                  <a:lnTo>
                    <a:pt x="1247800" y="156260"/>
                  </a:lnTo>
                  <a:close/>
                </a:path>
                <a:path w="2005964" h="161925">
                  <a:moveTo>
                    <a:pt x="1266850" y="156260"/>
                  </a:moveTo>
                  <a:lnTo>
                    <a:pt x="1266278" y="154711"/>
                  </a:lnTo>
                  <a:lnTo>
                    <a:pt x="1265212" y="153441"/>
                  </a:lnTo>
                  <a:lnTo>
                    <a:pt x="1263789" y="152615"/>
                  </a:lnTo>
                  <a:lnTo>
                    <a:pt x="1262151" y="152323"/>
                  </a:lnTo>
                  <a:lnTo>
                    <a:pt x="1260436" y="152615"/>
                  </a:lnTo>
                  <a:lnTo>
                    <a:pt x="1259001" y="153441"/>
                  </a:lnTo>
                  <a:lnTo>
                    <a:pt x="1257935" y="154711"/>
                  </a:lnTo>
                  <a:lnTo>
                    <a:pt x="1257376" y="156260"/>
                  </a:lnTo>
                  <a:lnTo>
                    <a:pt x="1257376" y="157911"/>
                  </a:lnTo>
                  <a:lnTo>
                    <a:pt x="1257935" y="159473"/>
                  </a:lnTo>
                  <a:lnTo>
                    <a:pt x="1259001" y="160743"/>
                  </a:lnTo>
                  <a:lnTo>
                    <a:pt x="1260436" y="161569"/>
                  </a:lnTo>
                  <a:lnTo>
                    <a:pt x="1262062" y="161848"/>
                  </a:lnTo>
                  <a:lnTo>
                    <a:pt x="1263789" y="161569"/>
                  </a:lnTo>
                  <a:lnTo>
                    <a:pt x="1265212" y="160743"/>
                  </a:lnTo>
                  <a:lnTo>
                    <a:pt x="1266278" y="159473"/>
                  </a:lnTo>
                  <a:lnTo>
                    <a:pt x="1266850" y="157911"/>
                  </a:lnTo>
                  <a:lnTo>
                    <a:pt x="1266850" y="156260"/>
                  </a:lnTo>
                  <a:close/>
                </a:path>
                <a:path w="2005964" h="161925">
                  <a:moveTo>
                    <a:pt x="1285900" y="156260"/>
                  </a:moveTo>
                  <a:lnTo>
                    <a:pt x="1285328" y="154711"/>
                  </a:lnTo>
                  <a:lnTo>
                    <a:pt x="1284262" y="153441"/>
                  </a:lnTo>
                  <a:lnTo>
                    <a:pt x="1282839" y="152615"/>
                  </a:lnTo>
                  <a:lnTo>
                    <a:pt x="1281201" y="152323"/>
                  </a:lnTo>
                  <a:lnTo>
                    <a:pt x="1279486" y="152615"/>
                  </a:lnTo>
                  <a:lnTo>
                    <a:pt x="1278051" y="153441"/>
                  </a:lnTo>
                  <a:lnTo>
                    <a:pt x="1276985" y="154711"/>
                  </a:lnTo>
                  <a:lnTo>
                    <a:pt x="1276426" y="156260"/>
                  </a:lnTo>
                  <a:lnTo>
                    <a:pt x="1276426" y="157911"/>
                  </a:lnTo>
                  <a:lnTo>
                    <a:pt x="1276985" y="159473"/>
                  </a:lnTo>
                  <a:lnTo>
                    <a:pt x="1278051" y="160743"/>
                  </a:lnTo>
                  <a:lnTo>
                    <a:pt x="1279486" y="161569"/>
                  </a:lnTo>
                  <a:lnTo>
                    <a:pt x="1281112" y="161848"/>
                  </a:lnTo>
                  <a:lnTo>
                    <a:pt x="1282839" y="161569"/>
                  </a:lnTo>
                  <a:lnTo>
                    <a:pt x="1284262" y="160743"/>
                  </a:lnTo>
                  <a:lnTo>
                    <a:pt x="1285328" y="159473"/>
                  </a:lnTo>
                  <a:lnTo>
                    <a:pt x="1285900" y="157911"/>
                  </a:lnTo>
                  <a:lnTo>
                    <a:pt x="1285900" y="156260"/>
                  </a:lnTo>
                  <a:close/>
                </a:path>
                <a:path w="2005964" h="161925">
                  <a:moveTo>
                    <a:pt x="1304950" y="156260"/>
                  </a:moveTo>
                  <a:lnTo>
                    <a:pt x="1304378" y="154711"/>
                  </a:lnTo>
                  <a:lnTo>
                    <a:pt x="1303312" y="153441"/>
                  </a:lnTo>
                  <a:lnTo>
                    <a:pt x="1301889" y="152615"/>
                  </a:lnTo>
                  <a:lnTo>
                    <a:pt x="1300251" y="152323"/>
                  </a:lnTo>
                  <a:lnTo>
                    <a:pt x="1298536" y="152615"/>
                  </a:lnTo>
                  <a:lnTo>
                    <a:pt x="1297101" y="153441"/>
                  </a:lnTo>
                  <a:lnTo>
                    <a:pt x="1296035" y="154711"/>
                  </a:lnTo>
                  <a:lnTo>
                    <a:pt x="1295476" y="156260"/>
                  </a:lnTo>
                  <a:lnTo>
                    <a:pt x="1295476" y="157911"/>
                  </a:lnTo>
                  <a:lnTo>
                    <a:pt x="1296035" y="159473"/>
                  </a:lnTo>
                  <a:lnTo>
                    <a:pt x="1297101" y="160743"/>
                  </a:lnTo>
                  <a:lnTo>
                    <a:pt x="1298536" y="161569"/>
                  </a:lnTo>
                  <a:lnTo>
                    <a:pt x="1300162" y="161848"/>
                  </a:lnTo>
                  <a:lnTo>
                    <a:pt x="1301889" y="161569"/>
                  </a:lnTo>
                  <a:lnTo>
                    <a:pt x="1303312" y="160743"/>
                  </a:lnTo>
                  <a:lnTo>
                    <a:pt x="1304378" y="159473"/>
                  </a:lnTo>
                  <a:lnTo>
                    <a:pt x="1304950" y="157911"/>
                  </a:lnTo>
                  <a:lnTo>
                    <a:pt x="1304950" y="156260"/>
                  </a:lnTo>
                  <a:close/>
                </a:path>
                <a:path w="2005964" h="161925">
                  <a:moveTo>
                    <a:pt x="1324000" y="156260"/>
                  </a:moveTo>
                  <a:lnTo>
                    <a:pt x="1323428" y="154711"/>
                  </a:lnTo>
                  <a:lnTo>
                    <a:pt x="1322362" y="153441"/>
                  </a:lnTo>
                  <a:lnTo>
                    <a:pt x="1320939" y="152615"/>
                  </a:lnTo>
                  <a:lnTo>
                    <a:pt x="1319301" y="152323"/>
                  </a:lnTo>
                  <a:lnTo>
                    <a:pt x="1317586" y="152615"/>
                  </a:lnTo>
                  <a:lnTo>
                    <a:pt x="1316151" y="153441"/>
                  </a:lnTo>
                  <a:lnTo>
                    <a:pt x="1315085" y="154711"/>
                  </a:lnTo>
                  <a:lnTo>
                    <a:pt x="1314526" y="156260"/>
                  </a:lnTo>
                  <a:lnTo>
                    <a:pt x="1314526" y="157911"/>
                  </a:lnTo>
                  <a:lnTo>
                    <a:pt x="1315085" y="159473"/>
                  </a:lnTo>
                  <a:lnTo>
                    <a:pt x="1316151" y="160743"/>
                  </a:lnTo>
                  <a:lnTo>
                    <a:pt x="1317586" y="161569"/>
                  </a:lnTo>
                  <a:lnTo>
                    <a:pt x="1319212" y="161848"/>
                  </a:lnTo>
                  <a:lnTo>
                    <a:pt x="1320939" y="161569"/>
                  </a:lnTo>
                  <a:lnTo>
                    <a:pt x="1322362" y="160743"/>
                  </a:lnTo>
                  <a:lnTo>
                    <a:pt x="1323428" y="159473"/>
                  </a:lnTo>
                  <a:lnTo>
                    <a:pt x="1324000" y="157911"/>
                  </a:lnTo>
                  <a:lnTo>
                    <a:pt x="1324000" y="156260"/>
                  </a:lnTo>
                  <a:close/>
                </a:path>
                <a:path w="2005964" h="161925">
                  <a:moveTo>
                    <a:pt x="1343050" y="156260"/>
                  </a:moveTo>
                  <a:lnTo>
                    <a:pt x="1342478" y="154711"/>
                  </a:lnTo>
                  <a:lnTo>
                    <a:pt x="1341412" y="153441"/>
                  </a:lnTo>
                  <a:lnTo>
                    <a:pt x="1339989" y="152615"/>
                  </a:lnTo>
                  <a:lnTo>
                    <a:pt x="1338351" y="152323"/>
                  </a:lnTo>
                  <a:lnTo>
                    <a:pt x="1336636" y="152615"/>
                  </a:lnTo>
                  <a:lnTo>
                    <a:pt x="1335201" y="153441"/>
                  </a:lnTo>
                  <a:lnTo>
                    <a:pt x="1334135" y="154711"/>
                  </a:lnTo>
                  <a:lnTo>
                    <a:pt x="1333576" y="156260"/>
                  </a:lnTo>
                  <a:lnTo>
                    <a:pt x="1333576" y="157911"/>
                  </a:lnTo>
                  <a:lnTo>
                    <a:pt x="1334135" y="159473"/>
                  </a:lnTo>
                  <a:lnTo>
                    <a:pt x="1335201" y="160743"/>
                  </a:lnTo>
                  <a:lnTo>
                    <a:pt x="1336636" y="161569"/>
                  </a:lnTo>
                  <a:lnTo>
                    <a:pt x="1338262" y="161848"/>
                  </a:lnTo>
                  <a:lnTo>
                    <a:pt x="1339989" y="161569"/>
                  </a:lnTo>
                  <a:lnTo>
                    <a:pt x="1341412" y="160743"/>
                  </a:lnTo>
                  <a:lnTo>
                    <a:pt x="1342478" y="159473"/>
                  </a:lnTo>
                  <a:lnTo>
                    <a:pt x="1343050" y="157911"/>
                  </a:lnTo>
                  <a:lnTo>
                    <a:pt x="1343050" y="156260"/>
                  </a:lnTo>
                  <a:close/>
                </a:path>
                <a:path w="2005964" h="161925">
                  <a:moveTo>
                    <a:pt x="1362100" y="156260"/>
                  </a:moveTo>
                  <a:lnTo>
                    <a:pt x="1361528" y="154711"/>
                  </a:lnTo>
                  <a:lnTo>
                    <a:pt x="1360462" y="153441"/>
                  </a:lnTo>
                  <a:lnTo>
                    <a:pt x="1359039" y="152615"/>
                  </a:lnTo>
                  <a:lnTo>
                    <a:pt x="1357401" y="152323"/>
                  </a:lnTo>
                  <a:lnTo>
                    <a:pt x="1355686" y="152615"/>
                  </a:lnTo>
                  <a:lnTo>
                    <a:pt x="1354251" y="153441"/>
                  </a:lnTo>
                  <a:lnTo>
                    <a:pt x="1353185" y="154711"/>
                  </a:lnTo>
                  <a:lnTo>
                    <a:pt x="1352626" y="156260"/>
                  </a:lnTo>
                  <a:lnTo>
                    <a:pt x="1352626" y="157911"/>
                  </a:lnTo>
                  <a:lnTo>
                    <a:pt x="1353185" y="159473"/>
                  </a:lnTo>
                  <a:lnTo>
                    <a:pt x="1354251" y="160743"/>
                  </a:lnTo>
                  <a:lnTo>
                    <a:pt x="1355686" y="161569"/>
                  </a:lnTo>
                  <a:lnTo>
                    <a:pt x="1357312" y="161848"/>
                  </a:lnTo>
                  <a:lnTo>
                    <a:pt x="1359039" y="161569"/>
                  </a:lnTo>
                  <a:lnTo>
                    <a:pt x="1360462" y="160743"/>
                  </a:lnTo>
                  <a:lnTo>
                    <a:pt x="1361528" y="159473"/>
                  </a:lnTo>
                  <a:lnTo>
                    <a:pt x="1362100" y="157911"/>
                  </a:lnTo>
                  <a:lnTo>
                    <a:pt x="1362100" y="156260"/>
                  </a:lnTo>
                  <a:close/>
                </a:path>
                <a:path w="2005964" h="161925">
                  <a:moveTo>
                    <a:pt x="1381150" y="156260"/>
                  </a:moveTo>
                  <a:lnTo>
                    <a:pt x="1380578" y="154711"/>
                  </a:lnTo>
                  <a:lnTo>
                    <a:pt x="1379512" y="153441"/>
                  </a:lnTo>
                  <a:lnTo>
                    <a:pt x="1378089" y="152615"/>
                  </a:lnTo>
                  <a:lnTo>
                    <a:pt x="1376451" y="152323"/>
                  </a:lnTo>
                  <a:lnTo>
                    <a:pt x="1374736" y="152615"/>
                  </a:lnTo>
                  <a:lnTo>
                    <a:pt x="1373301" y="153441"/>
                  </a:lnTo>
                  <a:lnTo>
                    <a:pt x="1372235" y="154711"/>
                  </a:lnTo>
                  <a:lnTo>
                    <a:pt x="1371676" y="156260"/>
                  </a:lnTo>
                  <a:lnTo>
                    <a:pt x="1371676" y="157911"/>
                  </a:lnTo>
                  <a:lnTo>
                    <a:pt x="1372235" y="159473"/>
                  </a:lnTo>
                  <a:lnTo>
                    <a:pt x="1373301" y="160743"/>
                  </a:lnTo>
                  <a:lnTo>
                    <a:pt x="1374736" y="161569"/>
                  </a:lnTo>
                  <a:lnTo>
                    <a:pt x="1376362" y="161848"/>
                  </a:lnTo>
                  <a:lnTo>
                    <a:pt x="1378089" y="161569"/>
                  </a:lnTo>
                  <a:lnTo>
                    <a:pt x="1379512" y="160743"/>
                  </a:lnTo>
                  <a:lnTo>
                    <a:pt x="1380578" y="159473"/>
                  </a:lnTo>
                  <a:lnTo>
                    <a:pt x="1381150" y="157911"/>
                  </a:lnTo>
                  <a:lnTo>
                    <a:pt x="1381150" y="156260"/>
                  </a:lnTo>
                  <a:close/>
                </a:path>
                <a:path w="2005964" h="161925">
                  <a:moveTo>
                    <a:pt x="1400200" y="156260"/>
                  </a:moveTo>
                  <a:lnTo>
                    <a:pt x="1399628" y="154711"/>
                  </a:lnTo>
                  <a:lnTo>
                    <a:pt x="1398562" y="153441"/>
                  </a:lnTo>
                  <a:lnTo>
                    <a:pt x="1397139" y="152615"/>
                  </a:lnTo>
                  <a:lnTo>
                    <a:pt x="1395501" y="152323"/>
                  </a:lnTo>
                  <a:lnTo>
                    <a:pt x="1393786" y="152615"/>
                  </a:lnTo>
                  <a:lnTo>
                    <a:pt x="1392351" y="153441"/>
                  </a:lnTo>
                  <a:lnTo>
                    <a:pt x="1391285" y="154711"/>
                  </a:lnTo>
                  <a:lnTo>
                    <a:pt x="1390726" y="156260"/>
                  </a:lnTo>
                  <a:lnTo>
                    <a:pt x="1390726" y="157911"/>
                  </a:lnTo>
                  <a:lnTo>
                    <a:pt x="1391285" y="159473"/>
                  </a:lnTo>
                  <a:lnTo>
                    <a:pt x="1392351" y="160743"/>
                  </a:lnTo>
                  <a:lnTo>
                    <a:pt x="1393786" y="161569"/>
                  </a:lnTo>
                  <a:lnTo>
                    <a:pt x="1395412" y="161848"/>
                  </a:lnTo>
                  <a:lnTo>
                    <a:pt x="1397139" y="161569"/>
                  </a:lnTo>
                  <a:lnTo>
                    <a:pt x="1398562" y="160743"/>
                  </a:lnTo>
                  <a:lnTo>
                    <a:pt x="1399628" y="159473"/>
                  </a:lnTo>
                  <a:lnTo>
                    <a:pt x="1400200" y="157911"/>
                  </a:lnTo>
                  <a:lnTo>
                    <a:pt x="1400200" y="156260"/>
                  </a:lnTo>
                  <a:close/>
                </a:path>
                <a:path w="2005964" h="161925">
                  <a:moveTo>
                    <a:pt x="1419250" y="156260"/>
                  </a:moveTo>
                  <a:lnTo>
                    <a:pt x="1418678" y="154711"/>
                  </a:lnTo>
                  <a:lnTo>
                    <a:pt x="1417612" y="153441"/>
                  </a:lnTo>
                  <a:lnTo>
                    <a:pt x="1416189" y="152615"/>
                  </a:lnTo>
                  <a:lnTo>
                    <a:pt x="1414551" y="152323"/>
                  </a:lnTo>
                  <a:lnTo>
                    <a:pt x="1412836" y="152615"/>
                  </a:lnTo>
                  <a:lnTo>
                    <a:pt x="1411401" y="153441"/>
                  </a:lnTo>
                  <a:lnTo>
                    <a:pt x="1410335" y="154711"/>
                  </a:lnTo>
                  <a:lnTo>
                    <a:pt x="1409776" y="156260"/>
                  </a:lnTo>
                  <a:lnTo>
                    <a:pt x="1409776" y="157911"/>
                  </a:lnTo>
                  <a:lnTo>
                    <a:pt x="1410335" y="159473"/>
                  </a:lnTo>
                  <a:lnTo>
                    <a:pt x="1411401" y="160743"/>
                  </a:lnTo>
                  <a:lnTo>
                    <a:pt x="1412836" y="161569"/>
                  </a:lnTo>
                  <a:lnTo>
                    <a:pt x="1414462" y="161848"/>
                  </a:lnTo>
                  <a:lnTo>
                    <a:pt x="1416189" y="161569"/>
                  </a:lnTo>
                  <a:lnTo>
                    <a:pt x="1417612" y="160743"/>
                  </a:lnTo>
                  <a:lnTo>
                    <a:pt x="1418678" y="159473"/>
                  </a:lnTo>
                  <a:lnTo>
                    <a:pt x="1419250" y="157911"/>
                  </a:lnTo>
                  <a:lnTo>
                    <a:pt x="1419250" y="156260"/>
                  </a:lnTo>
                  <a:close/>
                </a:path>
                <a:path w="2005964" h="161925">
                  <a:moveTo>
                    <a:pt x="1438300" y="156260"/>
                  </a:moveTo>
                  <a:lnTo>
                    <a:pt x="1437728" y="154711"/>
                  </a:lnTo>
                  <a:lnTo>
                    <a:pt x="1436662" y="153441"/>
                  </a:lnTo>
                  <a:lnTo>
                    <a:pt x="1435239" y="152615"/>
                  </a:lnTo>
                  <a:lnTo>
                    <a:pt x="1433601" y="152323"/>
                  </a:lnTo>
                  <a:lnTo>
                    <a:pt x="1431886" y="152615"/>
                  </a:lnTo>
                  <a:lnTo>
                    <a:pt x="1430451" y="153441"/>
                  </a:lnTo>
                  <a:lnTo>
                    <a:pt x="1429385" y="154711"/>
                  </a:lnTo>
                  <a:lnTo>
                    <a:pt x="1428826" y="156260"/>
                  </a:lnTo>
                  <a:lnTo>
                    <a:pt x="1428826" y="157911"/>
                  </a:lnTo>
                  <a:lnTo>
                    <a:pt x="1429385" y="159473"/>
                  </a:lnTo>
                  <a:lnTo>
                    <a:pt x="1430451" y="160743"/>
                  </a:lnTo>
                  <a:lnTo>
                    <a:pt x="1431886" y="161569"/>
                  </a:lnTo>
                  <a:lnTo>
                    <a:pt x="1433512" y="161848"/>
                  </a:lnTo>
                  <a:lnTo>
                    <a:pt x="1435239" y="161569"/>
                  </a:lnTo>
                  <a:lnTo>
                    <a:pt x="1436662" y="160743"/>
                  </a:lnTo>
                  <a:lnTo>
                    <a:pt x="1437728" y="159473"/>
                  </a:lnTo>
                  <a:lnTo>
                    <a:pt x="1438300" y="157911"/>
                  </a:lnTo>
                  <a:lnTo>
                    <a:pt x="1438300" y="156260"/>
                  </a:lnTo>
                  <a:close/>
                </a:path>
                <a:path w="2005964" h="161925">
                  <a:moveTo>
                    <a:pt x="1457350" y="156260"/>
                  </a:moveTo>
                  <a:lnTo>
                    <a:pt x="1456778" y="154711"/>
                  </a:lnTo>
                  <a:lnTo>
                    <a:pt x="1455712" y="153441"/>
                  </a:lnTo>
                  <a:lnTo>
                    <a:pt x="1454289" y="152615"/>
                  </a:lnTo>
                  <a:lnTo>
                    <a:pt x="1452651" y="152323"/>
                  </a:lnTo>
                  <a:lnTo>
                    <a:pt x="1450936" y="152615"/>
                  </a:lnTo>
                  <a:lnTo>
                    <a:pt x="1449501" y="153441"/>
                  </a:lnTo>
                  <a:lnTo>
                    <a:pt x="1448435" y="154711"/>
                  </a:lnTo>
                  <a:lnTo>
                    <a:pt x="1447876" y="156260"/>
                  </a:lnTo>
                  <a:lnTo>
                    <a:pt x="1447876" y="157911"/>
                  </a:lnTo>
                  <a:lnTo>
                    <a:pt x="1448435" y="159473"/>
                  </a:lnTo>
                  <a:lnTo>
                    <a:pt x="1449501" y="160743"/>
                  </a:lnTo>
                  <a:lnTo>
                    <a:pt x="1450936" y="161569"/>
                  </a:lnTo>
                  <a:lnTo>
                    <a:pt x="1452562" y="161848"/>
                  </a:lnTo>
                  <a:lnTo>
                    <a:pt x="1454289" y="161569"/>
                  </a:lnTo>
                  <a:lnTo>
                    <a:pt x="1455712" y="160743"/>
                  </a:lnTo>
                  <a:lnTo>
                    <a:pt x="1456778" y="159473"/>
                  </a:lnTo>
                  <a:lnTo>
                    <a:pt x="1457350" y="157911"/>
                  </a:lnTo>
                  <a:lnTo>
                    <a:pt x="1457350" y="156260"/>
                  </a:lnTo>
                  <a:close/>
                </a:path>
                <a:path w="2005964" h="161925">
                  <a:moveTo>
                    <a:pt x="1476400" y="156260"/>
                  </a:moveTo>
                  <a:lnTo>
                    <a:pt x="1475828" y="154711"/>
                  </a:lnTo>
                  <a:lnTo>
                    <a:pt x="1474762" y="153441"/>
                  </a:lnTo>
                  <a:lnTo>
                    <a:pt x="1473339" y="152615"/>
                  </a:lnTo>
                  <a:lnTo>
                    <a:pt x="1471701" y="152323"/>
                  </a:lnTo>
                  <a:lnTo>
                    <a:pt x="1469986" y="152615"/>
                  </a:lnTo>
                  <a:lnTo>
                    <a:pt x="1468551" y="153441"/>
                  </a:lnTo>
                  <a:lnTo>
                    <a:pt x="1467485" y="154711"/>
                  </a:lnTo>
                  <a:lnTo>
                    <a:pt x="1466926" y="156260"/>
                  </a:lnTo>
                  <a:lnTo>
                    <a:pt x="1466926" y="157911"/>
                  </a:lnTo>
                  <a:lnTo>
                    <a:pt x="1467485" y="159473"/>
                  </a:lnTo>
                  <a:lnTo>
                    <a:pt x="1468551" y="160743"/>
                  </a:lnTo>
                  <a:lnTo>
                    <a:pt x="1469986" y="161569"/>
                  </a:lnTo>
                  <a:lnTo>
                    <a:pt x="1471612" y="161848"/>
                  </a:lnTo>
                  <a:lnTo>
                    <a:pt x="1473339" y="161569"/>
                  </a:lnTo>
                  <a:lnTo>
                    <a:pt x="1474762" y="160743"/>
                  </a:lnTo>
                  <a:lnTo>
                    <a:pt x="1475828" y="159473"/>
                  </a:lnTo>
                  <a:lnTo>
                    <a:pt x="1476400" y="157911"/>
                  </a:lnTo>
                  <a:lnTo>
                    <a:pt x="1476400" y="156260"/>
                  </a:lnTo>
                  <a:close/>
                </a:path>
                <a:path w="2005964" h="161925">
                  <a:moveTo>
                    <a:pt x="1495450" y="156260"/>
                  </a:moveTo>
                  <a:lnTo>
                    <a:pt x="1494878" y="154711"/>
                  </a:lnTo>
                  <a:lnTo>
                    <a:pt x="1493812" y="153441"/>
                  </a:lnTo>
                  <a:lnTo>
                    <a:pt x="1492389" y="152615"/>
                  </a:lnTo>
                  <a:lnTo>
                    <a:pt x="1490751" y="152323"/>
                  </a:lnTo>
                  <a:lnTo>
                    <a:pt x="1489036" y="152615"/>
                  </a:lnTo>
                  <a:lnTo>
                    <a:pt x="1487601" y="153441"/>
                  </a:lnTo>
                  <a:lnTo>
                    <a:pt x="1486535" y="154711"/>
                  </a:lnTo>
                  <a:lnTo>
                    <a:pt x="1485976" y="156260"/>
                  </a:lnTo>
                  <a:lnTo>
                    <a:pt x="1485976" y="157911"/>
                  </a:lnTo>
                  <a:lnTo>
                    <a:pt x="1486535" y="159473"/>
                  </a:lnTo>
                  <a:lnTo>
                    <a:pt x="1487601" y="160743"/>
                  </a:lnTo>
                  <a:lnTo>
                    <a:pt x="1489036" y="161569"/>
                  </a:lnTo>
                  <a:lnTo>
                    <a:pt x="1490662" y="161848"/>
                  </a:lnTo>
                  <a:lnTo>
                    <a:pt x="1492389" y="161569"/>
                  </a:lnTo>
                  <a:lnTo>
                    <a:pt x="1493812" y="160743"/>
                  </a:lnTo>
                  <a:lnTo>
                    <a:pt x="1494878" y="159473"/>
                  </a:lnTo>
                  <a:lnTo>
                    <a:pt x="1495450" y="157911"/>
                  </a:lnTo>
                  <a:lnTo>
                    <a:pt x="1495450" y="156260"/>
                  </a:lnTo>
                  <a:close/>
                </a:path>
                <a:path w="2005964" h="161925">
                  <a:moveTo>
                    <a:pt x="1514500" y="156260"/>
                  </a:moveTo>
                  <a:lnTo>
                    <a:pt x="1513928" y="154711"/>
                  </a:lnTo>
                  <a:lnTo>
                    <a:pt x="1512862" y="153441"/>
                  </a:lnTo>
                  <a:lnTo>
                    <a:pt x="1511439" y="152615"/>
                  </a:lnTo>
                  <a:lnTo>
                    <a:pt x="1509801" y="152323"/>
                  </a:lnTo>
                  <a:lnTo>
                    <a:pt x="1508086" y="152615"/>
                  </a:lnTo>
                  <a:lnTo>
                    <a:pt x="1506651" y="153441"/>
                  </a:lnTo>
                  <a:lnTo>
                    <a:pt x="1505585" y="154711"/>
                  </a:lnTo>
                  <a:lnTo>
                    <a:pt x="1505026" y="156260"/>
                  </a:lnTo>
                  <a:lnTo>
                    <a:pt x="1505026" y="157911"/>
                  </a:lnTo>
                  <a:lnTo>
                    <a:pt x="1505585" y="159473"/>
                  </a:lnTo>
                  <a:lnTo>
                    <a:pt x="1506651" y="160743"/>
                  </a:lnTo>
                  <a:lnTo>
                    <a:pt x="1508086" y="161569"/>
                  </a:lnTo>
                  <a:lnTo>
                    <a:pt x="1509712" y="161848"/>
                  </a:lnTo>
                  <a:lnTo>
                    <a:pt x="1511439" y="161569"/>
                  </a:lnTo>
                  <a:lnTo>
                    <a:pt x="1512862" y="160743"/>
                  </a:lnTo>
                  <a:lnTo>
                    <a:pt x="1513928" y="159473"/>
                  </a:lnTo>
                  <a:lnTo>
                    <a:pt x="1514500" y="157911"/>
                  </a:lnTo>
                  <a:lnTo>
                    <a:pt x="1514500" y="156260"/>
                  </a:lnTo>
                  <a:close/>
                </a:path>
                <a:path w="2005964" h="161925">
                  <a:moveTo>
                    <a:pt x="1533550" y="156260"/>
                  </a:moveTo>
                  <a:lnTo>
                    <a:pt x="1532978" y="154711"/>
                  </a:lnTo>
                  <a:lnTo>
                    <a:pt x="1531912" y="153441"/>
                  </a:lnTo>
                  <a:lnTo>
                    <a:pt x="1530489" y="152615"/>
                  </a:lnTo>
                  <a:lnTo>
                    <a:pt x="1528851" y="152323"/>
                  </a:lnTo>
                  <a:lnTo>
                    <a:pt x="1527136" y="152615"/>
                  </a:lnTo>
                  <a:lnTo>
                    <a:pt x="1525701" y="153441"/>
                  </a:lnTo>
                  <a:lnTo>
                    <a:pt x="1524635" y="154711"/>
                  </a:lnTo>
                  <a:lnTo>
                    <a:pt x="1524076" y="156260"/>
                  </a:lnTo>
                  <a:lnTo>
                    <a:pt x="1524076" y="157911"/>
                  </a:lnTo>
                  <a:lnTo>
                    <a:pt x="1524635" y="159473"/>
                  </a:lnTo>
                  <a:lnTo>
                    <a:pt x="1525701" y="160743"/>
                  </a:lnTo>
                  <a:lnTo>
                    <a:pt x="1527136" y="161569"/>
                  </a:lnTo>
                  <a:lnTo>
                    <a:pt x="1528762" y="161848"/>
                  </a:lnTo>
                  <a:lnTo>
                    <a:pt x="1530489" y="161569"/>
                  </a:lnTo>
                  <a:lnTo>
                    <a:pt x="1531912" y="160743"/>
                  </a:lnTo>
                  <a:lnTo>
                    <a:pt x="1532978" y="159473"/>
                  </a:lnTo>
                  <a:lnTo>
                    <a:pt x="1533550" y="157911"/>
                  </a:lnTo>
                  <a:lnTo>
                    <a:pt x="1533550" y="156260"/>
                  </a:lnTo>
                  <a:close/>
                </a:path>
                <a:path w="2005964" h="161925">
                  <a:moveTo>
                    <a:pt x="1552600" y="156260"/>
                  </a:moveTo>
                  <a:lnTo>
                    <a:pt x="1552028" y="154711"/>
                  </a:lnTo>
                  <a:lnTo>
                    <a:pt x="1550962" y="153441"/>
                  </a:lnTo>
                  <a:lnTo>
                    <a:pt x="1549539" y="152615"/>
                  </a:lnTo>
                  <a:lnTo>
                    <a:pt x="1547901" y="152323"/>
                  </a:lnTo>
                  <a:lnTo>
                    <a:pt x="1546186" y="152615"/>
                  </a:lnTo>
                  <a:lnTo>
                    <a:pt x="1544751" y="153441"/>
                  </a:lnTo>
                  <a:lnTo>
                    <a:pt x="1543685" y="154711"/>
                  </a:lnTo>
                  <a:lnTo>
                    <a:pt x="1543126" y="156260"/>
                  </a:lnTo>
                  <a:lnTo>
                    <a:pt x="1543126" y="157911"/>
                  </a:lnTo>
                  <a:lnTo>
                    <a:pt x="1543685" y="159473"/>
                  </a:lnTo>
                  <a:lnTo>
                    <a:pt x="1544751" y="160743"/>
                  </a:lnTo>
                  <a:lnTo>
                    <a:pt x="1546186" y="161569"/>
                  </a:lnTo>
                  <a:lnTo>
                    <a:pt x="1547812" y="161848"/>
                  </a:lnTo>
                  <a:lnTo>
                    <a:pt x="1549539" y="161569"/>
                  </a:lnTo>
                  <a:lnTo>
                    <a:pt x="1550962" y="160743"/>
                  </a:lnTo>
                  <a:lnTo>
                    <a:pt x="1552028" y="159473"/>
                  </a:lnTo>
                  <a:lnTo>
                    <a:pt x="1552600" y="157911"/>
                  </a:lnTo>
                  <a:lnTo>
                    <a:pt x="1552600" y="156260"/>
                  </a:lnTo>
                  <a:close/>
                </a:path>
                <a:path w="2005964" h="161925">
                  <a:moveTo>
                    <a:pt x="1571650" y="156260"/>
                  </a:moveTo>
                  <a:lnTo>
                    <a:pt x="1571078" y="154711"/>
                  </a:lnTo>
                  <a:lnTo>
                    <a:pt x="1570012" y="153441"/>
                  </a:lnTo>
                  <a:lnTo>
                    <a:pt x="1568589" y="152615"/>
                  </a:lnTo>
                  <a:lnTo>
                    <a:pt x="1566951" y="152323"/>
                  </a:lnTo>
                  <a:lnTo>
                    <a:pt x="1565236" y="152615"/>
                  </a:lnTo>
                  <a:lnTo>
                    <a:pt x="1563801" y="153441"/>
                  </a:lnTo>
                  <a:lnTo>
                    <a:pt x="1562735" y="154711"/>
                  </a:lnTo>
                  <a:lnTo>
                    <a:pt x="1562176" y="156260"/>
                  </a:lnTo>
                  <a:lnTo>
                    <a:pt x="1562176" y="157911"/>
                  </a:lnTo>
                  <a:lnTo>
                    <a:pt x="1562735" y="159473"/>
                  </a:lnTo>
                  <a:lnTo>
                    <a:pt x="1563801" y="160743"/>
                  </a:lnTo>
                  <a:lnTo>
                    <a:pt x="1565236" y="161569"/>
                  </a:lnTo>
                  <a:lnTo>
                    <a:pt x="1566862" y="161848"/>
                  </a:lnTo>
                  <a:lnTo>
                    <a:pt x="1568589" y="161569"/>
                  </a:lnTo>
                  <a:lnTo>
                    <a:pt x="1570012" y="160743"/>
                  </a:lnTo>
                  <a:lnTo>
                    <a:pt x="1571078" y="159473"/>
                  </a:lnTo>
                  <a:lnTo>
                    <a:pt x="1571650" y="157911"/>
                  </a:lnTo>
                  <a:lnTo>
                    <a:pt x="1571650" y="156260"/>
                  </a:lnTo>
                  <a:close/>
                </a:path>
                <a:path w="2005964" h="161925">
                  <a:moveTo>
                    <a:pt x="1590700" y="156260"/>
                  </a:moveTo>
                  <a:lnTo>
                    <a:pt x="1590128" y="154711"/>
                  </a:lnTo>
                  <a:lnTo>
                    <a:pt x="1589062" y="153441"/>
                  </a:lnTo>
                  <a:lnTo>
                    <a:pt x="1587639" y="152615"/>
                  </a:lnTo>
                  <a:lnTo>
                    <a:pt x="1586001" y="152323"/>
                  </a:lnTo>
                  <a:lnTo>
                    <a:pt x="1584286" y="152615"/>
                  </a:lnTo>
                  <a:lnTo>
                    <a:pt x="1582851" y="153441"/>
                  </a:lnTo>
                  <a:lnTo>
                    <a:pt x="1581785" y="154711"/>
                  </a:lnTo>
                  <a:lnTo>
                    <a:pt x="1581226" y="156260"/>
                  </a:lnTo>
                  <a:lnTo>
                    <a:pt x="1581226" y="157911"/>
                  </a:lnTo>
                  <a:lnTo>
                    <a:pt x="1581785" y="159473"/>
                  </a:lnTo>
                  <a:lnTo>
                    <a:pt x="1582851" y="160743"/>
                  </a:lnTo>
                  <a:lnTo>
                    <a:pt x="1584286" y="161569"/>
                  </a:lnTo>
                  <a:lnTo>
                    <a:pt x="1585912" y="161848"/>
                  </a:lnTo>
                  <a:lnTo>
                    <a:pt x="1587639" y="161569"/>
                  </a:lnTo>
                  <a:lnTo>
                    <a:pt x="1589062" y="160743"/>
                  </a:lnTo>
                  <a:lnTo>
                    <a:pt x="1590128" y="159473"/>
                  </a:lnTo>
                  <a:lnTo>
                    <a:pt x="1590700" y="157911"/>
                  </a:lnTo>
                  <a:lnTo>
                    <a:pt x="1590700" y="156260"/>
                  </a:lnTo>
                  <a:close/>
                </a:path>
                <a:path w="2005964" h="161925">
                  <a:moveTo>
                    <a:pt x="1609750" y="156260"/>
                  </a:moveTo>
                  <a:lnTo>
                    <a:pt x="1609178" y="154711"/>
                  </a:lnTo>
                  <a:lnTo>
                    <a:pt x="1608112" y="153441"/>
                  </a:lnTo>
                  <a:lnTo>
                    <a:pt x="1606689" y="152615"/>
                  </a:lnTo>
                  <a:lnTo>
                    <a:pt x="1605051" y="152323"/>
                  </a:lnTo>
                  <a:lnTo>
                    <a:pt x="1603336" y="152615"/>
                  </a:lnTo>
                  <a:lnTo>
                    <a:pt x="1601901" y="153441"/>
                  </a:lnTo>
                  <a:lnTo>
                    <a:pt x="1600835" y="154711"/>
                  </a:lnTo>
                  <a:lnTo>
                    <a:pt x="1600276" y="156260"/>
                  </a:lnTo>
                  <a:lnTo>
                    <a:pt x="1600276" y="157911"/>
                  </a:lnTo>
                  <a:lnTo>
                    <a:pt x="1600835" y="159473"/>
                  </a:lnTo>
                  <a:lnTo>
                    <a:pt x="1601901" y="160743"/>
                  </a:lnTo>
                  <a:lnTo>
                    <a:pt x="1603336" y="161569"/>
                  </a:lnTo>
                  <a:lnTo>
                    <a:pt x="1604962" y="161848"/>
                  </a:lnTo>
                  <a:lnTo>
                    <a:pt x="1606689" y="161569"/>
                  </a:lnTo>
                  <a:lnTo>
                    <a:pt x="1608112" y="160743"/>
                  </a:lnTo>
                  <a:lnTo>
                    <a:pt x="1609178" y="159473"/>
                  </a:lnTo>
                  <a:lnTo>
                    <a:pt x="1609750" y="157911"/>
                  </a:lnTo>
                  <a:lnTo>
                    <a:pt x="1609750" y="156260"/>
                  </a:lnTo>
                  <a:close/>
                </a:path>
                <a:path w="2005964" h="161925">
                  <a:moveTo>
                    <a:pt x="1628800" y="156260"/>
                  </a:moveTo>
                  <a:lnTo>
                    <a:pt x="1628228" y="154711"/>
                  </a:lnTo>
                  <a:lnTo>
                    <a:pt x="1627162" y="153441"/>
                  </a:lnTo>
                  <a:lnTo>
                    <a:pt x="1625739" y="152615"/>
                  </a:lnTo>
                  <a:lnTo>
                    <a:pt x="1624101" y="152323"/>
                  </a:lnTo>
                  <a:lnTo>
                    <a:pt x="1622386" y="152615"/>
                  </a:lnTo>
                  <a:lnTo>
                    <a:pt x="1620951" y="153441"/>
                  </a:lnTo>
                  <a:lnTo>
                    <a:pt x="1619885" y="154711"/>
                  </a:lnTo>
                  <a:lnTo>
                    <a:pt x="1619326" y="156260"/>
                  </a:lnTo>
                  <a:lnTo>
                    <a:pt x="1619326" y="157911"/>
                  </a:lnTo>
                  <a:lnTo>
                    <a:pt x="1619885" y="159473"/>
                  </a:lnTo>
                  <a:lnTo>
                    <a:pt x="1620951" y="160743"/>
                  </a:lnTo>
                  <a:lnTo>
                    <a:pt x="1622386" y="161569"/>
                  </a:lnTo>
                  <a:lnTo>
                    <a:pt x="1624012" y="161848"/>
                  </a:lnTo>
                  <a:lnTo>
                    <a:pt x="1625739" y="161569"/>
                  </a:lnTo>
                  <a:lnTo>
                    <a:pt x="1627162" y="160743"/>
                  </a:lnTo>
                  <a:lnTo>
                    <a:pt x="1628228" y="159473"/>
                  </a:lnTo>
                  <a:lnTo>
                    <a:pt x="1628800" y="157911"/>
                  </a:lnTo>
                  <a:lnTo>
                    <a:pt x="1628800" y="156260"/>
                  </a:lnTo>
                  <a:close/>
                </a:path>
                <a:path w="2005964" h="161925">
                  <a:moveTo>
                    <a:pt x="1647850" y="156260"/>
                  </a:moveTo>
                  <a:lnTo>
                    <a:pt x="1647278" y="154711"/>
                  </a:lnTo>
                  <a:lnTo>
                    <a:pt x="1646212" y="153441"/>
                  </a:lnTo>
                  <a:lnTo>
                    <a:pt x="1644789" y="152615"/>
                  </a:lnTo>
                  <a:lnTo>
                    <a:pt x="1643151" y="152323"/>
                  </a:lnTo>
                  <a:lnTo>
                    <a:pt x="1641436" y="152615"/>
                  </a:lnTo>
                  <a:lnTo>
                    <a:pt x="1640001" y="153441"/>
                  </a:lnTo>
                  <a:lnTo>
                    <a:pt x="1638935" y="154711"/>
                  </a:lnTo>
                  <a:lnTo>
                    <a:pt x="1638376" y="156260"/>
                  </a:lnTo>
                  <a:lnTo>
                    <a:pt x="1638376" y="157911"/>
                  </a:lnTo>
                  <a:lnTo>
                    <a:pt x="1638935" y="159473"/>
                  </a:lnTo>
                  <a:lnTo>
                    <a:pt x="1640001" y="160743"/>
                  </a:lnTo>
                  <a:lnTo>
                    <a:pt x="1641436" y="161569"/>
                  </a:lnTo>
                  <a:lnTo>
                    <a:pt x="1643062" y="161848"/>
                  </a:lnTo>
                  <a:lnTo>
                    <a:pt x="1644789" y="161569"/>
                  </a:lnTo>
                  <a:lnTo>
                    <a:pt x="1646212" y="160743"/>
                  </a:lnTo>
                  <a:lnTo>
                    <a:pt x="1647278" y="159473"/>
                  </a:lnTo>
                  <a:lnTo>
                    <a:pt x="1647850" y="157911"/>
                  </a:lnTo>
                  <a:lnTo>
                    <a:pt x="1647850" y="156260"/>
                  </a:lnTo>
                  <a:close/>
                </a:path>
                <a:path w="2005964" h="161925">
                  <a:moveTo>
                    <a:pt x="1666900" y="156260"/>
                  </a:moveTo>
                  <a:lnTo>
                    <a:pt x="1666328" y="154711"/>
                  </a:lnTo>
                  <a:lnTo>
                    <a:pt x="1665262" y="153441"/>
                  </a:lnTo>
                  <a:lnTo>
                    <a:pt x="1663839" y="152615"/>
                  </a:lnTo>
                  <a:lnTo>
                    <a:pt x="1662201" y="152323"/>
                  </a:lnTo>
                  <a:lnTo>
                    <a:pt x="1660486" y="152615"/>
                  </a:lnTo>
                  <a:lnTo>
                    <a:pt x="1659051" y="153441"/>
                  </a:lnTo>
                  <a:lnTo>
                    <a:pt x="1657985" y="154711"/>
                  </a:lnTo>
                  <a:lnTo>
                    <a:pt x="1657426" y="156260"/>
                  </a:lnTo>
                  <a:lnTo>
                    <a:pt x="1657426" y="157911"/>
                  </a:lnTo>
                  <a:lnTo>
                    <a:pt x="1657985" y="159473"/>
                  </a:lnTo>
                  <a:lnTo>
                    <a:pt x="1659051" y="160743"/>
                  </a:lnTo>
                  <a:lnTo>
                    <a:pt x="1660486" y="161569"/>
                  </a:lnTo>
                  <a:lnTo>
                    <a:pt x="1662112" y="161848"/>
                  </a:lnTo>
                  <a:lnTo>
                    <a:pt x="1663839" y="161569"/>
                  </a:lnTo>
                  <a:lnTo>
                    <a:pt x="1665262" y="160743"/>
                  </a:lnTo>
                  <a:lnTo>
                    <a:pt x="1666328" y="159473"/>
                  </a:lnTo>
                  <a:lnTo>
                    <a:pt x="1666900" y="157911"/>
                  </a:lnTo>
                  <a:lnTo>
                    <a:pt x="1666900" y="156260"/>
                  </a:lnTo>
                  <a:close/>
                </a:path>
                <a:path w="2005964" h="161925">
                  <a:moveTo>
                    <a:pt x="1685950" y="156260"/>
                  </a:moveTo>
                  <a:lnTo>
                    <a:pt x="1685378" y="154711"/>
                  </a:lnTo>
                  <a:lnTo>
                    <a:pt x="1684312" y="153441"/>
                  </a:lnTo>
                  <a:lnTo>
                    <a:pt x="1682889" y="152615"/>
                  </a:lnTo>
                  <a:lnTo>
                    <a:pt x="1681251" y="152323"/>
                  </a:lnTo>
                  <a:lnTo>
                    <a:pt x="1679536" y="152615"/>
                  </a:lnTo>
                  <a:lnTo>
                    <a:pt x="1678101" y="153441"/>
                  </a:lnTo>
                  <a:lnTo>
                    <a:pt x="1677035" y="154711"/>
                  </a:lnTo>
                  <a:lnTo>
                    <a:pt x="1676476" y="156260"/>
                  </a:lnTo>
                  <a:lnTo>
                    <a:pt x="1676476" y="157911"/>
                  </a:lnTo>
                  <a:lnTo>
                    <a:pt x="1677035" y="159473"/>
                  </a:lnTo>
                  <a:lnTo>
                    <a:pt x="1678101" y="160743"/>
                  </a:lnTo>
                  <a:lnTo>
                    <a:pt x="1679536" y="161569"/>
                  </a:lnTo>
                  <a:lnTo>
                    <a:pt x="1681162" y="161848"/>
                  </a:lnTo>
                  <a:lnTo>
                    <a:pt x="1682889" y="161569"/>
                  </a:lnTo>
                  <a:lnTo>
                    <a:pt x="1684312" y="160743"/>
                  </a:lnTo>
                  <a:lnTo>
                    <a:pt x="1685378" y="159473"/>
                  </a:lnTo>
                  <a:lnTo>
                    <a:pt x="1685950" y="157911"/>
                  </a:lnTo>
                  <a:lnTo>
                    <a:pt x="1685950" y="156260"/>
                  </a:lnTo>
                  <a:close/>
                </a:path>
                <a:path w="2005964" h="161925">
                  <a:moveTo>
                    <a:pt x="1705000" y="156260"/>
                  </a:moveTo>
                  <a:lnTo>
                    <a:pt x="1704428" y="154711"/>
                  </a:lnTo>
                  <a:lnTo>
                    <a:pt x="1703362" y="153441"/>
                  </a:lnTo>
                  <a:lnTo>
                    <a:pt x="1701939" y="152615"/>
                  </a:lnTo>
                  <a:lnTo>
                    <a:pt x="1700301" y="152323"/>
                  </a:lnTo>
                  <a:lnTo>
                    <a:pt x="1698586" y="152615"/>
                  </a:lnTo>
                  <a:lnTo>
                    <a:pt x="1697151" y="153441"/>
                  </a:lnTo>
                  <a:lnTo>
                    <a:pt x="1696085" y="154711"/>
                  </a:lnTo>
                  <a:lnTo>
                    <a:pt x="1695526" y="156260"/>
                  </a:lnTo>
                  <a:lnTo>
                    <a:pt x="1695526" y="157911"/>
                  </a:lnTo>
                  <a:lnTo>
                    <a:pt x="1696085" y="159473"/>
                  </a:lnTo>
                  <a:lnTo>
                    <a:pt x="1697151" y="160743"/>
                  </a:lnTo>
                  <a:lnTo>
                    <a:pt x="1698586" y="161569"/>
                  </a:lnTo>
                  <a:lnTo>
                    <a:pt x="1700212" y="161848"/>
                  </a:lnTo>
                  <a:lnTo>
                    <a:pt x="1701939" y="161569"/>
                  </a:lnTo>
                  <a:lnTo>
                    <a:pt x="1703362" y="160743"/>
                  </a:lnTo>
                  <a:lnTo>
                    <a:pt x="1704428" y="159473"/>
                  </a:lnTo>
                  <a:lnTo>
                    <a:pt x="1705000" y="157911"/>
                  </a:lnTo>
                  <a:lnTo>
                    <a:pt x="1705000" y="156260"/>
                  </a:lnTo>
                  <a:close/>
                </a:path>
                <a:path w="2005964" h="161925">
                  <a:moveTo>
                    <a:pt x="1724050" y="156260"/>
                  </a:moveTo>
                  <a:lnTo>
                    <a:pt x="1723478" y="154711"/>
                  </a:lnTo>
                  <a:lnTo>
                    <a:pt x="1722412" y="153441"/>
                  </a:lnTo>
                  <a:lnTo>
                    <a:pt x="1720989" y="152615"/>
                  </a:lnTo>
                  <a:lnTo>
                    <a:pt x="1719351" y="152323"/>
                  </a:lnTo>
                  <a:lnTo>
                    <a:pt x="1717636" y="152615"/>
                  </a:lnTo>
                  <a:lnTo>
                    <a:pt x="1716201" y="153441"/>
                  </a:lnTo>
                  <a:lnTo>
                    <a:pt x="1715135" y="154711"/>
                  </a:lnTo>
                  <a:lnTo>
                    <a:pt x="1714576" y="156260"/>
                  </a:lnTo>
                  <a:lnTo>
                    <a:pt x="1714576" y="157911"/>
                  </a:lnTo>
                  <a:lnTo>
                    <a:pt x="1715135" y="159473"/>
                  </a:lnTo>
                  <a:lnTo>
                    <a:pt x="1716201" y="160743"/>
                  </a:lnTo>
                  <a:lnTo>
                    <a:pt x="1717636" y="161569"/>
                  </a:lnTo>
                  <a:lnTo>
                    <a:pt x="1719262" y="161848"/>
                  </a:lnTo>
                  <a:lnTo>
                    <a:pt x="1720989" y="161569"/>
                  </a:lnTo>
                  <a:lnTo>
                    <a:pt x="1722412" y="160743"/>
                  </a:lnTo>
                  <a:lnTo>
                    <a:pt x="1723478" y="159473"/>
                  </a:lnTo>
                  <a:lnTo>
                    <a:pt x="1724050" y="157911"/>
                  </a:lnTo>
                  <a:lnTo>
                    <a:pt x="1724050" y="156260"/>
                  </a:lnTo>
                  <a:close/>
                </a:path>
                <a:path w="2005964" h="161925">
                  <a:moveTo>
                    <a:pt x="1743100" y="156260"/>
                  </a:moveTo>
                  <a:lnTo>
                    <a:pt x="1742528" y="154711"/>
                  </a:lnTo>
                  <a:lnTo>
                    <a:pt x="1741462" y="153441"/>
                  </a:lnTo>
                  <a:lnTo>
                    <a:pt x="1740039" y="152615"/>
                  </a:lnTo>
                  <a:lnTo>
                    <a:pt x="1738401" y="152323"/>
                  </a:lnTo>
                  <a:lnTo>
                    <a:pt x="1736686" y="152615"/>
                  </a:lnTo>
                  <a:lnTo>
                    <a:pt x="1735251" y="153441"/>
                  </a:lnTo>
                  <a:lnTo>
                    <a:pt x="1734185" y="154711"/>
                  </a:lnTo>
                  <a:lnTo>
                    <a:pt x="1733626" y="156260"/>
                  </a:lnTo>
                  <a:lnTo>
                    <a:pt x="1733626" y="157911"/>
                  </a:lnTo>
                  <a:lnTo>
                    <a:pt x="1734185" y="159473"/>
                  </a:lnTo>
                  <a:lnTo>
                    <a:pt x="1735251" y="160743"/>
                  </a:lnTo>
                  <a:lnTo>
                    <a:pt x="1736686" y="161569"/>
                  </a:lnTo>
                  <a:lnTo>
                    <a:pt x="1738312" y="161848"/>
                  </a:lnTo>
                  <a:lnTo>
                    <a:pt x="1740039" y="161569"/>
                  </a:lnTo>
                  <a:lnTo>
                    <a:pt x="1741462" y="160743"/>
                  </a:lnTo>
                  <a:lnTo>
                    <a:pt x="1742528" y="159473"/>
                  </a:lnTo>
                  <a:lnTo>
                    <a:pt x="1743100" y="157911"/>
                  </a:lnTo>
                  <a:lnTo>
                    <a:pt x="1743100" y="156260"/>
                  </a:lnTo>
                  <a:close/>
                </a:path>
                <a:path w="2005964" h="161925">
                  <a:moveTo>
                    <a:pt x="1762150" y="156260"/>
                  </a:moveTo>
                  <a:lnTo>
                    <a:pt x="1761578" y="154711"/>
                  </a:lnTo>
                  <a:lnTo>
                    <a:pt x="1760512" y="153441"/>
                  </a:lnTo>
                  <a:lnTo>
                    <a:pt x="1759089" y="152615"/>
                  </a:lnTo>
                  <a:lnTo>
                    <a:pt x="1757451" y="152323"/>
                  </a:lnTo>
                  <a:lnTo>
                    <a:pt x="1755736" y="152615"/>
                  </a:lnTo>
                  <a:lnTo>
                    <a:pt x="1754301" y="153441"/>
                  </a:lnTo>
                  <a:lnTo>
                    <a:pt x="1753235" y="154711"/>
                  </a:lnTo>
                  <a:lnTo>
                    <a:pt x="1752676" y="156260"/>
                  </a:lnTo>
                  <a:lnTo>
                    <a:pt x="1752676" y="157911"/>
                  </a:lnTo>
                  <a:lnTo>
                    <a:pt x="1753235" y="159473"/>
                  </a:lnTo>
                  <a:lnTo>
                    <a:pt x="1754301" y="160743"/>
                  </a:lnTo>
                  <a:lnTo>
                    <a:pt x="1755736" y="161569"/>
                  </a:lnTo>
                  <a:lnTo>
                    <a:pt x="1757362" y="161848"/>
                  </a:lnTo>
                  <a:lnTo>
                    <a:pt x="1759089" y="161569"/>
                  </a:lnTo>
                  <a:lnTo>
                    <a:pt x="1760512" y="160743"/>
                  </a:lnTo>
                  <a:lnTo>
                    <a:pt x="1761578" y="159473"/>
                  </a:lnTo>
                  <a:lnTo>
                    <a:pt x="1762150" y="157911"/>
                  </a:lnTo>
                  <a:lnTo>
                    <a:pt x="1762150" y="156260"/>
                  </a:lnTo>
                  <a:close/>
                </a:path>
                <a:path w="2005964" h="161925">
                  <a:moveTo>
                    <a:pt x="1781200" y="156260"/>
                  </a:moveTo>
                  <a:lnTo>
                    <a:pt x="1780628" y="154711"/>
                  </a:lnTo>
                  <a:lnTo>
                    <a:pt x="1779562" y="153441"/>
                  </a:lnTo>
                  <a:lnTo>
                    <a:pt x="1778139" y="152615"/>
                  </a:lnTo>
                  <a:lnTo>
                    <a:pt x="1776501" y="152323"/>
                  </a:lnTo>
                  <a:lnTo>
                    <a:pt x="1774786" y="152615"/>
                  </a:lnTo>
                  <a:lnTo>
                    <a:pt x="1773351" y="153441"/>
                  </a:lnTo>
                  <a:lnTo>
                    <a:pt x="1772285" y="154711"/>
                  </a:lnTo>
                  <a:lnTo>
                    <a:pt x="1771726" y="156260"/>
                  </a:lnTo>
                  <a:lnTo>
                    <a:pt x="1771726" y="157911"/>
                  </a:lnTo>
                  <a:lnTo>
                    <a:pt x="1772285" y="159473"/>
                  </a:lnTo>
                  <a:lnTo>
                    <a:pt x="1773351" y="160743"/>
                  </a:lnTo>
                  <a:lnTo>
                    <a:pt x="1774786" y="161569"/>
                  </a:lnTo>
                  <a:lnTo>
                    <a:pt x="1776412" y="161848"/>
                  </a:lnTo>
                  <a:lnTo>
                    <a:pt x="1778139" y="161569"/>
                  </a:lnTo>
                  <a:lnTo>
                    <a:pt x="1779562" y="160743"/>
                  </a:lnTo>
                  <a:lnTo>
                    <a:pt x="1780628" y="159473"/>
                  </a:lnTo>
                  <a:lnTo>
                    <a:pt x="1781200" y="157911"/>
                  </a:lnTo>
                  <a:lnTo>
                    <a:pt x="1781200" y="156260"/>
                  </a:lnTo>
                  <a:close/>
                </a:path>
                <a:path w="2005964" h="161925">
                  <a:moveTo>
                    <a:pt x="1800250" y="156260"/>
                  </a:moveTo>
                  <a:lnTo>
                    <a:pt x="1799678" y="154711"/>
                  </a:lnTo>
                  <a:lnTo>
                    <a:pt x="1798612" y="153441"/>
                  </a:lnTo>
                  <a:lnTo>
                    <a:pt x="1797189" y="152615"/>
                  </a:lnTo>
                  <a:lnTo>
                    <a:pt x="1795551" y="152323"/>
                  </a:lnTo>
                  <a:lnTo>
                    <a:pt x="1793836" y="152615"/>
                  </a:lnTo>
                  <a:lnTo>
                    <a:pt x="1792401" y="153441"/>
                  </a:lnTo>
                  <a:lnTo>
                    <a:pt x="1791335" y="154711"/>
                  </a:lnTo>
                  <a:lnTo>
                    <a:pt x="1790776" y="156260"/>
                  </a:lnTo>
                  <a:lnTo>
                    <a:pt x="1790776" y="157911"/>
                  </a:lnTo>
                  <a:lnTo>
                    <a:pt x="1791335" y="159473"/>
                  </a:lnTo>
                  <a:lnTo>
                    <a:pt x="1792401" y="160743"/>
                  </a:lnTo>
                  <a:lnTo>
                    <a:pt x="1793836" y="161569"/>
                  </a:lnTo>
                  <a:lnTo>
                    <a:pt x="1795462" y="161848"/>
                  </a:lnTo>
                  <a:lnTo>
                    <a:pt x="1797189" y="161569"/>
                  </a:lnTo>
                  <a:lnTo>
                    <a:pt x="1798612" y="160743"/>
                  </a:lnTo>
                  <a:lnTo>
                    <a:pt x="1799678" y="159473"/>
                  </a:lnTo>
                  <a:lnTo>
                    <a:pt x="1800250" y="157911"/>
                  </a:lnTo>
                  <a:lnTo>
                    <a:pt x="1800250" y="156260"/>
                  </a:lnTo>
                  <a:close/>
                </a:path>
                <a:path w="2005964" h="161925">
                  <a:moveTo>
                    <a:pt x="1819300" y="156260"/>
                  </a:moveTo>
                  <a:lnTo>
                    <a:pt x="1818728" y="154711"/>
                  </a:lnTo>
                  <a:lnTo>
                    <a:pt x="1817662" y="153441"/>
                  </a:lnTo>
                  <a:lnTo>
                    <a:pt x="1816239" y="152615"/>
                  </a:lnTo>
                  <a:lnTo>
                    <a:pt x="1814601" y="152323"/>
                  </a:lnTo>
                  <a:lnTo>
                    <a:pt x="1812886" y="152615"/>
                  </a:lnTo>
                  <a:lnTo>
                    <a:pt x="1811451" y="153441"/>
                  </a:lnTo>
                  <a:lnTo>
                    <a:pt x="1810385" y="154711"/>
                  </a:lnTo>
                  <a:lnTo>
                    <a:pt x="1809826" y="156260"/>
                  </a:lnTo>
                  <a:lnTo>
                    <a:pt x="1809826" y="157911"/>
                  </a:lnTo>
                  <a:lnTo>
                    <a:pt x="1810385" y="159473"/>
                  </a:lnTo>
                  <a:lnTo>
                    <a:pt x="1811451" y="160743"/>
                  </a:lnTo>
                  <a:lnTo>
                    <a:pt x="1812886" y="161569"/>
                  </a:lnTo>
                  <a:lnTo>
                    <a:pt x="1814512" y="161848"/>
                  </a:lnTo>
                  <a:lnTo>
                    <a:pt x="1816239" y="161569"/>
                  </a:lnTo>
                  <a:lnTo>
                    <a:pt x="1817662" y="160743"/>
                  </a:lnTo>
                  <a:lnTo>
                    <a:pt x="1818728" y="159473"/>
                  </a:lnTo>
                  <a:lnTo>
                    <a:pt x="1819300" y="157911"/>
                  </a:lnTo>
                  <a:lnTo>
                    <a:pt x="1819300" y="156260"/>
                  </a:lnTo>
                  <a:close/>
                </a:path>
                <a:path w="2005964" h="161925">
                  <a:moveTo>
                    <a:pt x="1838350" y="156260"/>
                  </a:moveTo>
                  <a:lnTo>
                    <a:pt x="1837778" y="154711"/>
                  </a:lnTo>
                  <a:lnTo>
                    <a:pt x="1836712" y="153441"/>
                  </a:lnTo>
                  <a:lnTo>
                    <a:pt x="1835289" y="152615"/>
                  </a:lnTo>
                  <a:lnTo>
                    <a:pt x="1833651" y="152323"/>
                  </a:lnTo>
                  <a:lnTo>
                    <a:pt x="1831936" y="152615"/>
                  </a:lnTo>
                  <a:lnTo>
                    <a:pt x="1830501" y="153441"/>
                  </a:lnTo>
                  <a:lnTo>
                    <a:pt x="1829435" y="154711"/>
                  </a:lnTo>
                  <a:lnTo>
                    <a:pt x="1828876" y="156260"/>
                  </a:lnTo>
                  <a:lnTo>
                    <a:pt x="1828876" y="157911"/>
                  </a:lnTo>
                  <a:lnTo>
                    <a:pt x="1829435" y="159473"/>
                  </a:lnTo>
                  <a:lnTo>
                    <a:pt x="1830501" y="160743"/>
                  </a:lnTo>
                  <a:lnTo>
                    <a:pt x="1831936" y="161569"/>
                  </a:lnTo>
                  <a:lnTo>
                    <a:pt x="1833562" y="161848"/>
                  </a:lnTo>
                  <a:lnTo>
                    <a:pt x="1835289" y="161569"/>
                  </a:lnTo>
                  <a:lnTo>
                    <a:pt x="1836712" y="160743"/>
                  </a:lnTo>
                  <a:lnTo>
                    <a:pt x="1837778" y="159473"/>
                  </a:lnTo>
                  <a:lnTo>
                    <a:pt x="1838350" y="157911"/>
                  </a:lnTo>
                  <a:lnTo>
                    <a:pt x="1838350" y="156260"/>
                  </a:lnTo>
                  <a:close/>
                </a:path>
                <a:path w="2005964" h="161925">
                  <a:moveTo>
                    <a:pt x="1857400" y="156260"/>
                  </a:moveTo>
                  <a:lnTo>
                    <a:pt x="1856828" y="154711"/>
                  </a:lnTo>
                  <a:lnTo>
                    <a:pt x="1855762" y="153441"/>
                  </a:lnTo>
                  <a:lnTo>
                    <a:pt x="1854339" y="152615"/>
                  </a:lnTo>
                  <a:lnTo>
                    <a:pt x="1852701" y="152323"/>
                  </a:lnTo>
                  <a:lnTo>
                    <a:pt x="1850986" y="152615"/>
                  </a:lnTo>
                  <a:lnTo>
                    <a:pt x="1849551" y="153441"/>
                  </a:lnTo>
                  <a:lnTo>
                    <a:pt x="1848485" y="154711"/>
                  </a:lnTo>
                  <a:lnTo>
                    <a:pt x="1847926" y="156260"/>
                  </a:lnTo>
                  <a:lnTo>
                    <a:pt x="1847926" y="157911"/>
                  </a:lnTo>
                  <a:lnTo>
                    <a:pt x="1848485" y="159473"/>
                  </a:lnTo>
                  <a:lnTo>
                    <a:pt x="1849551" y="160743"/>
                  </a:lnTo>
                  <a:lnTo>
                    <a:pt x="1850986" y="161569"/>
                  </a:lnTo>
                  <a:lnTo>
                    <a:pt x="1852612" y="161848"/>
                  </a:lnTo>
                  <a:lnTo>
                    <a:pt x="1854339" y="161569"/>
                  </a:lnTo>
                  <a:lnTo>
                    <a:pt x="1855762" y="160743"/>
                  </a:lnTo>
                  <a:lnTo>
                    <a:pt x="1856828" y="159473"/>
                  </a:lnTo>
                  <a:lnTo>
                    <a:pt x="1857400" y="157911"/>
                  </a:lnTo>
                  <a:lnTo>
                    <a:pt x="1857400" y="156260"/>
                  </a:lnTo>
                  <a:close/>
                </a:path>
                <a:path w="2005964" h="161925">
                  <a:moveTo>
                    <a:pt x="1876450" y="156260"/>
                  </a:moveTo>
                  <a:lnTo>
                    <a:pt x="1875878" y="154711"/>
                  </a:lnTo>
                  <a:lnTo>
                    <a:pt x="1874812" y="153441"/>
                  </a:lnTo>
                  <a:lnTo>
                    <a:pt x="1873389" y="152615"/>
                  </a:lnTo>
                  <a:lnTo>
                    <a:pt x="1871751" y="152323"/>
                  </a:lnTo>
                  <a:lnTo>
                    <a:pt x="1870036" y="152615"/>
                  </a:lnTo>
                  <a:lnTo>
                    <a:pt x="1868601" y="153441"/>
                  </a:lnTo>
                  <a:lnTo>
                    <a:pt x="1867535" y="154711"/>
                  </a:lnTo>
                  <a:lnTo>
                    <a:pt x="1866976" y="156260"/>
                  </a:lnTo>
                  <a:lnTo>
                    <a:pt x="1866976" y="157911"/>
                  </a:lnTo>
                  <a:lnTo>
                    <a:pt x="1867535" y="159473"/>
                  </a:lnTo>
                  <a:lnTo>
                    <a:pt x="1868601" y="160743"/>
                  </a:lnTo>
                  <a:lnTo>
                    <a:pt x="1870036" y="161569"/>
                  </a:lnTo>
                  <a:lnTo>
                    <a:pt x="1871662" y="161848"/>
                  </a:lnTo>
                  <a:lnTo>
                    <a:pt x="1873389" y="161569"/>
                  </a:lnTo>
                  <a:lnTo>
                    <a:pt x="1874812" y="160743"/>
                  </a:lnTo>
                  <a:lnTo>
                    <a:pt x="1875878" y="159473"/>
                  </a:lnTo>
                  <a:lnTo>
                    <a:pt x="1876450" y="157911"/>
                  </a:lnTo>
                  <a:lnTo>
                    <a:pt x="1876450" y="156260"/>
                  </a:lnTo>
                  <a:close/>
                </a:path>
                <a:path w="2005964" h="161925">
                  <a:moveTo>
                    <a:pt x="1895500" y="156260"/>
                  </a:moveTo>
                  <a:lnTo>
                    <a:pt x="1894928" y="154711"/>
                  </a:lnTo>
                  <a:lnTo>
                    <a:pt x="1893862" y="153441"/>
                  </a:lnTo>
                  <a:lnTo>
                    <a:pt x="1892439" y="152615"/>
                  </a:lnTo>
                  <a:lnTo>
                    <a:pt x="1890801" y="152323"/>
                  </a:lnTo>
                  <a:lnTo>
                    <a:pt x="1889086" y="152615"/>
                  </a:lnTo>
                  <a:lnTo>
                    <a:pt x="1887651" y="153441"/>
                  </a:lnTo>
                  <a:lnTo>
                    <a:pt x="1886585" y="154711"/>
                  </a:lnTo>
                  <a:lnTo>
                    <a:pt x="1886026" y="156260"/>
                  </a:lnTo>
                  <a:lnTo>
                    <a:pt x="1886026" y="157911"/>
                  </a:lnTo>
                  <a:lnTo>
                    <a:pt x="1886585" y="159473"/>
                  </a:lnTo>
                  <a:lnTo>
                    <a:pt x="1887651" y="160743"/>
                  </a:lnTo>
                  <a:lnTo>
                    <a:pt x="1889086" y="161569"/>
                  </a:lnTo>
                  <a:lnTo>
                    <a:pt x="1890712" y="161848"/>
                  </a:lnTo>
                  <a:lnTo>
                    <a:pt x="1892439" y="161569"/>
                  </a:lnTo>
                  <a:lnTo>
                    <a:pt x="1893862" y="160743"/>
                  </a:lnTo>
                  <a:lnTo>
                    <a:pt x="1894928" y="159473"/>
                  </a:lnTo>
                  <a:lnTo>
                    <a:pt x="1895500" y="157911"/>
                  </a:lnTo>
                  <a:lnTo>
                    <a:pt x="1895500" y="156260"/>
                  </a:lnTo>
                  <a:close/>
                </a:path>
                <a:path w="2005964" h="161925">
                  <a:moveTo>
                    <a:pt x="1914550" y="156260"/>
                  </a:moveTo>
                  <a:lnTo>
                    <a:pt x="1913978" y="154711"/>
                  </a:lnTo>
                  <a:lnTo>
                    <a:pt x="1912912" y="153441"/>
                  </a:lnTo>
                  <a:lnTo>
                    <a:pt x="1911489" y="152615"/>
                  </a:lnTo>
                  <a:lnTo>
                    <a:pt x="1909851" y="152323"/>
                  </a:lnTo>
                  <a:lnTo>
                    <a:pt x="1908136" y="152615"/>
                  </a:lnTo>
                  <a:lnTo>
                    <a:pt x="1906701" y="153441"/>
                  </a:lnTo>
                  <a:lnTo>
                    <a:pt x="1905635" y="154711"/>
                  </a:lnTo>
                  <a:lnTo>
                    <a:pt x="1905076" y="156260"/>
                  </a:lnTo>
                  <a:lnTo>
                    <a:pt x="1905076" y="157911"/>
                  </a:lnTo>
                  <a:lnTo>
                    <a:pt x="1905635" y="159473"/>
                  </a:lnTo>
                  <a:lnTo>
                    <a:pt x="1906701" y="160743"/>
                  </a:lnTo>
                  <a:lnTo>
                    <a:pt x="1908136" y="161569"/>
                  </a:lnTo>
                  <a:lnTo>
                    <a:pt x="1909762" y="161848"/>
                  </a:lnTo>
                  <a:lnTo>
                    <a:pt x="1911489" y="161569"/>
                  </a:lnTo>
                  <a:lnTo>
                    <a:pt x="1912912" y="160743"/>
                  </a:lnTo>
                  <a:lnTo>
                    <a:pt x="1913978" y="159473"/>
                  </a:lnTo>
                  <a:lnTo>
                    <a:pt x="1914550" y="157911"/>
                  </a:lnTo>
                  <a:lnTo>
                    <a:pt x="1914550" y="156260"/>
                  </a:lnTo>
                  <a:close/>
                </a:path>
                <a:path w="2005964" h="161925">
                  <a:moveTo>
                    <a:pt x="1933600" y="156260"/>
                  </a:moveTo>
                  <a:lnTo>
                    <a:pt x="1933028" y="154711"/>
                  </a:lnTo>
                  <a:lnTo>
                    <a:pt x="1931962" y="153441"/>
                  </a:lnTo>
                  <a:lnTo>
                    <a:pt x="1930539" y="152615"/>
                  </a:lnTo>
                  <a:lnTo>
                    <a:pt x="1928901" y="152323"/>
                  </a:lnTo>
                  <a:lnTo>
                    <a:pt x="1927186" y="152615"/>
                  </a:lnTo>
                  <a:lnTo>
                    <a:pt x="1925751" y="153441"/>
                  </a:lnTo>
                  <a:lnTo>
                    <a:pt x="1924685" y="154711"/>
                  </a:lnTo>
                  <a:lnTo>
                    <a:pt x="1924126" y="156260"/>
                  </a:lnTo>
                  <a:lnTo>
                    <a:pt x="1924126" y="157911"/>
                  </a:lnTo>
                  <a:lnTo>
                    <a:pt x="1924685" y="159473"/>
                  </a:lnTo>
                  <a:lnTo>
                    <a:pt x="1925751" y="160743"/>
                  </a:lnTo>
                  <a:lnTo>
                    <a:pt x="1927186" y="161569"/>
                  </a:lnTo>
                  <a:lnTo>
                    <a:pt x="1928812" y="161848"/>
                  </a:lnTo>
                  <a:lnTo>
                    <a:pt x="1930539" y="161569"/>
                  </a:lnTo>
                  <a:lnTo>
                    <a:pt x="1931962" y="160743"/>
                  </a:lnTo>
                  <a:lnTo>
                    <a:pt x="1933028" y="159473"/>
                  </a:lnTo>
                  <a:lnTo>
                    <a:pt x="1933600" y="157911"/>
                  </a:lnTo>
                  <a:lnTo>
                    <a:pt x="1933600" y="156260"/>
                  </a:lnTo>
                  <a:close/>
                </a:path>
                <a:path w="2005964" h="161925">
                  <a:moveTo>
                    <a:pt x="1952650" y="156260"/>
                  </a:moveTo>
                  <a:lnTo>
                    <a:pt x="1952078" y="154711"/>
                  </a:lnTo>
                  <a:lnTo>
                    <a:pt x="1951012" y="153441"/>
                  </a:lnTo>
                  <a:lnTo>
                    <a:pt x="1949589" y="152615"/>
                  </a:lnTo>
                  <a:lnTo>
                    <a:pt x="1947951" y="152323"/>
                  </a:lnTo>
                  <a:lnTo>
                    <a:pt x="1946236" y="152615"/>
                  </a:lnTo>
                  <a:lnTo>
                    <a:pt x="1944801" y="153441"/>
                  </a:lnTo>
                  <a:lnTo>
                    <a:pt x="1943735" y="154711"/>
                  </a:lnTo>
                  <a:lnTo>
                    <a:pt x="1943176" y="156260"/>
                  </a:lnTo>
                  <a:lnTo>
                    <a:pt x="1943176" y="157911"/>
                  </a:lnTo>
                  <a:lnTo>
                    <a:pt x="1943735" y="159473"/>
                  </a:lnTo>
                  <a:lnTo>
                    <a:pt x="1944801" y="160743"/>
                  </a:lnTo>
                  <a:lnTo>
                    <a:pt x="1946236" y="161569"/>
                  </a:lnTo>
                  <a:lnTo>
                    <a:pt x="1947862" y="161848"/>
                  </a:lnTo>
                  <a:lnTo>
                    <a:pt x="1949589" y="161569"/>
                  </a:lnTo>
                  <a:lnTo>
                    <a:pt x="1951012" y="160743"/>
                  </a:lnTo>
                  <a:lnTo>
                    <a:pt x="1952078" y="159473"/>
                  </a:lnTo>
                  <a:lnTo>
                    <a:pt x="1952650" y="157911"/>
                  </a:lnTo>
                  <a:lnTo>
                    <a:pt x="1952650" y="156260"/>
                  </a:lnTo>
                  <a:close/>
                </a:path>
                <a:path w="2005964" h="161925">
                  <a:moveTo>
                    <a:pt x="1971700" y="156260"/>
                  </a:moveTo>
                  <a:lnTo>
                    <a:pt x="1971128" y="154711"/>
                  </a:lnTo>
                  <a:lnTo>
                    <a:pt x="1970062" y="153441"/>
                  </a:lnTo>
                  <a:lnTo>
                    <a:pt x="1968639" y="152615"/>
                  </a:lnTo>
                  <a:lnTo>
                    <a:pt x="1967001" y="152323"/>
                  </a:lnTo>
                  <a:lnTo>
                    <a:pt x="1965286" y="152615"/>
                  </a:lnTo>
                  <a:lnTo>
                    <a:pt x="1963851" y="153441"/>
                  </a:lnTo>
                  <a:lnTo>
                    <a:pt x="1962785" y="154711"/>
                  </a:lnTo>
                  <a:lnTo>
                    <a:pt x="1962226" y="156260"/>
                  </a:lnTo>
                  <a:lnTo>
                    <a:pt x="1962226" y="157911"/>
                  </a:lnTo>
                  <a:lnTo>
                    <a:pt x="1962785" y="159473"/>
                  </a:lnTo>
                  <a:lnTo>
                    <a:pt x="1963851" y="160743"/>
                  </a:lnTo>
                  <a:lnTo>
                    <a:pt x="1965286" y="161569"/>
                  </a:lnTo>
                  <a:lnTo>
                    <a:pt x="1966912" y="161848"/>
                  </a:lnTo>
                  <a:lnTo>
                    <a:pt x="1968639" y="161569"/>
                  </a:lnTo>
                  <a:lnTo>
                    <a:pt x="1970062" y="160743"/>
                  </a:lnTo>
                  <a:lnTo>
                    <a:pt x="1971128" y="159473"/>
                  </a:lnTo>
                  <a:lnTo>
                    <a:pt x="1971700" y="157911"/>
                  </a:lnTo>
                  <a:lnTo>
                    <a:pt x="1971700" y="156260"/>
                  </a:lnTo>
                  <a:close/>
                </a:path>
                <a:path w="2005964" h="161925">
                  <a:moveTo>
                    <a:pt x="1990750" y="156260"/>
                  </a:moveTo>
                  <a:lnTo>
                    <a:pt x="1990178" y="154711"/>
                  </a:lnTo>
                  <a:lnTo>
                    <a:pt x="1989112" y="153441"/>
                  </a:lnTo>
                  <a:lnTo>
                    <a:pt x="1987689" y="152615"/>
                  </a:lnTo>
                  <a:lnTo>
                    <a:pt x="1986051" y="152323"/>
                  </a:lnTo>
                  <a:lnTo>
                    <a:pt x="1984336" y="152615"/>
                  </a:lnTo>
                  <a:lnTo>
                    <a:pt x="1982901" y="153441"/>
                  </a:lnTo>
                  <a:lnTo>
                    <a:pt x="1981835" y="154711"/>
                  </a:lnTo>
                  <a:lnTo>
                    <a:pt x="1981276" y="156260"/>
                  </a:lnTo>
                  <a:lnTo>
                    <a:pt x="1981276" y="157911"/>
                  </a:lnTo>
                  <a:lnTo>
                    <a:pt x="1981835" y="159473"/>
                  </a:lnTo>
                  <a:lnTo>
                    <a:pt x="1982901" y="160743"/>
                  </a:lnTo>
                  <a:lnTo>
                    <a:pt x="1984336" y="161569"/>
                  </a:lnTo>
                  <a:lnTo>
                    <a:pt x="1985962" y="161848"/>
                  </a:lnTo>
                  <a:lnTo>
                    <a:pt x="1987689" y="161569"/>
                  </a:lnTo>
                  <a:lnTo>
                    <a:pt x="1989112" y="160743"/>
                  </a:lnTo>
                  <a:lnTo>
                    <a:pt x="1990178" y="159473"/>
                  </a:lnTo>
                  <a:lnTo>
                    <a:pt x="1990750" y="157911"/>
                  </a:lnTo>
                  <a:lnTo>
                    <a:pt x="1990750" y="156260"/>
                  </a:lnTo>
                  <a:close/>
                </a:path>
                <a:path w="2005964" h="161925">
                  <a:moveTo>
                    <a:pt x="2005749" y="156997"/>
                  </a:moveTo>
                  <a:lnTo>
                    <a:pt x="2005457" y="155371"/>
                  </a:lnTo>
                  <a:lnTo>
                    <a:pt x="2004631" y="153936"/>
                  </a:lnTo>
                  <a:lnTo>
                    <a:pt x="2003374" y="152869"/>
                  </a:lnTo>
                  <a:lnTo>
                    <a:pt x="2001812" y="152311"/>
                  </a:lnTo>
                  <a:lnTo>
                    <a:pt x="2000161" y="152311"/>
                  </a:lnTo>
                  <a:lnTo>
                    <a:pt x="1998611" y="152869"/>
                  </a:lnTo>
                  <a:lnTo>
                    <a:pt x="1997341" y="153936"/>
                  </a:lnTo>
                  <a:lnTo>
                    <a:pt x="1996516" y="155371"/>
                  </a:lnTo>
                  <a:lnTo>
                    <a:pt x="1996224" y="156997"/>
                  </a:lnTo>
                  <a:lnTo>
                    <a:pt x="1996516" y="158724"/>
                  </a:lnTo>
                  <a:lnTo>
                    <a:pt x="1997341" y="160147"/>
                  </a:lnTo>
                  <a:lnTo>
                    <a:pt x="1998611" y="161213"/>
                  </a:lnTo>
                  <a:lnTo>
                    <a:pt x="2000161" y="161785"/>
                  </a:lnTo>
                  <a:lnTo>
                    <a:pt x="2001812" y="161785"/>
                  </a:lnTo>
                  <a:lnTo>
                    <a:pt x="2003374" y="161213"/>
                  </a:lnTo>
                  <a:lnTo>
                    <a:pt x="2004631" y="160147"/>
                  </a:lnTo>
                  <a:lnTo>
                    <a:pt x="2005457" y="158724"/>
                  </a:lnTo>
                  <a:lnTo>
                    <a:pt x="2005749" y="157086"/>
                  </a:lnTo>
                  <a:close/>
                </a:path>
                <a:path w="2005964" h="161925">
                  <a:moveTo>
                    <a:pt x="2005749" y="137947"/>
                  </a:moveTo>
                  <a:lnTo>
                    <a:pt x="2005457" y="136321"/>
                  </a:lnTo>
                  <a:lnTo>
                    <a:pt x="2004631" y="134886"/>
                  </a:lnTo>
                  <a:lnTo>
                    <a:pt x="2003374" y="133819"/>
                  </a:lnTo>
                  <a:lnTo>
                    <a:pt x="2001812" y="133261"/>
                  </a:lnTo>
                  <a:lnTo>
                    <a:pt x="2000161" y="133261"/>
                  </a:lnTo>
                  <a:lnTo>
                    <a:pt x="1998611" y="133819"/>
                  </a:lnTo>
                  <a:lnTo>
                    <a:pt x="1997341" y="134886"/>
                  </a:lnTo>
                  <a:lnTo>
                    <a:pt x="1996516" y="136321"/>
                  </a:lnTo>
                  <a:lnTo>
                    <a:pt x="1996224" y="137947"/>
                  </a:lnTo>
                  <a:lnTo>
                    <a:pt x="1996516" y="139674"/>
                  </a:lnTo>
                  <a:lnTo>
                    <a:pt x="1997341" y="141097"/>
                  </a:lnTo>
                  <a:lnTo>
                    <a:pt x="1998611" y="142163"/>
                  </a:lnTo>
                  <a:lnTo>
                    <a:pt x="2000161" y="142735"/>
                  </a:lnTo>
                  <a:lnTo>
                    <a:pt x="2001812" y="142735"/>
                  </a:lnTo>
                  <a:lnTo>
                    <a:pt x="2003374" y="142163"/>
                  </a:lnTo>
                  <a:lnTo>
                    <a:pt x="2004631" y="141097"/>
                  </a:lnTo>
                  <a:lnTo>
                    <a:pt x="2005457" y="139674"/>
                  </a:lnTo>
                  <a:lnTo>
                    <a:pt x="2005749" y="138036"/>
                  </a:lnTo>
                  <a:close/>
                </a:path>
                <a:path w="2005964" h="161925">
                  <a:moveTo>
                    <a:pt x="2005749" y="118897"/>
                  </a:moveTo>
                  <a:lnTo>
                    <a:pt x="2005457" y="117271"/>
                  </a:lnTo>
                  <a:lnTo>
                    <a:pt x="2004631" y="115836"/>
                  </a:lnTo>
                  <a:lnTo>
                    <a:pt x="2003374" y="114769"/>
                  </a:lnTo>
                  <a:lnTo>
                    <a:pt x="2001812" y="114211"/>
                  </a:lnTo>
                  <a:lnTo>
                    <a:pt x="2000161" y="114211"/>
                  </a:lnTo>
                  <a:lnTo>
                    <a:pt x="1998611" y="114769"/>
                  </a:lnTo>
                  <a:lnTo>
                    <a:pt x="1997341" y="115836"/>
                  </a:lnTo>
                  <a:lnTo>
                    <a:pt x="1996516" y="117271"/>
                  </a:lnTo>
                  <a:lnTo>
                    <a:pt x="1996224" y="118897"/>
                  </a:lnTo>
                  <a:lnTo>
                    <a:pt x="1996516" y="120624"/>
                  </a:lnTo>
                  <a:lnTo>
                    <a:pt x="1997341" y="122047"/>
                  </a:lnTo>
                  <a:lnTo>
                    <a:pt x="1998611" y="123113"/>
                  </a:lnTo>
                  <a:lnTo>
                    <a:pt x="2000161" y="123685"/>
                  </a:lnTo>
                  <a:lnTo>
                    <a:pt x="2001812" y="123685"/>
                  </a:lnTo>
                  <a:lnTo>
                    <a:pt x="2003374" y="123113"/>
                  </a:lnTo>
                  <a:lnTo>
                    <a:pt x="2004631" y="122047"/>
                  </a:lnTo>
                  <a:lnTo>
                    <a:pt x="2005457" y="120624"/>
                  </a:lnTo>
                  <a:lnTo>
                    <a:pt x="2005749" y="118986"/>
                  </a:lnTo>
                  <a:close/>
                </a:path>
                <a:path w="2005964" h="161925">
                  <a:moveTo>
                    <a:pt x="2005749" y="99847"/>
                  </a:moveTo>
                  <a:lnTo>
                    <a:pt x="2005457" y="98221"/>
                  </a:lnTo>
                  <a:lnTo>
                    <a:pt x="2004631" y="96786"/>
                  </a:lnTo>
                  <a:lnTo>
                    <a:pt x="2003374" y="95719"/>
                  </a:lnTo>
                  <a:lnTo>
                    <a:pt x="2001812" y="95161"/>
                  </a:lnTo>
                  <a:lnTo>
                    <a:pt x="2000161" y="95161"/>
                  </a:lnTo>
                  <a:lnTo>
                    <a:pt x="1998611" y="95719"/>
                  </a:lnTo>
                  <a:lnTo>
                    <a:pt x="1997341" y="96786"/>
                  </a:lnTo>
                  <a:lnTo>
                    <a:pt x="1996516" y="98221"/>
                  </a:lnTo>
                  <a:lnTo>
                    <a:pt x="1996224" y="99847"/>
                  </a:lnTo>
                  <a:lnTo>
                    <a:pt x="1996516" y="101574"/>
                  </a:lnTo>
                  <a:lnTo>
                    <a:pt x="1997341" y="102997"/>
                  </a:lnTo>
                  <a:lnTo>
                    <a:pt x="1998611" y="104063"/>
                  </a:lnTo>
                  <a:lnTo>
                    <a:pt x="2000161" y="104635"/>
                  </a:lnTo>
                  <a:lnTo>
                    <a:pt x="2001812" y="104635"/>
                  </a:lnTo>
                  <a:lnTo>
                    <a:pt x="2003374" y="104063"/>
                  </a:lnTo>
                  <a:lnTo>
                    <a:pt x="2004631" y="102997"/>
                  </a:lnTo>
                  <a:lnTo>
                    <a:pt x="2005457" y="101574"/>
                  </a:lnTo>
                  <a:lnTo>
                    <a:pt x="2005749" y="99936"/>
                  </a:lnTo>
                  <a:close/>
                </a:path>
                <a:path w="2005964" h="161925">
                  <a:moveTo>
                    <a:pt x="2005749" y="80797"/>
                  </a:moveTo>
                  <a:lnTo>
                    <a:pt x="2005457" y="79171"/>
                  </a:lnTo>
                  <a:lnTo>
                    <a:pt x="2004631" y="77736"/>
                  </a:lnTo>
                  <a:lnTo>
                    <a:pt x="2003374" y="76669"/>
                  </a:lnTo>
                  <a:lnTo>
                    <a:pt x="2001812" y="76111"/>
                  </a:lnTo>
                  <a:lnTo>
                    <a:pt x="2000161" y="76111"/>
                  </a:lnTo>
                  <a:lnTo>
                    <a:pt x="1998611" y="76669"/>
                  </a:lnTo>
                  <a:lnTo>
                    <a:pt x="1997341" y="77736"/>
                  </a:lnTo>
                  <a:lnTo>
                    <a:pt x="1996516" y="79171"/>
                  </a:lnTo>
                  <a:lnTo>
                    <a:pt x="1996224" y="80797"/>
                  </a:lnTo>
                  <a:lnTo>
                    <a:pt x="1996516" y="82524"/>
                  </a:lnTo>
                  <a:lnTo>
                    <a:pt x="1997341" y="83947"/>
                  </a:lnTo>
                  <a:lnTo>
                    <a:pt x="1998611" y="85013"/>
                  </a:lnTo>
                  <a:lnTo>
                    <a:pt x="2000161" y="85585"/>
                  </a:lnTo>
                  <a:lnTo>
                    <a:pt x="2001812" y="85585"/>
                  </a:lnTo>
                  <a:lnTo>
                    <a:pt x="2003374" y="85013"/>
                  </a:lnTo>
                  <a:lnTo>
                    <a:pt x="2004631" y="83947"/>
                  </a:lnTo>
                  <a:lnTo>
                    <a:pt x="2005457" y="82524"/>
                  </a:lnTo>
                  <a:lnTo>
                    <a:pt x="2005749" y="80886"/>
                  </a:lnTo>
                  <a:close/>
                </a:path>
                <a:path w="2005964" h="161925">
                  <a:moveTo>
                    <a:pt x="2005749" y="61747"/>
                  </a:moveTo>
                  <a:lnTo>
                    <a:pt x="2005457" y="60121"/>
                  </a:lnTo>
                  <a:lnTo>
                    <a:pt x="2004631" y="58686"/>
                  </a:lnTo>
                  <a:lnTo>
                    <a:pt x="2003374" y="57619"/>
                  </a:lnTo>
                  <a:lnTo>
                    <a:pt x="2001812" y="57061"/>
                  </a:lnTo>
                  <a:lnTo>
                    <a:pt x="2000161" y="57061"/>
                  </a:lnTo>
                  <a:lnTo>
                    <a:pt x="1998611" y="57619"/>
                  </a:lnTo>
                  <a:lnTo>
                    <a:pt x="1997341" y="58686"/>
                  </a:lnTo>
                  <a:lnTo>
                    <a:pt x="1996516" y="60121"/>
                  </a:lnTo>
                  <a:lnTo>
                    <a:pt x="1996224" y="61747"/>
                  </a:lnTo>
                  <a:lnTo>
                    <a:pt x="1996516" y="63474"/>
                  </a:lnTo>
                  <a:lnTo>
                    <a:pt x="1997341" y="64897"/>
                  </a:lnTo>
                  <a:lnTo>
                    <a:pt x="1998611" y="65963"/>
                  </a:lnTo>
                  <a:lnTo>
                    <a:pt x="2000161" y="66535"/>
                  </a:lnTo>
                  <a:lnTo>
                    <a:pt x="2001812" y="66535"/>
                  </a:lnTo>
                  <a:lnTo>
                    <a:pt x="2003374" y="65963"/>
                  </a:lnTo>
                  <a:lnTo>
                    <a:pt x="2004631" y="64897"/>
                  </a:lnTo>
                  <a:lnTo>
                    <a:pt x="2005457" y="63474"/>
                  </a:lnTo>
                  <a:lnTo>
                    <a:pt x="2005749" y="61836"/>
                  </a:lnTo>
                  <a:close/>
                </a:path>
                <a:path w="2005964" h="161925">
                  <a:moveTo>
                    <a:pt x="2005749" y="42697"/>
                  </a:moveTo>
                  <a:lnTo>
                    <a:pt x="2005457" y="41071"/>
                  </a:lnTo>
                  <a:lnTo>
                    <a:pt x="2004631" y="39636"/>
                  </a:lnTo>
                  <a:lnTo>
                    <a:pt x="2003374" y="38569"/>
                  </a:lnTo>
                  <a:lnTo>
                    <a:pt x="2001812" y="38011"/>
                  </a:lnTo>
                  <a:lnTo>
                    <a:pt x="2000161" y="38011"/>
                  </a:lnTo>
                  <a:lnTo>
                    <a:pt x="1998611" y="38569"/>
                  </a:lnTo>
                  <a:lnTo>
                    <a:pt x="1997341" y="39636"/>
                  </a:lnTo>
                  <a:lnTo>
                    <a:pt x="1996516" y="41071"/>
                  </a:lnTo>
                  <a:lnTo>
                    <a:pt x="1996224" y="42697"/>
                  </a:lnTo>
                  <a:lnTo>
                    <a:pt x="1996516" y="44424"/>
                  </a:lnTo>
                  <a:lnTo>
                    <a:pt x="1997341" y="45847"/>
                  </a:lnTo>
                  <a:lnTo>
                    <a:pt x="1998611" y="46913"/>
                  </a:lnTo>
                  <a:lnTo>
                    <a:pt x="2000161" y="47485"/>
                  </a:lnTo>
                  <a:lnTo>
                    <a:pt x="2001812" y="47485"/>
                  </a:lnTo>
                  <a:lnTo>
                    <a:pt x="2003374" y="46913"/>
                  </a:lnTo>
                  <a:lnTo>
                    <a:pt x="2004631" y="45847"/>
                  </a:lnTo>
                  <a:lnTo>
                    <a:pt x="2005457" y="44424"/>
                  </a:lnTo>
                  <a:lnTo>
                    <a:pt x="2005749" y="42786"/>
                  </a:lnTo>
                  <a:close/>
                </a:path>
                <a:path w="2005964" h="161925">
                  <a:moveTo>
                    <a:pt x="2005749" y="23647"/>
                  </a:moveTo>
                  <a:lnTo>
                    <a:pt x="2005457" y="22021"/>
                  </a:lnTo>
                  <a:lnTo>
                    <a:pt x="2004631" y="20586"/>
                  </a:lnTo>
                  <a:lnTo>
                    <a:pt x="2003374" y="19519"/>
                  </a:lnTo>
                  <a:lnTo>
                    <a:pt x="2001812" y="18961"/>
                  </a:lnTo>
                  <a:lnTo>
                    <a:pt x="2000161" y="18961"/>
                  </a:lnTo>
                  <a:lnTo>
                    <a:pt x="1998611" y="19519"/>
                  </a:lnTo>
                  <a:lnTo>
                    <a:pt x="1997341" y="20586"/>
                  </a:lnTo>
                  <a:lnTo>
                    <a:pt x="1996516" y="22021"/>
                  </a:lnTo>
                  <a:lnTo>
                    <a:pt x="1996224" y="23647"/>
                  </a:lnTo>
                  <a:lnTo>
                    <a:pt x="1996516" y="25374"/>
                  </a:lnTo>
                  <a:lnTo>
                    <a:pt x="1997341" y="26797"/>
                  </a:lnTo>
                  <a:lnTo>
                    <a:pt x="1998611" y="27863"/>
                  </a:lnTo>
                  <a:lnTo>
                    <a:pt x="2000161" y="28435"/>
                  </a:lnTo>
                  <a:lnTo>
                    <a:pt x="2001812" y="28435"/>
                  </a:lnTo>
                  <a:lnTo>
                    <a:pt x="2003374" y="27863"/>
                  </a:lnTo>
                  <a:lnTo>
                    <a:pt x="2004631" y="26797"/>
                  </a:lnTo>
                  <a:lnTo>
                    <a:pt x="2005457" y="25374"/>
                  </a:lnTo>
                  <a:lnTo>
                    <a:pt x="2005749" y="237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1850059" y="1560791"/>
              <a:ext cx="4572000" cy="838200"/>
            </a:xfrm>
            <a:custGeom>
              <a:avLst/>
              <a:gdLst/>
              <a:ahLst/>
              <a:cxnLst/>
              <a:rect l="l" t="t" r="r" b="b"/>
              <a:pathLst>
                <a:path w="4572000" h="838200">
                  <a:moveTo>
                    <a:pt x="0" y="0"/>
                  </a:moveTo>
                  <a:lnTo>
                    <a:pt x="4572000" y="0"/>
                  </a:lnTo>
                </a:path>
                <a:path w="4572000" h="838200">
                  <a:moveTo>
                    <a:pt x="0" y="838200"/>
                  </a:moveTo>
                  <a:lnTo>
                    <a:pt x="4572000" y="838200"/>
                  </a:lnTo>
                </a:path>
              </a:pathLst>
            </a:custGeom>
            <a:ln w="952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 txBox="1"/>
          <p:nvPr/>
        </p:nvSpPr>
        <p:spPr>
          <a:xfrm>
            <a:off x="3711524" y="2101811"/>
            <a:ext cx="104076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Noto Sans CJK JP Black"/>
                <a:cs typeface="Noto Sans CJK JP Black"/>
              </a:rPr>
              <a:t>使用的服</a:t>
            </a:r>
            <a:r>
              <a:rPr dirty="0" sz="1600" spc="-5">
                <a:latin typeface="Noto Sans CJK JP Black"/>
                <a:cs typeface="Noto Sans CJK JP Black"/>
              </a:rPr>
              <a:t>务</a:t>
            </a:r>
            <a:endParaRPr sz="1600">
              <a:latin typeface="Noto Sans CJK JP Black"/>
              <a:cs typeface="Noto Sans CJK JP Black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711524" y="1568411"/>
            <a:ext cx="104076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Noto Sans CJK JP Black"/>
                <a:cs typeface="Noto Sans CJK JP Black"/>
              </a:rPr>
              <a:t>提供的服</a:t>
            </a:r>
            <a:r>
              <a:rPr dirty="0" sz="1600" spc="-5">
                <a:latin typeface="Noto Sans CJK JP Black"/>
                <a:cs typeface="Noto Sans CJK JP Black"/>
              </a:rPr>
              <a:t>务</a:t>
            </a:r>
            <a:endParaRPr sz="1600">
              <a:latin typeface="Noto Sans CJK JP Black"/>
              <a:cs typeface="Noto Sans CJK JP Black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62013" y="3407917"/>
            <a:ext cx="8068945" cy="31788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R="52451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UKIJ CJK"/>
                <a:cs typeface="UKIJ CJK"/>
              </a:rPr>
              <a:t>服务原语工作示意</a:t>
            </a:r>
            <a:r>
              <a:rPr dirty="0" sz="2000" spc="5">
                <a:latin typeface="UKIJ CJK"/>
                <a:cs typeface="UKIJ CJK"/>
              </a:rPr>
              <a:t>图</a:t>
            </a:r>
            <a:endParaRPr sz="2000">
              <a:latin typeface="UKIJ CJK"/>
              <a:cs typeface="UKIJ CJK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500">
              <a:latin typeface="UKIJ CJK"/>
              <a:cs typeface="UKIJ CJK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lr>
                <a:srgbClr val="0000FF"/>
              </a:buClr>
              <a:buSzPct val="85416"/>
              <a:buFont typeface="Wingdings"/>
              <a:buChar char=""/>
              <a:tabLst>
                <a:tab pos="355600" algn="l"/>
              </a:tabLst>
            </a:pPr>
            <a:r>
              <a:rPr dirty="0" sz="2400" spc="10" b="0">
                <a:latin typeface="Noto Sans CJK JP Medium"/>
                <a:cs typeface="Noto Sans CJK JP Medium"/>
              </a:rPr>
              <a:t>例如，设想从发送方</a:t>
            </a:r>
            <a:r>
              <a:rPr dirty="0" sz="2400" b="0">
                <a:latin typeface="Noto Sans CJK JP Medium"/>
                <a:cs typeface="Noto Sans CJK JP Medium"/>
              </a:rPr>
              <a:t>（</a:t>
            </a:r>
            <a:r>
              <a:rPr dirty="0" sz="2400" b="1">
                <a:latin typeface="Times New Roman"/>
                <a:cs typeface="Times New Roman"/>
              </a:rPr>
              <a:t>N+1</a:t>
            </a:r>
            <a:r>
              <a:rPr dirty="0" sz="2400" b="0">
                <a:latin typeface="Noto Sans CJK JP Medium"/>
                <a:cs typeface="Noto Sans CJK JP Medium"/>
              </a:rPr>
              <a:t>）</a:t>
            </a:r>
            <a:r>
              <a:rPr dirty="0" sz="2400" spc="10" b="0">
                <a:latin typeface="Noto Sans CJK JP Medium"/>
                <a:cs typeface="Noto Sans CJK JP Medium"/>
              </a:rPr>
              <a:t>实体向另一个系统的对等</a:t>
            </a:r>
            <a:r>
              <a:rPr dirty="0" sz="2400" b="0">
                <a:latin typeface="Noto Sans CJK JP Medium"/>
                <a:cs typeface="Noto Sans CJK JP Medium"/>
              </a:rPr>
              <a:t>（</a:t>
            </a:r>
            <a:endParaRPr sz="2400">
              <a:latin typeface="Noto Sans CJK JP Medium"/>
              <a:cs typeface="Noto Sans CJK JP Medium"/>
            </a:endParaRPr>
          </a:p>
          <a:p>
            <a:pPr marL="355600">
              <a:lnSpc>
                <a:spcPct val="100000"/>
              </a:lnSpc>
              <a:spcBef>
                <a:spcPts val="575"/>
              </a:spcBef>
            </a:pPr>
            <a:r>
              <a:rPr dirty="0" sz="2400" b="1">
                <a:latin typeface="Times New Roman"/>
                <a:cs typeface="Times New Roman"/>
              </a:rPr>
              <a:t>N+1</a:t>
            </a:r>
            <a:r>
              <a:rPr dirty="0" sz="2400" b="0">
                <a:latin typeface="Noto Sans CJK JP Medium"/>
                <a:cs typeface="Noto Sans CJK JP Medium"/>
              </a:rPr>
              <a:t>）</a:t>
            </a:r>
            <a:r>
              <a:rPr dirty="0" sz="2400" spc="10" b="0">
                <a:latin typeface="Noto Sans CJK JP Medium"/>
                <a:cs typeface="Noto Sans CJK JP Medium"/>
              </a:rPr>
              <a:t>实体传送数据，步骤如下</a:t>
            </a:r>
            <a:r>
              <a:rPr dirty="0" sz="2400" b="0">
                <a:latin typeface="Noto Sans CJK JP Medium"/>
                <a:cs typeface="Noto Sans CJK JP Medium"/>
              </a:rPr>
              <a:t>：</a:t>
            </a:r>
            <a:endParaRPr sz="2400">
              <a:latin typeface="Noto Sans CJK JP Medium"/>
              <a:cs typeface="Noto Sans CJK JP Medium"/>
            </a:endParaRPr>
          </a:p>
          <a:p>
            <a:pPr lvl="1" marL="755650" marR="15875" indent="-285750">
              <a:lnSpc>
                <a:spcPct val="100000"/>
              </a:lnSpc>
              <a:spcBef>
                <a:spcPts val="690"/>
              </a:spcBef>
              <a:buClr>
                <a:srgbClr val="0000FF"/>
              </a:buClr>
              <a:buSzPct val="80000"/>
              <a:buFont typeface="Wingdings"/>
              <a:buChar char=""/>
              <a:tabLst>
                <a:tab pos="755650" algn="l"/>
              </a:tabLst>
            </a:pPr>
            <a:r>
              <a:rPr dirty="0" sz="2000">
                <a:latin typeface="UKIJ CJK"/>
                <a:cs typeface="UKIJ CJK"/>
              </a:rPr>
              <a:t>源点的</a:t>
            </a:r>
            <a:r>
              <a:rPr dirty="0" sz="2000" spc="50">
                <a:latin typeface="UKIJ CJK"/>
                <a:cs typeface="UKIJ CJK"/>
              </a:rPr>
              <a:t>（N+1）</a:t>
            </a:r>
            <a:r>
              <a:rPr dirty="0" sz="2000">
                <a:latin typeface="UKIJ CJK"/>
                <a:cs typeface="UKIJ CJK"/>
              </a:rPr>
              <a:t>的实体用</a:t>
            </a:r>
            <a:r>
              <a:rPr dirty="0" sz="2000">
                <a:solidFill>
                  <a:srgbClr val="CC0000"/>
                </a:solidFill>
                <a:latin typeface="UKIJ CJK"/>
                <a:cs typeface="UKIJ CJK"/>
              </a:rPr>
              <a:t>请求服务原语</a:t>
            </a:r>
            <a:r>
              <a:rPr dirty="0" sz="2000">
                <a:latin typeface="UKIJ CJK"/>
                <a:cs typeface="UKIJ CJK"/>
              </a:rPr>
              <a:t>调用它的</a:t>
            </a:r>
            <a:r>
              <a:rPr dirty="0" sz="2000" spc="5">
                <a:latin typeface="UKIJ CJK"/>
                <a:cs typeface="UKIJ CJK"/>
              </a:rPr>
              <a:t>（N）</a:t>
            </a:r>
            <a:r>
              <a:rPr dirty="0" sz="2000">
                <a:latin typeface="UKIJ CJK"/>
                <a:cs typeface="UKIJ CJK"/>
              </a:rPr>
              <a:t>实体。</a:t>
            </a:r>
            <a:r>
              <a:rPr dirty="0" sz="2000" spc="-675">
                <a:latin typeface="UKIJ CJK"/>
                <a:cs typeface="UKIJ CJK"/>
              </a:rPr>
              <a:t>与</a:t>
            </a:r>
            <a:r>
              <a:rPr dirty="0" sz="2000" spc="5">
                <a:latin typeface="UKIJ CJK"/>
                <a:cs typeface="UKIJ CJK"/>
              </a:rPr>
              <a:t>这 </a:t>
            </a:r>
            <a:r>
              <a:rPr dirty="0" sz="2000">
                <a:latin typeface="UKIJ CJK"/>
                <a:cs typeface="UKIJ CJK"/>
              </a:rPr>
              <a:t>个服务原语相关联的是必要的参数，比如传输的数据和终点地</a:t>
            </a:r>
            <a:r>
              <a:rPr dirty="0" sz="2000" spc="5">
                <a:latin typeface="UKIJ CJK"/>
                <a:cs typeface="UKIJ CJK"/>
              </a:rPr>
              <a:t>址 </a:t>
            </a:r>
            <a:r>
              <a:rPr dirty="0" sz="2000">
                <a:latin typeface="UKIJ CJK"/>
                <a:cs typeface="UKIJ CJK"/>
              </a:rPr>
              <a:t>等</a:t>
            </a:r>
            <a:r>
              <a:rPr dirty="0" sz="2000" spc="5">
                <a:latin typeface="UKIJ CJK"/>
                <a:cs typeface="UKIJ CJK"/>
              </a:rPr>
              <a:t>。</a:t>
            </a:r>
            <a:endParaRPr sz="2000">
              <a:latin typeface="UKIJ CJK"/>
              <a:cs typeface="UKIJ CJK"/>
            </a:endParaRPr>
          </a:p>
          <a:p>
            <a:pPr lvl="1" marL="836930" indent="-36703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SzPct val="80000"/>
              <a:buFont typeface="Wingdings"/>
              <a:buChar char=""/>
              <a:tabLst>
                <a:tab pos="836294" algn="l"/>
                <a:tab pos="836930" algn="l"/>
              </a:tabLst>
            </a:pPr>
            <a:r>
              <a:rPr dirty="0" sz="2000">
                <a:latin typeface="UKIJ CJK"/>
                <a:cs typeface="UKIJ CJK"/>
              </a:rPr>
              <a:t>源点的（</a:t>
            </a:r>
            <a:r>
              <a:rPr dirty="0" sz="2000" spc="15">
                <a:latin typeface="UKIJ CJK"/>
                <a:cs typeface="UKIJ CJK"/>
              </a:rPr>
              <a:t>N</a:t>
            </a:r>
            <a:r>
              <a:rPr dirty="0" sz="2000">
                <a:latin typeface="UKIJ CJK"/>
                <a:cs typeface="UKIJ CJK"/>
              </a:rPr>
              <a:t>）实体准备一个（</a:t>
            </a:r>
            <a:r>
              <a:rPr dirty="0" sz="2000" spc="15">
                <a:latin typeface="UKIJ CJK"/>
                <a:cs typeface="UKIJ CJK"/>
              </a:rPr>
              <a:t>N</a:t>
            </a:r>
            <a:r>
              <a:rPr dirty="0" sz="2000">
                <a:latin typeface="UKIJ CJK"/>
                <a:cs typeface="UKIJ CJK"/>
              </a:rPr>
              <a:t>）</a:t>
            </a:r>
            <a:r>
              <a:rPr dirty="0" sz="2000" spc="80">
                <a:latin typeface="UKIJ CJK"/>
                <a:cs typeface="UKIJ CJK"/>
              </a:rPr>
              <a:t>P</a:t>
            </a:r>
            <a:r>
              <a:rPr dirty="0" sz="2000" spc="229">
                <a:latin typeface="UKIJ CJK"/>
                <a:cs typeface="UKIJ CJK"/>
              </a:rPr>
              <a:t>D</a:t>
            </a:r>
            <a:r>
              <a:rPr dirty="0" sz="2000" spc="160">
                <a:latin typeface="UKIJ CJK"/>
                <a:cs typeface="UKIJ CJK"/>
              </a:rPr>
              <a:t>U</a:t>
            </a:r>
            <a:r>
              <a:rPr dirty="0" sz="2000">
                <a:latin typeface="UKIJ CJK"/>
                <a:cs typeface="UKIJ CJK"/>
              </a:rPr>
              <a:t>发送到它的对等（</a:t>
            </a:r>
            <a:r>
              <a:rPr dirty="0" sz="2000" spc="15">
                <a:latin typeface="UKIJ CJK"/>
                <a:cs typeface="UKIJ CJK"/>
              </a:rPr>
              <a:t>N</a:t>
            </a:r>
            <a:r>
              <a:rPr dirty="0" sz="2000">
                <a:latin typeface="UKIJ CJK"/>
                <a:cs typeface="UKIJ CJK"/>
              </a:rPr>
              <a:t>）实</a:t>
            </a:r>
            <a:r>
              <a:rPr dirty="0" sz="2000" spc="5">
                <a:latin typeface="UKIJ CJK"/>
                <a:cs typeface="UKIJ CJK"/>
              </a:rPr>
              <a:t>体</a:t>
            </a:r>
            <a:endParaRPr sz="2000">
              <a:latin typeface="UKIJ CJK"/>
              <a:cs typeface="UKIJ CJK"/>
            </a:endParaRPr>
          </a:p>
          <a:p>
            <a:pPr marL="755650">
              <a:lnSpc>
                <a:spcPct val="100000"/>
              </a:lnSpc>
            </a:pPr>
            <a:r>
              <a:rPr dirty="0" sz="2000" spc="5">
                <a:latin typeface="UKIJ CJK"/>
                <a:cs typeface="UKIJ CJK"/>
              </a:rPr>
              <a:t>。</a:t>
            </a:r>
            <a:endParaRPr sz="2000">
              <a:latin typeface="UKIJ CJK"/>
              <a:cs typeface="UKIJ CJK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49334" y="6423025"/>
            <a:ext cx="20383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">
                <a:latin typeface="Times New Roman"/>
                <a:cs typeface="Times New Roman"/>
              </a:rPr>
              <a:t>2</a:t>
            </a:r>
            <a:r>
              <a:rPr dirty="0" sz="1400">
                <a:latin typeface="Times New Roman"/>
                <a:cs typeface="Times New Roman"/>
              </a:rPr>
              <a:t>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9958" y="596874"/>
            <a:ext cx="8064500" cy="4169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755650" indent="-285750">
              <a:lnSpc>
                <a:spcPct val="100000"/>
              </a:lnSpc>
              <a:spcBef>
                <a:spcPts val="105"/>
              </a:spcBef>
              <a:buClr>
                <a:srgbClr val="0000FF"/>
              </a:buClr>
              <a:buSzPct val="80000"/>
              <a:buFont typeface="Wingdings"/>
              <a:buChar char=""/>
              <a:tabLst>
                <a:tab pos="755650" algn="l"/>
              </a:tabLst>
            </a:pPr>
            <a:r>
              <a:rPr dirty="0" sz="2000">
                <a:latin typeface="UKIJ CJK"/>
                <a:cs typeface="UKIJ CJK"/>
              </a:rPr>
              <a:t>终点的</a:t>
            </a:r>
            <a:r>
              <a:rPr dirty="0" sz="2000" spc="-5">
                <a:latin typeface="UKIJ CJK"/>
                <a:cs typeface="UKIJ CJK"/>
              </a:rPr>
              <a:t>（</a:t>
            </a:r>
            <a:r>
              <a:rPr dirty="0" sz="2000" spc="-5">
                <a:latin typeface="Times New Roman"/>
                <a:cs typeface="Times New Roman"/>
              </a:rPr>
              <a:t>N</a:t>
            </a:r>
            <a:r>
              <a:rPr dirty="0" sz="2000" spc="-5">
                <a:latin typeface="UKIJ CJK"/>
                <a:cs typeface="UKIJ CJK"/>
              </a:rPr>
              <a:t>）</a:t>
            </a:r>
            <a:r>
              <a:rPr dirty="0" sz="2000">
                <a:latin typeface="UKIJ CJK"/>
                <a:cs typeface="UKIJ CJK"/>
              </a:rPr>
              <a:t>实体通过</a:t>
            </a:r>
            <a:r>
              <a:rPr dirty="0" sz="2000">
                <a:solidFill>
                  <a:srgbClr val="CC0000"/>
                </a:solidFill>
                <a:latin typeface="UKIJ CJK"/>
                <a:cs typeface="UKIJ CJK"/>
              </a:rPr>
              <a:t>指示服务原语</a:t>
            </a:r>
            <a:r>
              <a:rPr dirty="0" sz="2000">
                <a:latin typeface="UKIJ CJK"/>
                <a:cs typeface="UKIJ CJK"/>
              </a:rPr>
              <a:t>把数据交付给终点上适当</a:t>
            </a:r>
            <a:r>
              <a:rPr dirty="0" sz="2000" spc="-585">
                <a:latin typeface="UKIJ CJK"/>
                <a:cs typeface="UKIJ CJK"/>
              </a:rPr>
              <a:t>的</a:t>
            </a:r>
            <a:r>
              <a:rPr dirty="0" sz="2000" spc="5">
                <a:latin typeface="UKIJ CJK"/>
                <a:cs typeface="UKIJ CJK"/>
              </a:rPr>
              <a:t>（</a:t>
            </a:r>
            <a:endParaRPr sz="2000">
              <a:latin typeface="UKIJ CJK"/>
              <a:cs typeface="UKIJ CJK"/>
            </a:endParaRPr>
          </a:p>
          <a:p>
            <a:pPr marL="755650">
              <a:lnSpc>
                <a:spcPct val="100000"/>
              </a:lnSpc>
            </a:pPr>
            <a:r>
              <a:rPr dirty="0" sz="2000" spc="-5">
                <a:latin typeface="Times New Roman"/>
                <a:cs typeface="Times New Roman"/>
              </a:rPr>
              <a:t>N+1</a:t>
            </a:r>
            <a:r>
              <a:rPr dirty="0" sz="2000" spc="-5">
                <a:latin typeface="UKIJ CJK"/>
                <a:cs typeface="UKIJ CJK"/>
              </a:rPr>
              <a:t>）</a:t>
            </a:r>
            <a:r>
              <a:rPr dirty="0" sz="2000">
                <a:latin typeface="UKIJ CJK"/>
                <a:cs typeface="UKIJ CJK"/>
              </a:rPr>
              <a:t>实体，其参数包括数据和源点地址</a:t>
            </a:r>
            <a:r>
              <a:rPr dirty="0" sz="2000" spc="5">
                <a:latin typeface="UKIJ CJK"/>
                <a:cs typeface="UKIJ CJK"/>
              </a:rPr>
              <a:t>。</a:t>
            </a:r>
            <a:endParaRPr sz="2000">
              <a:latin typeface="UKIJ CJK"/>
              <a:cs typeface="UKIJ CJK"/>
            </a:endParaRPr>
          </a:p>
          <a:p>
            <a:pPr marL="755650" marR="59055" indent="-28575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SzPct val="80000"/>
              <a:buFont typeface="Wingdings"/>
              <a:buChar char=""/>
              <a:tabLst>
                <a:tab pos="755650" algn="l"/>
              </a:tabLst>
            </a:pPr>
            <a:r>
              <a:rPr dirty="0" sz="2000">
                <a:latin typeface="UKIJ CJK"/>
                <a:cs typeface="UKIJ CJK"/>
              </a:rPr>
              <a:t>如果要求确认，那么终点的</a:t>
            </a:r>
            <a:r>
              <a:rPr dirty="0" sz="2000" spc="-5">
                <a:latin typeface="UKIJ CJK"/>
                <a:cs typeface="UKIJ CJK"/>
              </a:rPr>
              <a:t>（</a:t>
            </a:r>
            <a:r>
              <a:rPr dirty="0" sz="2000" spc="-5">
                <a:latin typeface="Times New Roman"/>
                <a:cs typeface="Times New Roman"/>
              </a:rPr>
              <a:t>N+1</a:t>
            </a:r>
            <a:r>
              <a:rPr dirty="0" sz="2000" spc="-5">
                <a:latin typeface="UKIJ CJK"/>
                <a:cs typeface="UKIJ CJK"/>
              </a:rPr>
              <a:t>）</a:t>
            </a:r>
            <a:r>
              <a:rPr dirty="0" sz="2000">
                <a:latin typeface="UKIJ CJK"/>
                <a:cs typeface="UKIJ CJK"/>
              </a:rPr>
              <a:t>实体向它的</a:t>
            </a:r>
            <a:r>
              <a:rPr dirty="0" sz="2000" spc="-5">
                <a:latin typeface="UKIJ CJK"/>
                <a:cs typeface="UKIJ CJK"/>
              </a:rPr>
              <a:t>（</a:t>
            </a:r>
            <a:r>
              <a:rPr dirty="0" sz="2000" spc="-5">
                <a:latin typeface="Times New Roman"/>
                <a:cs typeface="Times New Roman"/>
              </a:rPr>
              <a:t>N</a:t>
            </a:r>
            <a:r>
              <a:rPr dirty="0" sz="2000" spc="-5">
                <a:latin typeface="UKIJ CJK"/>
                <a:cs typeface="UKIJ CJK"/>
              </a:rPr>
              <a:t>）</a:t>
            </a:r>
            <a:r>
              <a:rPr dirty="0" sz="2000">
                <a:latin typeface="UKIJ CJK"/>
                <a:cs typeface="UKIJ CJK"/>
              </a:rPr>
              <a:t>实体发</a:t>
            </a:r>
            <a:r>
              <a:rPr dirty="0" sz="2000" spc="-665">
                <a:latin typeface="UKIJ CJK"/>
                <a:cs typeface="UKIJ CJK"/>
              </a:rPr>
              <a:t>送</a:t>
            </a:r>
            <a:r>
              <a:rPr dirty="0" sz="2000" spc="5">
                <a:latin typeface="UKIJ CJK"/>
                <a:cs typeface="UKIJ CJK"/>
              </a:rPr>
              <a:t>一 </a:t>
            </a:r>
            <a:r>
              <a:rPr dirty="0" sz="2000">
                <a:latin typeface="UKIJ CJK"/>
                <a:cs typeface="UKIJ CJK"/>
              </a:rPr>
              <a:t>个</a:t>
            </a:r>
            <a:r>
              <a:rPr dirty="0" sz="2000">
                <a:solidFill>
                  <a:srgbClr val="CC0000"/>
                </a:solidFill>
                <a:latin typeface="UKIJ CJK"/>
                <a:cs typeface="UKIJ CJK"/>
              </a:rPr>
              <a:t>响应服务原语</a:t>
            </a:r>
            <a:r>
              <a:rPr dirty="0" sz="2000" spc="5">
                <a:latin typeface="UKIJ CJK"/>
                <a:cs typeface="UKIJ CJK"/>
              </a:rPr>
              <a:t>。</a:t>
            </a:r>
            <a:endParaRPr sz="2000">
              <a:latin typeface="UKIJ CJK"/>
              <a:cs typeface="UKIJ CJK"/>
            </a:endParaRPr>
          </a:p>
          <a:p>
            <a:pPr marL="755650" marR="146685" indent="-28575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SzPct val="80000"/>
              <a:buFont typeface="Wingdings"/>
              <a:buChar char=""/>
              <a:tabLst>
                <a:tab pos="755650" algn="l"/>
              </a:tabLst>
            </a:pPr>
            <a:r>
              <a:rPr dirty="0" sz="2000">
                <a:latin typeface="UKIJ CJK"/>
                <a:cs typeface="UKIJ CJK"/>
              </a:rPr>
              <a:t>终点的</a:t>
            </a:r>
            <a:r>
              <a:rPr dirty="0" sz="2000" spc="-5">
                <a:latin typeface="UKIJ CJK"/>
                <a:cs typeface="UKIJ CJK"/>
              </a:rPr>
              <a:t>（</a:t>
            </a:r>
            <a:r>
              <a:rPr dirty="0" sz="2000" spc="-5">
                <a:latin typeface="Times New Roman"/>
                <a:cs typeface="Times New Roman"/>
              </a:rPr>
              <a:t>N</a:t>
            </a:r>
            <a:r>
              <a:rPr dirty="0" sz="2000" spc="-5">
                <a:latin typeface="UKIJ CJK"/>
                <a:cs typeface="UKIJ CJK"/>
              </a:rPr>
              <a:t>）</a:t>
            </a:r>
            <a:r>
              <a:rPr dirty="0" sz="2000">
                <a:latin typeface="UKIJ CJK"/>
                <a:cs typeface="UKIJ CJK"/>
              </a:rPr>
              <a:t>实体用一个</a:t>
            </a:r>
            <a:r>
              <a:rPr dirty="0" sz="2000" spc="-5">
                <a:latin typeface="UKIJ CJK"/>
                <a:cs typeface="UKIJ CJK"/>
              </a:rPr>
              <a:t>（</a:t>
            </a:r>
            <a:r>
              <a:rPr dirty="0" sz="2000" spc="-5">
                <a:latin typeface="Times New Roman"/>
                <a:cs typeface="Times New Roman"/>
              </a:rPr>
              <a:t>N</a:t>
            </a:r>
            <a:r>
              <a:rPr dirty="0" sz="2000" spc="-5">
                <a:latin typeface="UKIJ CJK"/>
                <a:cs typeface="UKIJ CJK"/>
              </a:rPr>
              <a:t>）</a:t>
            </a:r>
            <a:r>
              <a:rPr dirty="0" sz="2000" spc="-5">
                <a:latin typeface="Times New Roman"/>
                <a:cs typeface="Times New Roman"/>
              </a:rPr>
              <a:t>PDU</a:t>
            </a:r>
            <a:r>
              <a:rPr dirty="0" sz="2000">
                <a:latin typeface="UKIJ CJK"/>
                <a:cs typeface="UKIJ CJK"/>
              </a:rPr>
              <a:t>来运送这个确认给源点</a:t>
            </a:r>
            <a:r>
              <a:rPr dirty="0" sz="2000" spc="-890">
                <a:latin typeface="UKIJ CJK"/>
                <a:cs typeface="UKIJ CJK"/>
              </a:rPr>
              <a:t>（</a:t>
            </a:r>
            <a:r>
              <a:rPr dirty="0" sz="2000" spc="-890">
                <a:latin typeface="Times New Roman"/>
                <a:cs typeface="Times New Roman"/>
              </a:rPr>
              <a:t>N</a:t>
            </a:r>
            <a:r>
              <a:rPr dirty="0" sz="2000" spc="-890">
                <a:latin typeface="UKIJ CJK"/>
                <a:cs typeface="UKIJ CJK"/>
              </a:rPr>
              <a:t>）</a:t>
            </a:r>
            <a:r>
              <a:rPr dirty="0" sz="2000">
                <a:latin typeface="UKIJ CJK"/>
                <a:cs typeface="UKIJ CJK"/>
              </a:rPr>
              <a:t>实 体</a:t>
            </a:r>
            <a:r>
              <a:rPr dirty="0" sz="2000" spc="5">
                <a:latin typeface="UKIJ CJK"/>
                <a:cs typeface="UKIJ CJK"/>
              </a:rPr>
              <a:t>。</a:t>
            </a:r>
            <a:endParaRPr sz="2000">
              <a:latin typeface="UKIJ CJK"/>
              <a:cs typeface="UKIJ CJK"/>
            </a:endParaRPr>
          </a:p>
          <a:p>
            <a:pPr marL="755650" indent="-28575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SzPct val="80000"/>
              <a:buFont typeface="Wingdings"/>
              <a:buChar char=""/>
              <a:tabLst>
                <a:tab pos="755650" algn="l"/>
              </a:tabLst>
            </a:pPr>
            <a:r>
              <a:rPr dirty="0" sz="2000">
                <a:latin typeface="UKIJ CJK"/>
                <a:cs typeface="UKIJ CJK"/>
              </a:rPr>
              <a:t>这个确认在源点以</a:t>
            </a:r>
            <a:r>
              <a:rPr dirty="0" sz="2000">
                <a:solidFill>
                  <a:srgbClr val="CC0000"/>
                </a:solidFill>
                <a:latin typeface="UKIJ CJK"/>
                <a:cs typeface="UKIJ CJK"/>
              </a:rPr>
              <a:t>证实服务原语</a:t>
            </a:r>
            <a:r>
              <a:rPr dirty="0" sz="2000">
                <a:latin typeface="UKIJ CJK"/>
                <a:cs typeface="UKIJ CJK"/>
              </a:rPr>
              <a:t>的形式交给</a:t>
            </a:r>
            <a:r>
              <a:rPr dirty="0" sz="2000" spc="-5">
                <a:latin typeface="UKIJ CJK"/>
                <a:cs typeface="UKIJ CJK"/>
              </a:rPr>
              <a:t>（</a:t>
            </a:r>
            <a:r>
              <a:rPr dirty="0" sz="2000" spc="-5">
                <a:latin typeface="Times New Roman"/>
                <a:cs typeface="Times New Roman"/>
              </a:rPr>
              <a:t>N+1</a:t>
            </a:r>
            <a:r>
              <a:rPr dirty="0" sz="2000" spc="-5">
                <a:latin typeface="UKIJ CJK"/>
                <a:cs typeface="UKIJ CJK"/>
              </a:rPr>
              <a:t>）</a:t>
            </a:r>
            <a:r>
              <a:rPr dirty="0" sz="2000">
                <a:latin typeface="UKIJ CJK"/>
                <a:cs typeface="UKIJ CJK"/>
              </a:rPr>
              <a:t>实体</a:t>
            </a:r>
            <a:r>
              <a:rPr dirty="0" sz="2000" spc="5">
                <a:latin typeface="UKIJ CJK"/>
                <a:cs typeface="UKIJ CJK"/>
              </a:rPr>
              <a:t>。</a:t>
            </a:r>
            <a:endParaRPr sz="2000">
              <a:latin typeface="UKIJ CJK"/>
              <a:cs typeface="UKIJ CJK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500">
              <a:latin typeface="UKIJ CJK"/>
              <a:cs typeface="UKIJ CJK"/>
            </a:endParaRPr>
          </a:p>
          <a:p>
            <a:pPr marL="12700">
              <a:lnSpc>
                <a:spcPct val="100000"/>
              </a:lnSpc>
            </a:pPr>
            <a:r>
              <a:rPr dirty="0" sz="2200" spc="5" b="0">
                <a:latin typeface="Noto Sans CJK JP Medium"/>
                <a:cs typeface="Noto Sans CJK JP Medium"/>
              </a:rPr>
              <a:t>证实型</a:t>
            </a:r>
            <a:r>
              <a:rPr dirty="0" sz="2200" spc="-5" b="0">
                <a:latin typeface="Noto Sans CJK JP Medium"/>
                <a:cs typeface="Noto Sans CJK JP Medium"/>
              </a:rPr>
              <a:t>（</a:t>
            </a:r>
            <a:r>
              <a:rPr dirty="0" sz="2200" spc="-5" b="1">
                <a:latin typeface="Times New Roman"/>
                <a:cs typeface="Times New Roman"/>
              </a:rPr>
              <a:t>confirmed</a:t>
            </a:r>
            <a:r>
              <a:rPr dirty="0" sz="2200" spc="-5" b="0">
                <a:latin typeface="Noto Sans CJK JP Medium"/>
                <a:cs typeface="Noto Sans CJK JP Medium"/>
              </a:rPr>
              <a:t>）</a:t>
            </a:r>
            <a:r>
              <a:rPr dirty="0" sz="2200" spc="5" b="0">
                <a:latin typeface="Noto Sans CJK JP Medium"/>
                <a:cs typeface="Noto Sans CJK JP Medium"/>
              </a:rPr>
              <a:t>和无证实型</a:t>
            </a:r>
            <a:r>
              <a:rPr dirty="0" sz="2200" spc="-5" b="0">
                <a:latin typeface="Noto Sans CJK JP Medium"/>
                <a:cs typeface="Noto Sans CJK JP Medium"/>
              </a:rPr>
              <a:t>（</a:t>
            </a:r>
            <a:r>
              <a:rPr dirty="0" sz="2200" spc="-5" b="1">
                <a:latin typeface="Times New Roman"/>
                <a:cs typeface="Times New Roman"/>
              </a:rPr>
              <a:t>unconfirmed</a:t>
            </a:r>
            <a:r>
              <a:rPr dirty="0" sz="2200" spc="-5" b="0">
                <a:latin typeface="Noto Sans CJK JP Medium"/>
                <a:cs typeface="Noto Sans CJK JP Medium"/>
              </a:rPr>
              <a:t>）</a:t>
            </a:r>
            <a:r>
              <a:rPr dirty="0" sz="2200" spc="5" b="0">
                <a:latin typeface="Noto Sans CJK JP Medium"/>
                <a:cs typeface="Noto Sans CJK JP Medium"/>
              </a:rPr>
              <a:t>服务的区别</a:t>
            </a:r>
            <a:r>
              <a:rPr dirty="0" sz="2200" spc="-5" b="0">
                <a:latin typeface="Noto Sans CJK JP Medium"/>
                <a:cs typeface="Noto Sans CJK JP Medium"/>
              </a:rPr>
              <a:t>：</a:t>
            </a:r>
            <a:endParaRPr sz="2200">
              <a:latin typeface="Noto Sans CJK JP Medium"/>
              <a:cs typeface="Noto Sans CJK JP Medium"/>
            </a:endParaRPr>
          </a:p>
          <a:p>
            <a:pPr marL="355600" indent="-342900">
              <a:lnSpc>
                <a:spcPct val="100000"/>
              </a:lnSpc>
              <a:spcBef>
                <a:spcPts val="980"/>
              </a:spcBef>
              <a:buClr>
                <a:srgbClr val="0000FF"/>
              </a:buClr>
              <a:buSzPct val="85000"/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dirty="0" sz="2000">
                <a:latin typeface="UKIJ CJK"/>
                <a:cs typeface="UKIJ CJK"/>
              </a:rPr>
              <a:t>证实型服务包含所有</a:t>
            </a:r>
            <a:r>
              <a:rPr dirty="0" sz="2000" spc="-5">
                <a:latin typeface="Times New Roman"/>
                <a:cs typeface="Times New Roman"/>
              </a:rPr>
              <a:t>4</a:t>
            </a:r>
            <a:r>
              <a:rPr dirty="0" sz="2000">
                <a:latin typeface="UKIJ CJK"/>
                <a:cs typeface="UKIJ CJK"/>
              </a:rPr>
              <a:t>种服务原语</a:t>
            </a:r>
            <a:r>
              <a:rPr dirty="0" sz="2000" spc="5">
                <a:latin typeface="UKIJ CJK"/>
                <a:cs typeface="UKIJ CJK"/>
              </a:rPr>
              <a:t>。</a:t>
            </a:r>
            <a:endParaRPr sz="2000">
              <a:latin typeface="UKIJ CJK"/>
              <a:cs typeface="UKIJ CJK"/>
            </a:endParaRPr>
          </a:p>
          <a:p>
            <a:pPr marL="355600" indent="-342900">
              <a:lnSpc>
                <a:spcPct val="100000"/>
              </a:lnSpc>
              <a:spcBef>
                <a:spcPts val="960"/>
              </a:spcBef>
              <a:buClr>
                <a:srgbClr val="0000FF"/>
              </a:buClr>
              <a:buSzPct val="85000"/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dirty="0" sz="2000">
                <a:latin typeface="UKIJ CJK"/>
                <a:cs typeface="UKIJ CJK"/>
              </a:rPr>
              <a:t>无证实型服务只包含请求和指示</a:t>
            </a:r>
            <a:r>
              <a:rPr dirty="0" sz="2000" spc="-5">
                <a:latin typeface="Times New Roman"/>
                <a:cs typeface="Times New Roman"/>
              </a:rPr>
              <a:t>2</a:t>
            </a:r>
            <a:r>
              <a:rPr dirty="0" sz="2000">
                <a:latin typeface="UKIJ CJK"/>
                <a:cs typeface="UKIJ CJK"/>
              </a:rPr>
              <a:t>种服务原语</a:t>
            </a:r>
            <a:r>
              <a:rPr dirty="0" sz="2000" spc="5">
                <a:latin typeface="UKIJ CJK"/>
                <a:cs typeface="UKIJ CJK"/>
              </a:rPr>
              <a:t>。</a:t>
            </a:r>
            <a:endParaRPr sz="2000">
              <a:latin typeface="UKIJ CJK"/>
              <a:cs typeface="UKIJ CJK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669" y="407441"/>
            <a:ext cx="8255000" cy="22193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20000"/>
              </a:lnSpc>
              <a:spcBef>
                <a:spcPts val="95"/>
              </a:spcBef>
            </a:pPr>
            <a:r>
              <a:rPr dirty="0"/>
              <a:t>图中描述了事件发生的事件顺序。图</a:t>
            </a:r>
            <a:r>
              <a:rPr dirty="0" spc="35"/>
              <a:t>（a）</a:t>
            </a:r>
            <a:r>
              <a:rPr dirty="0" spc="70"/>
              <a:t> </a:t>
            </a:r>
            <a:r>
              <a:rPr dirty="0"/>
              <a:t>事件序列称为证实 服务，因为发起者会收到一个证实，表明它所请求的服务在另 一端得到了预期的效果。如果仅涉及请求和指示这两个服务原 语，则这个服务的对话就是无证实服务，发起者不会收到表明 其请求的动作已发生的证实信息，如图</a:t>
            </a:r>
            <a:r>
              <a:rPr dirty="0" spc="25">
                <a:latin typeface="Noto Sans CJK JP Black"/>
                <a:cs typeface="Noto Sans CJK JP Black"/>
              </a:rPr>
              <a:t>（</a:t>
            </a:r>
            <a:r>
              <a:rPr dirty="0" spc="25"/>
              <a:t>b</a:t>
            </a:r>
            <a:r>
              <a:rPr dirty="0" spc="25">
                <a:latin typeface="Noto Sans CJK JP Black"/>
                <a:cs typeface="Noto Sans CJK JP Black"/>
              </a:rPr>
              <a:t>）</a:t>
            </a:r>
            <a:r>
              <a:rPr dirty="0">
                <a:latin typeface="Noto Sans CJK JP Black"/>
                <a:cs typeface="Noto Sans CJK JP Black"/>
              </a:rPr>
              <a:t>所示。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08565" y="4006202"/>
            <a:ext cx="43116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Noto Sans CJK JP Black"/>
                <a:cs typeface="Noto Sans CJK JP Black"/>
              </a:rPr>
              <a:t>指</a:t>
            </a:r>
            <a:r>
              <a:rPr dirty="0" sz="1600" spc="-5">
                <a:latin typeface="Noto Sans CJK JP Black"/>
                <a:cs typeface="Noto Sans CJK JP Black"/>
              </a:rPr>
              <a:t>示</a:t>
            </a:r>
            <a:endParaRPr sz="1600">
              <a:latin typeface="Noto Sans CJK JP Black"/>
              <a:cs typeface="Noto Sans CJK JP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08565" y="4430318"/>
            <a:ext cx="43116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Noto Sans CJK JP Black"/>
                <a:cs typeface="Noto Sans CJK JP Black"/>
              </a:rPr>
              <a:t>响</a:t>
            </a:r>
            <a:r>
              <a:rPr dirty="0" sz="1600" spc="-5">
                <a:latin typeface="Noto Sans CJK JP Black"/>
                <a:cs typeface="Noto Sans CJK JP Black"/>
              </a:rPr>
              <a:t>应</a:t>
            </a:r>
            <a:endParaRPr sz="1600">
              <a:latin typeface="Noto Sans CJK JP Black"/>
              <a:cs typeface="Noto Sans CJK JP Black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09229" y="3455657"/>
            <a:ext cx="1101090" cy="1946910"/>
          </a:xfrm>
          <a:custGeom>
            <a:avLst/>
            <a:gdLst/>
            <a:ahLst/>
            <a:cxnLst/>
            <a:rect l="l" t="t" r="r" b="b"/>
            <a:pathLst>
              <a:path w="1101089" h="1946910">
                <a:moveTo>
                  <a:pt x="38100" y="0"/>
                </a:moveTo>
                <a:lnTo>
                  <a:pt x="0" y="0"/>
                </a:lnTo>
                <a:lnTo>
                  <a:pt x="0" y="1946770"/>
                </a:lnTo>
                <a:lnTo>
                  <a:pt x="38100" y="1946770"/>
                </a:lnTo>
                <a:lnTo>
                  <a:pt x="38100" y="0"/>
                </a:lnTo>
                <a:close/>
              </a:path>
              <a:path w="1101089" h="1946910">
                <a:moveTo>
                  <a:pt x="1101090" y="0"/>
                </a:moveTo>
                <a:lnTo>
                  <a:pt x="1062990" y="0"/>
                </a:lnTo>
                <a:lnTo>
                  <a:pt x="1062990" y="1946770"/>
                </a:lnTo>
                <a:lnTo>
                  <a:pt x="1101090" y="1946770"/>
                </a:lnTo>
                <a:lnTo>
                  <a:pt x="110109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104743" y="3215131"/>
            <a:ext cx="59055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Times New Roman"/>
                <a:cs typeface="Times New Roman"/>
              </a:rPr>
              <a:t>N+1</a:t>
            </a:r>
            <a:r>
              <a:rPr dirty="0" sz="1600" spc="-5">
                <a:latin typeface="Noto Sans CJK JP Black"/>
                <a:cs typeface="Noto Sans CJK JP Black"/>
              </a:rPr>
              <a:t>层</a:t>
            </a:r>
            <a:endParaRPr sz="1600">
              <a:latin typeface="Noto Sans CJK JP Black"/>
              <a:cs typeface="Noto Sans CJK JP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21014" y="3215131"/>
            <a:ext cx="37465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Times New Roman"/>
                <a:cs typeface="Times New Roman"/>
              </a:rPr>
              <a:t>N</a:t>
            </a:r>
            <a:r>
              <a:rPr dirty="0" sz="1600" spc="-5">
                <a:latin typeface="Noto Sans CJK JP Black"/>
                <a:cs typeface="Noto Sans CJK JP Black"/>
              </a:rPr>
              <a:t>层</a:t>
            </a:r>
            <a:endParaRPr sz="1600">
              <a:latin typeface="Noto Sans CJK JP Black"/>
              <a:cs typeface="Noto Sans CJK JP Black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43546" y="3462032"/>
            <a:ext cx="3032760" cy="1940560"/>
            <a:chOff x="843546" y="3462032"/>
            <a:chExt cx="3032760" cy="1940560"/>
          </a:xfrm>
        </p:grpSpPr>
        <p:sp>
          <p:nvSpPr>
            <p:cNvPr id="9" name="object 9"/>
            <p:cNvSpPr/>
            <p:nvPr/>
          </p:nvSpPr>
          <p:spPr>
            <a:xfrm>
              <a:off x="843546" y="3874516"/>
              <a:ext cx="3032760" cy="1270635"/>
            </a:xfrm>
            <a:custGeom>
              <a:avLst/>
              <a:gdLst/>
              <a:ahLst/>
              <a:cxnLst/>
              <a:rect l="l" t="t" r="r" b="b"/>
              <a:pathLst>
                <a:path w="3032760" h="1270635">
                  <a:moveTo>
                    <a:pt x="984732" y="142671"/>
                  </a:moveTo>
                  <a:lnTo>
                    <a:pt x="802868" y="62153"/>
                  </a:lnTo>
                  <a:lnTo>
                    <a:pt x="798093" y="99974"/>
                  </a:lnTo>
                  <a:lnTo>
                    <a:pt x="4762" y="0"/>
                  </a:lnTo>
                  <a:lnTo>
                    <a:pt x="0" y="37795"/>
                  </a:lnTo>
                  <a:lnTo>
                    <a:pt x="793343" y="137769"/>
                  </a:lnTo>
                  <a:lnTo>
                    <a:pt x="788581" y="175564"/>
                  </a:lnTo>
                  <a:lnTo>
                    <a:pt x="978522" y="143713"/>
                  </a:lnTo>
                  <a:lnTo>
                    <a:pt x="984732" y="142671"/>
                  </a:lnTo>
                  <a:close/>
                </a:path>
                <a:path w="3032760" h="1270635">
                  <a:moveTo>
                    <a:pt x="996276" y="1131303"/>
                  </a:moveTo>
                  <a:lnTo>
                    <a:pt x="990473" y="1093647"/>
                  </a:lnTo>
                  <a:lnTo>
                    <a:pt x="982345" y="1094905"/>
                  </a:lnTo>
                  <a:lnTo>
                    <a:pt x="982192" y="1094930"/>
                  </a:lnTo>
                  <a:lnTo>
                    <a:pt x="981824" y="1094981"/>
                  </a:lnTo>
                  <a:lnTo>
                    <a:pt x="188988" y="1194879"/>
                  </a:lnTo>
                  <a:lnTo>
                    <a:pt x="184238" y="1157071"/>
                  </a:lnTo>
                  <a:lnTo>
                    <a:pt x="2374" y="1237576"/>
                  </a:lnTo>
                  <a:lnTo>
                    <a:pt x="198526" y="1270469"/>
                  </a:lnTo>
                  <a:lnTo>
                    <a:pt x="194513" y="1238618"/>
                  </a:lnTo>
                  <a:lnTo>
                    <a:pt x="193751" y="1232674"/>
                  </a:lnTo>
                  <a:lnTo>
                    <a:pt x="987107" y="1132700"/>
                  </a:lnTo>
                  <a:lnTo>
                    <a:pt x="984719" y="1113840"/>
                  </a:lnTo>
                  <a:lnTo>
                    <a:pt x="987628" y="1132636"/>
                  </a:lnTo>
                  <a:lnTo>
                    <a:pt x="996276" y="1131303"/>
                  </a:lnTo>
                  <a:close/>
                </a:path>
                <a:path w="3032760" h="1270635">
                  <a:moveTo>
                    <a:pt x="1138288" y="168224"/>
                  </a:moveTo>
                  <a:lnTo>
                    <a:pt x="987437" y="146596"/>
                  </a:lnTo>
                  <a:lnTo>
                    <a:pt x="982027" y="184302"/>
                  </a:lnTo>
                  <a:lnTo>
                    <a:pt x="1132890" y="205930"/>
                  </a:lnTo>
                  <a:lnTo>
                    <a:pt x="1138288" y="168224"/>
                  </a:lnTo>
                  <a:close/>
                </a:path>
                <a:path w="3032760" h="1270635">
                  <a:moveTo>
                    <a:pt x="1259865" y="1090676"/>
                  </a:moveTo>
                  <a:lnTo>
                    <a:pt x="1254061" y="1053020"/>
                  </a:lnTo>
                  <a:lnTo>
                    <a:pt x="1103439" y="1076236"/>
                  </a:lnTo>
                  <a:lnTo>
                    <a:pt x="1109243" y="1113891"/>
                  </a:lnTo>
                  <a:lnTo>
                    <a:pt x="1259865" y="1090676"/>
                  </a:lnTo>
                  <a:close/>
                </a:path>
                <a:path w="3032760" h="1270635">
                  <a:moveTo>
                    <a:pt x="1402295" y="206070"/>
                  </a:moveTo>
                  <a:lnTo>
                    <a:pt x="1251432" y="184442"/>
                  </a:lnTo>
                  <a:lnTo>
                    <a:pt x="1246022" y="222161"/>
                  </a:lnTo>
                  <a:lnTo>
                    <a:pt x="1396885" y="243789"/>
                  </a:lnTo>
                  <a:lnTo>
                    <a:pt x="1402295" y="206070"/>
                  </a:lnTo>
                  <a:close/>
                </a:path>
                <a:path w="3032760" h="1270635">
                  <a:moveTo>
                    <a:pt x="1523453" y="1050048"/>
                  </a:moveTo>
                  <a:lnTo>
                    <a:pt x="1517650" y="1012393"/>
                  </a:lnTo>
                  <a:lnTo>
                    <a:pt x="1367028" y="1035608"/>
                  </a:lnTo>
                  <a:lnTo>
                    <a:pt x="1372831" y="1073264"/>
                  </a:lnTo>
                  <a:lnTo>
                    <a:pt x="1523453" y="1050048"/>
                  </a:lnTo>
                  <a:close/>
                </a:path>
                <a:path w="3032760" h="1270635">
                  <a:moveTo>
                    <a:pt x="1666290" y="243916"/>
                  </a:moveTo>
                  <a:lnTo>
                    <a:pt x="1515440" y="222288"/>
                  </a:lnTo>
                  <a:lnTo>
                    <a:pt x="1510030" y="260007"/>
                  </a:lnTo>
                  <a:lnTo>
                    <a:pt x="1660880" y="281635"/>
                  </a:lnTo>
                  <a:lnTo>
                    <a:pt x="1666290" y="243916"/>
                  </a:lnTo>
                  <a:close/>
                </a:path>
                <a:path w="3032760" h="1270635">
                  <a:moveTo>
                    <a:pt x="1787042" y="1009434"/>
                  </a:moveTo>
                  <a:lnTo>
                    <a:pt x="1781238" y="971778"/>
                  </a:lnTo>
                  <a:lnTo>
                    <a:pt x="1630616" y="994994"/>
                  </a:lnTo>
                  <a:lnTo>
                    <a:pt x="1636420" y="1032649"/>
                  </a:lnTo>
                  <a:lnTo>
                    <a:pt x="1787042" y="1009434"/>
                  </a:lnTo>
                  <a:close/>
                </a:path>
                <a:path w="3032760" h="1270635">
                  <a:moveTo>
                    <a:pt x="1930298" y="281774"/>
                  </a:moveTo>
                  <a:lnTo>
                    <a:pt x="1779435" y="260146"/>
                  </a:lnTo>
                  <a:lnTo>
                    <a:pt x="1774024" y="297853"/>
                  </a:lnTo>
                  <a:lnTo>
                    <a:pt x="1924888" y="319481"/>
                  </a:lnTo>
                  <a:lnTo>
                    <a:pt x="1930298" y="281774"/>
                  </a:lnTo>
                  <a:close/>
                </a:path>
                <a:path w="3032760" h="1270635">
                  <a:moveTo>
                    <a:pt x="2050427" y="298996"/>
                  </a:moveTo>
                  <a:lnTo>
                    <a:pt x="2043442" y="297992"/>
                  </a:lnTo>
                  <a:lnTo>
                    <a:pt x="2038032" y="335699"/>
                  </a:lnTo>
                  <a:lnTo>
                    <a:pt x="2045017" y="336702"/>
                  </a:lnTo>
                  <a:lnTo>
                    <a:pt x="2050427" y="298996"/>
                  </a:lnTo>
                  <a:close/>
                </a:path>
                <a:path w="3032760" h="1270635">
                  <a:moveTo>
                    <a:pt x="3030080" y="453961"/>
                  </a:moveTo>
                  <a:lnTo>
                    <a:pt x="2848216" y="373443"/>
                  </a:lnTo>
                  <a:lnTo>
                    <a:pt x="2843453" y="411251"/>
                  </a:lnTo>
                  <a:lnTo>
                    <a:pt x="2050110" y="311289"/>
                  </a:lnTo>
                  <a:lnTo>
                    <a:pt x="2045347" y="349084"/>
                  </a:lnTo>
                  <a:lnTo>
                    <a:pt x="2838691" y="449059"/>
                  </a:lnTo>
                  <a:lnTo>
                    <a:pt x="2833928" y="486854"/>
                  </a:lnTo>
                  <a:lnTo>
                    <a:pt x="3023870" y="455002"/>
                  </a:lnTo>
                  <a:lnTo>
                    <a:pt x="3030080" y="453961"/>
                  </a:lnTo>
                  <a:close/>
                </a:path>
                <a:path w="3032760" h="1270635">
                  <a:moveTo>
                    <a:pt x="3032468" y="845108"/>
                  </a:moveTo>
                  <a:lnTo>
                    <a:pt x="3027705" y="807300"/>
                  </a:lnTo>
                  <a:lnTo>
                    <a:pt x="2234336" y="907275"/>
                  </a:lnTo>
                  <a:lnTo>
                    <a:pt x="2229586" y="869467"/>
                  </a:lnTo>
                  <a:lnTo>
                    <a:pt x="2047722" y="949985"/>
                  </a:lnTo>
                  <a:lnTo>
                    <a:pt x="2044827" y="931151"/>
                  </a:lnTo>
                  <a:lnTo>
                    <a:pt x="1894205" y="954366"/>
                  </a:lnTo>
                  <a:lnTo>
                    <a:pt x="1900008" y="992022"/>
                  </a:lnTo>
                  <a:lnTo>
                    <a:pt x="2050630" y="968806"/>
                  </a:lnTo>
                  <a:lnTo>
                    <a:pt x="2047722" y="949998"/>
                  </a:lnTo>
                  <a:lnTo>
                    <a:pt x="2243874" y="982865"/>
                  </a:lnTo>
                  <a:lnTo>
                    <a:pt x="2239861" y="951014"/>
                  </a:lnTo>
                  <a:lnTo>
                    <a:pt x="2239099" y="945070"/>
                  </a:lnTo>
                  <a:lnTo>
                    <a:pt x="3032468" y="8451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359774" y="3462032"/>
              <a:ext cx="0" cy="1940560"/>
            </a:xfrm>
            <a:custGeom>
              <a:avLst/>
              <a:gdLst/>
              <a:ahLst/>
              <a:cxnLst/>
              <a:rect l="l" t="t" r="r" b="b"/>
              <a:pathLst>
                <a:path w="0" h="1940560">
                  <a:moveTo>
                    <a:pt x="0" y="0"/>
                  </a:moveTo>
                  <a:lnTo>
                    <a:pt x="0" y="1940394"/>
                  </a:lnTo>
                </a:path>
              </a:pathLst>
            </a:custGeom>
            <a:ln w="19050">
              <a:solidFill>
                <a:srgbClr val="CCCCF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827201" y="3221507"/>
            <a:ext cx="857885" cy="6673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794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Times New Roman"/>
                <a:cs typeface="Times New Roman"/>
              </a:rPr>
              <a:t>N+1</a:t>
            </a:r>
            <a:r>
              <a:rPr dirty="0" sz="1600" spc="-5">
                <a:latin typeface="Noto Sans CJK JP Black"/>
                <a:cs typeface="Noto Sans CJK JP Black"/>
              </a:rPr>
              <a:t>层</a:t>
            </a:r>
            <a:endParaRPr sz="1600">
              <a:latin typeface="Noto Sans CJK JP Black"/>
              <a:cs typeface="Noto Sans CJK JP Black"/>
            </a:endParaRPr>
          </a:p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dirty="0" sz="1600">
                <a:latin typeface="Noto Sans CJK JP Black"/>
                <a:cs typeface="Noto Sans CJK JP Black"/>
              </a:rPr>
              <a:t>请</a:t>
            </a:r>
            <a:r>
              <a:rPr dirty="0" sz="1600" spc="-5">
                <a:latin typeface="Noto Sans CJK JP Black"/>
                <a:cs typeface="Noto Sans CJK JP Black"/>
              </a:rPr>
              <a:t>求</a:t>
            </a:r>
            <a:endParaRPr sz="1600">
              <a:latin typeface="Noto Sans CJK JP Black"/>
              <a:cs typeface="Noto Sans CJK JP Black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45896" y="4781410"/>
            <a:ext cx="43116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Noto Sans CJK JP Black"/>
                <a:cs typeface="Noto Sans CJK JP Black"/>
              </a:rPr>
              <a:t>证</a:t>
            </a:r>
            <a:r>
              <a:rPr dirty="0" sz="1600" spc="-5">
                <a:latin typeface="Noto Sans CJK JP Black"/>
                <a:cs typeface="Noto Sans CJK JP Black"/>
              </a:rPr>
              <a:t>实</a:t>
            </a:r>
            <a:endParaRPr sz="1600">
              <a:latin typeface="Noto Sans CJK JP Black"/>
              <a:cs typeface="Noto Sans CJK JP Black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79018" y="5720816"/>
            <a:ext cx="3265893" cy="1536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759256" y="5424652"/>
            <a:ext cx="2265680" cy="10521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02360" algn="l"/>
              </a:tabLst>
            </a:pPr>
            <a:r>
              <a:rPr dirty="0" sz="1600">
                <a:latin typeface="Noto Sans CJK JP Black"/>
                <a:cs typeface="Noto Sans CJK JP Black"/>
              </a:rPr>
              <a:t>服务用</a:t>
            </a:r>
            <a:r>
              <a:rPr dirty="0" sz="1600" spc="-5">
                <a:latin typeface="Noto Sans CJK JP Black"/>
                <a:cs typeface="Noto Sans CJK JP Black"/>
              </a:rPr>
              <a:t>户	</a:t>
            </a:r>
            <a:r>
              <a:rPr dirty="0" sz="1600">
                <a:latin typeface="Noto Sans CJK JP Black"/>
                <a:cs typeface="Noto Sans CJK JP Black"/>
              </a:rPr>
              <a:t>服务提供</a:t>
            </a:r>
            <a:r>
              <a:rPr dirty="0" sz="1600" spc="-5">
                <a:latin typeface="Noto Sans CJK JP Black"/>
                <a:cs typeface="Noto Sans CJK JP Black"/>
              </a:rPr>
              <a:t>者</a:t>
            </a:r>
            <a:endParaRPr sz="1600">
              <a:latin typeface="Noto Sans CJK JP Black"/>
              <a:cs typeface="Noto Sans CJK JP Black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800">
              <a:latin typeface="Noto Sans CJK JP Black"/>
              <a:cs typeface="Noto Sans CJK JP Black"/>
            </a:endParaRPr>
          </a:p>
          <a:p>
            <a:pPr marL="554355">
              <a:lnSpc>
                <a:spcPct val="100000"/>
              </a:lnSpc>
            </a:pPr>
            <a:r>
              <a:rPr dirty="0" sz="1600">
                <a:latin typeface="Noto Sans CJK JP Black"/>
                <a:cs typeface="Noto Sans CJK JP Black"/>
              </a:rPr>
              <a:t>源</a:t>
            </a:r>
            <a:r>
              <a:rPr dirty="0" sz="1600" spc="-5">
                <a:latin typeface="Noto Sans CJK JP Black"/>
                <a:cs typeface="Noto Sans CJK JP Black"/>
              </a:rPr>
              <a:t>点</a:t>
            </a:r>
            <a:endParaRPr sz="1600">
              <a:latin typeface="Noto Sans CJK JP Black"/>
              <a:cs typeface="Noto Sans CJK JP Black"/>
            </a:endParaRPr>
          </a:p>
          <a:p>
            <a:pPr marL="842010">
              <a:lnSpc>
                <a:spcPct val="100000"/>
              </a:lnSpc>
              <a:spcBef>
                <a:spcPts val="565"/>
              </a:spcBef>
            </a:pPr>
            <a:r>
              <a:rPr dirty="0" sz="1600" spc="-5">
                <a:latin typeface="Noto Sans CJK JP Black"/>
                <a:cs typeface="Noto Sans CJK JP Black"/>
              </a:rPr>
              <a:t>（</a:t>
            </a:r>
            <a:r>
              <a:rPr dirty="0" sz="1600" spc="-5">
                <a:latin typeface="Times New Roman"/>
                <a:cs typeface="Times New Roman"/>
              </a:rPr>
              <a:t>a</a:t>
            </a:r>
            <a:r>
              <a:rPr dirty="0" sz="1600" spc="-5">
                <a:latin typeface="Noto Sans CJK JP Black"/>
                <a:cs typeface="Noto Sans CJK JP Black"/>
              </a:rPr>
              <a:t>）</a:t>
            </a:r>
            <a:r>
              <a:rPr dirty="0" sz="1600" spc="355">
                <a:latin typeface="Noto Sans CJK JP Black"/>
                <a:cs typeface="Noto Sans CJK JP Black"/>
              </a:rPr>
              <a:t> </a:t>
            </a:r>
            <a:r>
              <a:rPr dirty="0" sz="1600">
                <a:latin typeface="Noto Sans CJK JP Black"/>
                <a:cs typeface="Noto Sans CJK JP Black"/>
              </a:rPr>
              <a:t>证实服</a:t>
            </a:r>
            <a:r>
              <a:rPr dirty="0" sz="1600" spc="-5">
                <a:latin typeface="Noto Sans CJK JP Black"/>
                <a:cs typeface="Noto Sans CJK JP Black"/>
              </a:rPr>
              <a:t>务</a:t>
            </a:r>
            <a:endParaRPr sz="1600">
              <a:latin typeface="Noto Sans CJK JP Black"/>
              <a:cs typeface="Noto Sans CJK JP Black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22256" y="5892520"/>
            <a:ext cx="43116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Noto Sans CJK JP Black"/>
                <a:cs typeface="Noto Sans CJK JP Black"/>
              </a:rPr>
              <a:t>终</a:t>
            </a:r>
            <a:r>
              <a:rPr dirty="0" sz="1600" spc="-5">
                <a:latin typeface="Noto Sans CJK JP Black"/>
                <a:cs typeface="Noto Sans CJK JP Black"/>
              </a:rPr>
              <a:t>点</a:t>
            </a:r>
            <a:endParaRPr sz="1600">
              <a:latin typeface="Noto Sans CJK JP Black"/>
              <a:cs typeface="Noto Sans CJK JP Black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88207" y="5414035"/>
            <a:ext cx="83756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Noto Sans CJK JP Black"/>
                <a:cs typeface="Noto Sans CJK JP Black"/>
              </a:rPr>
              <a:t>服务用</a:t>
            </a:r>
            <a:r>
              <a:rPr dirty="0" sz="1600" spc="-5">
                <a:latin typeface="Noto Sans CJK JP Black"/>
                <a:cs typeface="Noto Sans CJK JP Black"/>
              </a:rPr>
              <a:t>户</a:t>
            </a:r>
            <a:endParaRPr sz="1600">
              <a:latin typeface="Noto Sans CJK JP Black"/>
              <a:cs typeface="Noto Sans CJK JP Black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936640" y="3455657"/>
            <a:ext cx="1101090" cy="1946910"/>
          </a:xfrm>
          <a:custGeom>
            <a:avLst/>
            <a:gdLst/>
            <a:ahLst/>
            <a:cxnLst/>
            <a:rect l="l" t="t" r="r" b="b"/>
            <a:pathLst>
              <a:path w="1101090" h="1946910">
                <a:moveTo>
                  <a:pt x="38100" y="0"/>
                </a:moveTo>
                <a:lnTo>
                  <a:pt x="0" y="0"/>
                </a:lnTo>
                <a:lnTo>
                  <a:pt x="0" y="1946770"/>
                </a:lnTo>
                <a:lnTo>
                  <a:pt x="38100" y="1946770"/>
                </a:lnTo>
                <a:lnTo>
                  <a:pt x="38100" y="0"/>
                </a:lnTo>
                <a:close/>
              </a:path>
              <a:path w="1101090" h="1946910">
                <a:moveTo>
                  <a:pt x="1101090" y="0"/>
                </a:moveTo>
                <a:lnTo>
                  <a:pt x="1062990" y="0"/>
                </a:lnTo>
                <a:lnTo>
                  <a:pt x="1062990" y="1946770"/>
                </a:lnTo>
                <a:lnTo>
                  <a:pt x="1101090" y="1946770"/>
                </a:lnTo>
                <a:lnTo>
                  <a:pt x="110109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5221439" y="3221507"/>
            <a:ext cx="59055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Times New Roman"/>
                <a:cs typeface="Times New Roman"/>
              </a:rPr>
              <a:t>N+1</a:t>
            </a:r>
            <a:r>
              <a:rPr dirty="0" sz="1600" spc="-5">
                <a:latin typeface="Noto Sans CJK JP Black"/>
                <a:cs typeface="Noto Sans CJK JP Black"/>
              </a:rPr>
              <a:t>层</a:t>
            </a:r>
            <a:endParaRPr sz="1600">
              <a:latin typeface="Noto Sans CJK JP Black"/>
              <a:cs typeface="Noto Sans CJK JP Black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232142" y="3215131"/>
            <a:ext cx="59055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Times New Roman"/>
                <a:cs typeface="Times New Roman"/>
              </a:rPr>
              <a:t>N+1</a:t>
            </a:r>
            <a:r>
              <a:rPr dirty="0" sz="1600" spc="-5">
                <a:latin typeface="Noto Sans CJK JP Black"/>
                <a:cs typeface="Noto Sans CJK JP Black"/>
              </a:rPr>
              <a:t>层</a:t>
            </a:r>
            <a:endParaRPr sz="1600">
              <a:latin typeface="Noto Sans CJK JP Black"/>
              <a:cs typeface="Noto Sans CJK JP Black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348425" y="3215131"/>
            <a:ext cx="37465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Times New Roman"/>
                <a:cs typeface="Times New Roman"/>
              </a:rPr>
              <a:t>N</a:t>
            </a:r>
            <a:r>
              <a:rPr dirty="0" sz="1600" spc="-5">
                <a:latin typeface="Noto Sans CJK JP Black"/>
                <a:cs typeface="Noto Sans CJK JP Black"/>
              </a:rPr>
              <a:t>层</a:t>
            </a:r>
            <a:endParaRPr sz="1600">
              <a:latin typeface="Noto Sans CJK JP Black"/>
              <a:cs typeface="Noto Sans CJK JP Black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989804" y="3462032"/>
            <a:ext cx="3011805" cy="1940560"/>
            <a:chOff x="4989804" y="3462032"/>
            <a:chExt cx="3011805" cy="1940560"/>
          </a:xfrm>
        </p:grpSpPr>
        <p:sp>
          <p:nvSpPr>
            <p:cNvPr id="22" name="object 22"/>
            <p:cNvSpPr/>
            <p:nvPr/>
          </p:nvSpPr>
          <p:spPr>
            <a:xfrm>
              <a:off x="4989804" y="3897287"/>
              <a:ext cx="3011805" cy="464184"/>
            </a:xfrm>
            <a:custGeom>
              <a:avLst/>
              <a:gdLst/>
              <a:ahLst/>
              <a:cxnLst/>
              <a:rect l="l" t="t" r="r" b="b"/>
              <a:pathLst>
                <a:path w="3011804" h="464185">
                  <a:moveTo>
                    <a:pt x="1119466" y="143141"/>
                  </a:moveTo>
                  <a:lnTo>
                    <a:pt x="968298" y="123786"/>
                  </a:lnTo>
                  <a:lnTo>
                    <a:pt x="966889" y="134785"/>
                  </a:lnTo>
                  <a:lnTo>
                    <a:pt x="802881" y="62166"/>
                  </a:lnTo>
                  <a:lnTo>
                    <a:pt x="798118" y="99974"/>
                  </a:lnTo>
                  <a:lnTo>
                    <a:pt x="4762" y="0"/>
                  </a:lnTo>
                  <a:lnTo>
                    <a:pt x="0" y="37807"/>
                  </a:lnTo>
                  <a:lnTo>
                    <a:pt x="793356" y="137769"/>
                  </a:lnTo>
                  <a:lnTo>
                    <a:pt x="788593" y="175564"/>
                  </a:lnTo>
                  <a:lnTo>
                    <a:pt x="965454" y="145923"/>
                  </a:lnTo>
                  <a:lnTo>
                    <a:pt x="963460" y="161569"/>
                  </a:lnTo>
                  <a:lnTo>
                    <a:pt x="1114628" y="180936"/>
                  </a:lnTo>
                  <a:lnTo>
                    <a:pt x="1119466" y="143141"/>
                  </a:lnTo>
                  <a:close/>
                </a:path>
                <a:path w="3011804" h="464185">
                  <a:moveTo>
                    <a:pt x="1384007" y="177012"/>
                  </a:moveTo>
                  <a:lnTo>
                    <a:pt x="1232839" y="157657"/>
                  </a:lnTo>
                  <a:lnTo>
                    <a:pt x="1228001" y="195453"/>
                  </a:lnTo>
                  <a:lnTo>
                    <a:pt x="1379169" y="214807"/>
                  </a:lnTo>
                  <a:lnTo>
                    <a:pt x="1384007" y="177012"/>
                  </a:lnTo>
                  <a:close/>
                </a:path>
                <a:path w="3011804" h="464185">
                  <a:moveTo>
                    <a:pt x="1648548" y="210883"/>
                  </a:moveTo>
                  <a:lnTo>
                    <a:pt x="1497380" y="191528"/>
                  </a:lnTo>
                  <a:lnTo>
                    <a:pt x="1492542" y="229323"/>
                  </a:lnTo>
                  <a:lnTo>
                    <a:pt x="1643697" y="248678"/>
                  </a:lnTo>
                  <a:lnTo>
                    <a:pt x="1648548" y="210883"/>
                  </a:lnTo>
                  <a:close/>
                </a:path>
                <a:path w="3011804" h="464185">
                  <a:moveTo>
                    <a:pt x="1913089" y="244754"/>
                  </a:moveTo>
                  <a:lnTo>
                    <a:pt x="1761921" y="225399"/>
                  </a:lnTo>
                  <a:lnTo>
                    <a:pt x="1757083" y="263194"/>
                  </a:lnTo>
                  <a:lnTo>
                    <a:pt x="1908251" y="282549"/>
                  </a:lnTo>
                  <a:lnTo>
                    <a:pt x="1913089" y="244754"/>
                  </a:lnTo>
                  <a:close/>
                </a:path>
                <a:path w="3011804" h="464185">
                  <a:moveTo>
                    <a:pt x="2031288" y="259892"/>
                  </a:moveTo>
                  <a:lnTo>
                    <a:pt x="2026462" y="259270"/>
                  </a:lnTo>
                  <a:lnTo>
                    <a:pt x="2021624" y="297065"/>
                  </a:lnTo>
                  <a:lnTo>
                    <a:pt x="2026450" y="297688"/>
                  </a:lnTo>
                  <a:lnTo>
                    <a:pt x="2031288" y="259892"/>
                  </a:lnTo>
                  <a:close/>
                </a:path>
                <a:path w="3011804" h="464185">
                  <a:moveTo>
                    <a:pt x="3011233" y="431190"/>
                  </a:moveTo>
                  <a:lnTo>
                    <a:pt x="2829369" y="350672"/>
                  </a:lnTo>
                  <a:lnTo>
                    <a:pt x="2824607" y="388480"/>
                  </a:lnTo>
                  <a:lnTo>
                    <a:pt x="2031250" y="288518"/>
                  </a:lnTo>
                  <a:lnTo>
                    <a:pt x="2026488" y="326313"/>
                  </a:lnTo>
                  <a:lnTo>
                    <a:pt x="2819844" y="426288"/>
                  </a:lnTo>
                  <a:lnTo>
                    <a:pt x="2815082" y="464083"/>
                  </a:lnTo>
                  <a:lnTo>
                    <a:pt x="3005023" y="432231"/>
                  </a:lnTo>
                  <a:lnTo>
                    <a:pt x="3011233" y="4311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487185" y="3462032"/>
              <a:ext cx="0" cy="1940560"/>
            </a:xfrm>
            <a:custGeom>
              <a:avLst/>
              <a:gdLst/>
              <a:ahLst/>
              <a:cxnLst/>
              <a:rect l="l" t="t" r="r" b="b"/>
              <a:pathLst>
                <a:path w="0" h="1940560">
                  <a:moveTo>
                    <a:pt x="0" y="0"/>
                  </a:moveTo>
                  <a:lnTo>
                    <a:pt x="0" y="1940394"/>
                  </a:lnTo>
                </a:path>
              </a:pathLst>
            </a:custGeom>
            <a:ln w="19050">
              <a:solidFill>
                <a:srgbClr val="CCCCF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4954613" y="3638968"/>
            <a:ext cx="43116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Noto Sans CJK JP Black"/>
                <a:cs typeface="Noto Sans CJK JP Black"/>
              </a:rPr>
              <a:t>请</a:t>
            </a:r>
            <a:r>
              <a:rPr dirty="0" sz="1600" spc="-5">
                <a:latin typeface="Noto Sans CJK JP Black"/>
                <a:cs typeface="Noto Sans CJK JP Black"/>
              </a:rPr>
              <a:t>求</a:t>
            </a:r>
            <a:endParaRPr sz="1600">
              <a:latin typeface="Noto Sans CJK JP Black"/>
              <a:cs typeface="Noto Sans CJK JP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835975" y="4006202"/>
            <a:ext cx="43116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Noto Sans CJK JP Black"/>
                <a:cs typeface="Noto Sans CJK JP Black"/>
              </a:rPr>
              <a:t>指</a:t>
            </a:r>
            <a:r>
              <a:rPr dirty="0" sz="1600" spc="-5">
                <a:latin typeface="Noto Sans CJK JP Black"/>
                <a:cs typeface="Noto Sans CJK JP Black"/>
              </a:rPr>
              <a:t>示</a:t>
            </a:r>
            <a:endParaRPr sz="1600">
              <a:latin typeface="Noto Sans CJK JP Black"/>
              <a:cs typeface="Noto Sans CJK JP Black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906416" y="5720816"/>
            <a:ext cx="3265906" cy="1536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5428500" y="5892520"/>
            <a:ext cx="43116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Noto Sans CJK JP Black"/>
                <a:cs typeface="Noto Sans CJK JP Black"/>
              </a:rPr>
              <a:t>源</a:t>
            </a:r>
            <a:r>
              <a:rPr dirty="0" sz="1600" spc="-5">
                <a:latin typeface="Noto Sans CJK JP Black"/>
                <a:cs typeface="Noto Sans CJK JP Black"/>
              </a:rPr>
              <a:t>点</a:t>
            </a:r>
            <a:endParaRPr sz="1600">
              <a:latin typeface="Noto Sans CJK JP Black"/>
              <a:cs typeface="Noto Sans CJK JP Black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249668" y="5892520"/>
            <a:ext cx="43116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Noto Sans CJK JP Black"/>
                <a:cs typeface="Noto Sans CJK JP Black"/>
              </a:rPr>
              <a:t>终</a:t>
            </a:r>
            <a:r>
              <a:rPr dirty="0" sz="1600" spc="-5">
                <a:latin typeface="Noto Sans CJK JP Black"/>
                <a:cs typeface="Noto Sans CJK JP Black"/>
              </a:rPr>
              <a:t>点</a:t>
            </a:r>
            <a:endParaRPr sz="1600">
              <a:latin typeface="Noto Sans CJK JP Black"/>
              <a:cs typeface="Noto Sans CJK JP Black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886668" y="5424652"/>
            <a:ext cx="83756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Noto Sans CJK JP Black"/>
                <a:cs typeface="Noto Sans CJK JP Black"/>
              </a:rPr>
              <a:t>服务用</a:t>
            </a:r>
            <a:r>
              <a:rPr dirty="0" sz="1600" spc="-5">
                <a:latin typeface="Noto Sans CJK JP Black"/>
                <a:cs typeface="Noto Sans CJK JP Black"/>
              </a:rPr>
              <a:t>户</a:t>
            </a:r>
            <a:endParaRPr sz="1600">
              <a:latin typeface="Noto Sans CJK JP Black"/>
              <a:cs typeface="Noto Sans CJK JP Black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315606" y="5414035"/>
            <a:ext cx="83756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Noto Sans CJK JP Black"/>
                <a:cs typeface="Noto Sans CJK JP Black"/>
              </a:rPr>
              <a:t>服务用</a:t>
            </a:r>
            <a:r>
              <a:rPr dirty="0" sz="1600" spc="-5">
                <a:latin typeface="Noto Sans CJK JP Black"/>
                <a:cs typeface="Noto Sans CJK JP Black"/>
              </a:rPr>
              <a:t>户</a:t>
            </a:r>
            <a:endParaRPr sz="1600">
              <a:latin typeface="Noto Sans CJK JP Black"/>
              <a:cs typeface="Noto Sans CJK JP Black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976620" y="5424652"/>
            <a:ext cx="104076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Noto Sans CJK JP Black"/>
                <a:cs typeface="Noto Sans CJK JP Black"/>
              </a:rPr>
              <a:t>服务提供</a:t>
            </a:r>
            <a:r>
              <a:rPr dirty="0" sz="1600" spc="-5">
                <a:latin typeface="Noto Sans CJK JP Black"/>
                <a:cs typeface="Noto Sans CJK JP Black"/>
              </a:rPr>
              <a:t>者</a:t>
            </a:r>
            <a:endParaRPr sz="1600">
              <a:latin typeface="Noto Sans CJK JP Black"/>
              <a:cs typeface="Noto Sans CJK JP Black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772467" y="6175806"/>
            <a:ext cx="159956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Noto Sans CJK JP Black"/>
                <a:cs typeface="Noto Sans CJK JP Black"/>
              </a:rPr>
              <a:t>（</a:t>
            </a:r>
            <a:r>
              <a:rPr dirty="0" sz="1600" spc="-5">
                <a:latin typeface="Times New Roman"/>
                <a:cs typeface="Times New Roman"/>
              </a:rPr>
              <a:t>b</a:t>
            </a:r>
            <a:r>
              <a:rPr dirty="0" sz="1600" spc="-5">
                <a:latin typeface="Noto Sans CJK JP Black"/>
                <a:cs typeface="Noto Sans CJK JP Black"/>
              </a:rPr>
              <a:t>）</a:t>
            </a:r>
            <a:r>
              <a:rPr dirty="0" sz="1600" spc="-40">
                <a:latin typeface="Noto Sans CJK JP Black"/>
                <a:cs typeface="Noto Sans CJK JP Black"/>
              </a:rPr>
              <a:t> </a:t>
            </a:r>
            <a:r>
              <a:rPr dirty="0" sz="1600">
                <a:latin typeface="Noto Sans CJK JP Black"/>
                <a:cs typeface="Noto Sans CJK JP Black"/>
              </a:rPr>
              <a:t>无证实服</a:t>
            </a:r>
            <a:r>
              <a:rPr dirty="0" sz="1600" spc="-5">
                <a:latin typeface="Noto Sans CJK JP Black"/>
                <a:cs typeface="Noto Sans CJK JP Black"/>
              </a:rPr>
              <a:t>务</a:t>
            </a:r>
            <a:endParaRPr sz="1600">
              <a:latin typeface="Noto Sans CJK JP Black"/>
              <a:cs typeface="Noto Sans CJK JP Black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615626" y="6511823"/>
            <a:ext cx="1654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5" b="0">
                <a:latin typeface="Noto Sans CJK JP Medium"/>
                <a:cs typeface="Noto Sans CJK JP Medium"/>
              </a:rPr>
              <a:t>服务原语时间序</a:t>
            </a:r>
            <a:r>
              <a:rPr dirty="0" sz="1600" spc="-5" b="0">
                <a:latin typeface="Noto Sans CJK JP Medium"/>
                <a:cs typeface="Noto Sans CJK JP Medium"/>
              </a:rPr>
              <a:t>列</a:t>
            </a:r>
            <a:endParaRPr sz="1600">
              <a:latin typeface="Noto Sans CJK JP Medium"/>
              <a:cs typeface="Noto Sans CJK JP Medium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7547" y="462559"/>
            <a:ext cx="1626870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01065" algn="l"/>
              </a:tabLst>
            </a:pPr>
            <a:r>
              <a:rPr dirty="0" sz="2800" spc="-5" b="1">
                <a:latin typeface="Times New Roman"/>
                <a:cs typeface="Times New Roman"/>
              </a:rPr>
              <a:t>1.1.3</a:t>
            </a:r>
            <a:r>
              <a:rPr dirty="0" sz="2800" spc="-5" b="1">
                <a:latin typeface="Times New Roman"/>
                <a:cs typeface="Times New Roman"/>
              </a:rPr>
              <a:t>	</a:t>
            </a:r>
            <a:r>
              <a:rPr dirty="0" sz="2800" spc="15" b="0">
                <a:latin typeface="WenQuanYi Zen Hei Mono"/>
                <a:cs typeface="WenQuanYi Zen Hei Mono"/>
              </a:rPr>
              <a:t>协</a:t>
            </a:r>
            <a:r>
              <a:rPr dirty="0" sz="2800" spc="-5" b="0">
                <a:latin typeface="WenQuanYi Zen Hei Mono"/>
                <a:cs typeface="WenQuanYi Zen Hei Mono"/>
              </a:rPr>
              <a:t>议</a:t>
            </a:r>
            <a:endParaRPr sz="2800">
              <a:latin typeface="WenQuanYi Zen Hei Mono"/>
              <a:cs typeface="WenQuanYi Zen Hei Mon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7547" y="1041679"/>
            <a:ext cx="7952740" cy="522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20000"/>
              </a:lnSpc>
              <a:spcBef>
                <a:spcPts val="95"/>
              </a:spcBef>
            </a:pPr>
            <a:r>
              <a:rPr dirty="0" sz="2400" spc="5" b="0">
                <a:latin typeface="Noto Sans CJK JP Medium"/>
                <a:cs typeface="Noto Sans CJK JP Medium"/>
              </a:rPr>
              <a:t>网络协</a:t>
            </a:r>
            <a:r>
              <a:rPr dirty="0" sz="2400" b="0">
                <a:latin typeface="Noto Sans CJK JP Medium"/>
                <a:cs typeface="Noto Sans CJK JP Medium"/>
              </a:rPr>
              <a:t>议</a:t>
            </a:r>
            <a:r>
              <a:rPr dirty="0" sz="2400" spc="50" b="0">
                <a:latin typeface="Noto Sans CJK JP Medium"/>
                <a:cs typeface="Noto Sans CJK JP Medium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(network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protocol)</a:t>
            </a:r>
            <a:r>
              <a:rPr dirty="0" sz="2400" spc="-5">
                <a:latin typeface="UKIJ CJK"/>
                <a:cs typeface="UKIJ CJK"/>
              </a:rPr>
              <a:t>，</a:t>
            </a:r>
            <a:r>
              <a:rPr dirty="0" sz="2400">
                <a:latin typeface="UKIJ CJK"/>
                <a:cs typeface="UKIJ CJK"/>
              </a:rPr>
              <a:t>简称为</a:t>
            </a:r>
            <a:r>
              <a:rPr dirty="0" sz="2400" spc="5" b="0">
                <a:latin typeface="Noto Sans CJK JP Medium"/>
                <a:cs typeface="Noto Sans CJK JP Medium"/>
              </a:rPr>
              <a:t>协议</a:t>
            </a:r>
            <a:r>
              <a:rPr dirty="0" sz="2400">
                <a:latin typeface="UKIJ CJK"/>
                <a:cs typeface="UKIJ CJK"/>
              </a:rPr>
              <a:t>，是为进行网络中 的数据交换而建立的规则、标准或约定。这些</a:t>
            </a:r>
            <a:r>
              <a:rPr dirty="0" sz="2400" spc="5" b="0">
                <a:latin typeface="Noto Sans CJK JP Medium"/>
                <a:cs typeface="Noto Sans CJK JP Medium"/>
              </a:rPr>
              <a:t>规则</a:t>
            </a:r>
            <a:r>
              <a:rPr dirty="0" sz="2400">
                <a:latin typeface="UKIJ CJK"/>
                <a:cs typeface="UKIJ CJK"/>
              </a:rPr>
              <a:t>明确规定 了所交换的数据的</a:t>
            </a:r>
            <a:r>
              <a:rPr dirty="0" sz="2400" spc="5" b="0">
                <a:solidFill>
                  <a:srgbClr val="FF0000"/>
                </a:solidFill>
                <a:latin typeface="Noto Sans CJK JP Medium"/>
                <a:cs typeface="Noto Sans CJK JP Medium"/>
              </a:rPr>
              <a:t>格式</a:t>
            </a:r>
            <a:r>
              <a:rPr dirty="0" sz="2400">
                <a:latin typeface="UKIJ CJK"/>
                <a:cs typeface="UKIJ CJK"/>
              </a:rPr>
              <a:t>以及有关</a:t>
            </a:r>
            <a:r>
              <a:rPr dirty="0" sz="2400" spc="5" b="0">
                <a:solidFill>
                  <a:srgbClr val="FF0000"/>
                </a:solidFill>
                <a:latin typeface="Noto Sans CJK JP Medium"/>
                <a:cs typeface="Noto Sans CJK JP Medium"/>
              </a:rPr>
              <a:t>同步</a:t>
            </a:r>
            <a:r>
              <a:rPr dirty="0" sz="2400">
                <a:latin typeface="UKIJ CJK"/>
                <a:cs typeface="UKIJ CJK"/>
              </a:rPr>
              <a:t>的问题（同步含有时序 的意思）。</a:t>
            </a:r>
            <a:endParaRPr sz="2400">
              <a:latin typeface="UKIJ CJK"/>
              <a:cs typeface="UKIJ CJK"/>
            </a:endParaRPr>
          </a:p>
          <a:p>
            <a:pPr marL="12700" marR="52705">
              <a:lnSpc>
                <a:spcPct val="120000"/>
              </a:lnSpc>
              <a:spcBef>
                <a:spcPts val="645"/>
              </a:spcBef>
            </a:pPr>
            <a:r>
              <a:rPr dirty="0" sz="2000">
                <a:latin typeface="UKIJ CJK"/>
                <a:cs typeface="UKIJ CJK"/>
              </a:rPr>
              <a:t>英 格 兰 国 家 物 理 实 验 室 </a:t>
            </a:r>
            <a:r>
              <a:rPr dirty="0" sz="2000" spc="-5">
                <a:latin typeface="Times New Roman"/>
                <a:cs typeface="Times New Roman"/>
              </a:rPr>
              <a:t>NPL(National Physical Laboratory) </a:t>
            </a:r>
            <a:r>
              <a:rPr dirty="0" sz="2000">
                <a:latin typeface="UKIJ CJK"/>
                <a:cs typeface="UKIJ CJK"/>
              </a:rPr>
              <a:t>的 </a:t>
            </a:r>
            <a:r>
              <a:rPr dirty="0" sz="2000" spc="-5">
                <a:latin typeface="Times New Roman"/>
                <a:cs typeface="Times New Roman"/>
              </a:rPr>
              <a:t>R.A.  Scantlebury</a:t>
            </a:r>
            <a:r>
              <a:rPr dirty="0" sz="2000">
                <a:latin typeface="UKIJ CJK"/>
                <a:cs typeface="UKIJ CJK"/>
              </a:rPr>
              <a:t>和</a:t>
            </a:r>
            <a:r>
              <a:rPr dirty="0" sz="2000" spc="-5">
                <a:latin typeface="Times New Roman"/>
                <a:cs typeface="Times New Roman"/>
              </a:rPr>
              <a:t>K.A.Bartlett</a:t>
            </a:r>
            <a:r>
              <a:rPr dirty="0" sz="2000">
                <a:latin typeface="UKIJ CJK"/>
                <a:cs typeface="UKIJ CJK"/>
              </a:rPr>
              <a:t>在一份备忘录</a:t>
            </a:r>
            <a:r>
              <a:rPr dirty="0" sz="2000">
                <a:latin typeface="Times New Roman"/>
                <a:cs typeface="Times New Roman"/>
              </a:rPr>
              <a:t>(A</a:t>
            </a:r>
            <a:r>
              <a:rPr dirty="0" sz="2000" spc="-114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protocol</a:t>
            </a:r>
            <a:r>
              <a:rPr dirty="0" sz="2000" spc="5" b="1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for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use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in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the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NPL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data  communications</a:t>
            </a:r>
            <a:r>
              <a:rPr dirty="0" sz="2000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network)</a:t>
            </a:r>
            <a:r>
              <a:rPr dirty="0" sz="2000">
                <a:latin typeface="UKIJ CJK"/>
                <a:cs typeface="UKIJ CJK"/>
              </a:rPr>
              <a:t>中最早将</a:t>
            </a:r>
            <a:r>
              <a:rPr dirty="0" sz="2000" spc="1270">
                <a:latin typeface="UKIJ CJK"/>
                <a:cs typeface="UKIJ CJK"/>
              </a:rPr>
              <a:t>“</a:t>
            </a:r>
            <a:r>
              <a:rPr dirty="0" sz="2000">
                <a:latin typeface="UKIJ CJK"/>
                <a:cs typeface="UKIJ CJK"/>
              </a:rPr>
              <a:t>协议</a:t>
            </a:r>
            <a:r>
              <a:rPr dirty="0" sz="2000" spc="-5">
                <a:latin typeface="Times New Roman"/>
                <a:cs typeface="Times New Roman"/>
              </a:rPr>
              <a:t>(protocol)”</a:t>
            </a:r>
            <a:r>
              <a:rPr dirty="0" sz="2000">
                <a:latin typeface="UKIJ CJK"/>
                <a:cs typeface="UKIJ CJK"/>
              </a:rPr>
              <a:t>一词用于描述数据</a:t>
            </a:r>
            <a:r>
              <a:rPr dirty="0" sz="2000" spc="5">
                <a:latin typeface="UKIJ CJK"/>
                <a:cs typeface="UKIJ CJK"/>
              </a:rPr>
              <a:t>通 </a:t>
            </a:r>
            <a:r>
              <a:rPr dirty="0" sz="2000">
                <a:latin typeface="UKIJ CJK"/>
                <a:cs typeface="UKIJ CJK"/>
              </a:rPr>
              <a:t>信过程</a:t>
            </a:r>
            <a:r>
              <a:rPr dirty="0" sz="2000" spc="5">
                <a:latin typeface="UKIJ CJK"/>
                <a:cs typeface="UKIJ CJK"/>
              </a:rPr>
              <a:t>。</a:t>
            </a:r>
            <a:endParaRPr sz="2000">
              <a:latin typeface="UKIJ CJK"/>
              <a:cs typeface="UKIJ CJK"/>
            </a:endParaRPr>
          </a:p>
          <a:p>
            <a:pPr marL="12700" marR="227329">
              <a:lnSpc>
                <a:spcPct val="120000"/>
              </a:lnSpc>
              <a:spcBef>
                <a:spcPts val="555"/>
              </a:spcBef>
            </a:pPr>
            <a:r>
              <a:rPr dirty="0" sz="2400">
                <a:latin typeface="UKIJ CJK"/>
                <a:cs typeface="UKIJ CJK"/>
              </a:rPr>
              <a:t>备忘录将协议定义为</a:t>
            </a:r>
            <a:r>
              <a:rPr dirty="0" sz="2400" spc="-125">
                <a:latin typeface="UKIJ CJK"/>
                <a:cs typeface="UKIJ CJK"/>
              </a:rPr>
              <a:t> </a:t>
            </a:r>
            <a:r>
              <a:rPr dirty="0" sz="2400" spc="1525">
                <a:latin typeface="UKIJ CJK"/>
                <a:cs typeface="UKIJ CJK"/>
              </a:rPr>
              <a:t>“</a:t>
            </a:r>
            <a:r>
              <a:rPr dirty="0" sz="2400" spc="5" b="0">
                <a:latin typeface="Noto Sans CJK JP Medium"/>
                <a:cs typeface="Noto Sans CJK JP Medium"/>
              </a:rPr>
              <a:t>协议是关于分布式系统进行信息</a:t>
            </a:r>
            <a:r>
              <a:rPr dirty="0" sz="2400" b="0">
                <a:latin typeface="Noto Sans CJK JP Medium"/>
                <a:cs typeface="Noto Sans CJK JP Medium"/>
              </a:rPr>
              <a:t>交 </a:t>
            </a:r>
            <a:r>
              <a:rPr dirty="0" sz="2400" spc="5" b="0">
                <a:latin typeface="Noto Sans CJK JP Medium"/>
                <a:cs typeface="Noto Sans CJK JP Medium"/>
              </a:rPr>
              <a:t>换时的一种约定，协议应按照语言的方式进行定义</a:t>
            </a:r>
            <a:r>
              <a:rPr dirty="0" sz="2400">
                <a:latin typeface="UKIJ CJK"/>
                <a:cs typeface="UKIJ CJK"/>
              </a:rPr>
              <a:t>。</a:t>
            </a:r>
            <a:r>
              <a:rPr dirty="0" sz="2400" spc="1525">
                <a:latin typeface="UKIJ CJK"/>
                <a:cs typeface="UKIJ CJK"/>
              </a:rPr>
              <a:t>”</a:t>
            </a:r>
            <a:endParaRPr sz="2400">
              <a:latin typeface="UKIJ CJK"/>
              <a:cs typeface="UKIJ CJK"/>
            </a:endParaRPr>
          </a:p>
          <a:p>
            <a:pPr marL="12700" marR="7620">
              <a:lnSpc>
                <a:spcPct val="120000"/>
              </a:lnSpc>
              <a:spcBef>
                <a:spcPts val="600"/>
              </a:spcBef>
            </a:pPr>
            <a:r>
              <a:rPr dirty="0" sz="2400">
                <a:latin typeface="UKIJ CJK"/>
                <a:cs typeface="UKIJ CJK"/>
              </a:rPr>
              <a:t>协议的定义类似于</a:t>
            </a:r>
            <a:r>
              <a:rPr dirty="0" sz="2400">
                <a:solidFill>
                  <a:srgbClr val="FF0000"/>
                </a:solidFill>
                <a:latin typeface="UKIJ CJK"/>
                <a:cs typeface="UKIJ CJK"/>
              </a:rPr>
              <a:t>语言</a:t>
            </a:r>
            <a:r>
              <a:rPr dirty="0" sz="2400">
                <a:latin typeface="UKIJ CJK"/>
                <a:cs typeface="UKIJ CJK"/>
              </a:rPr>
              <a:t>的定义，从语言的角度，网络协议主 要有三个要素：</a:t>
            </a:r>
            <a:r>
              <a:rPr dirty="0" sz="2400">
                <a:solidFill>
                  <a:srgbClr val="FF0000"/>
                </a:solidFill>
                <a:latin typeface="UKIJ CJK"/>
                <a:cs typeface="UKIJ CJK"/>
              </a:rPr>
              <a:t>语法</a:t>
            </a:r>
            <a:r>
              <a:rPr dirty="0" sz="2400">
                <a:latin typeface="UKIJ CJK"/>
                <a:cs typeface="UKIJ CJK"/>
              </a:rPr>
              <a:t>、</a:t>
            </a:r>
            <a:r>
              <a:rPr dirty="0" sz="2400">
                <a:solidFill>
                  <a:srgbClr val="FF0000"/>
                </a:solidFill>
                <a:latin typeface="UKIJ CJK"/>
                <a:cs typeface="UKIJ CJK"/>
              </a:rPr>
              <a:t>语义</a:t>
            </a:r>
            <a:r>
              <a:rPr dirty="0" sz="2400">
                <a:latin typeface="UKIJ CJK"/>
                <a:cs typeface="UKIJ CJK"/>
              </a:rPr>
              <a:t>和</a:t>
            </a:r>
            <a:r>
              <a:rPr dirty="0" sz="2400">
                <a:solidFill>
                  <a:srgbClr val="FF0000"/>
                </a:solidFill>
                <a:latin typeface="UKIJ CJK"/>
                <a:cs typeface="UKIJ CJK"/>
              </a:rPr>
              <a:t>同步</a:t>
            </a:r>
            <a:r>
              <a:rPr dirty="0" sz="2400">
                <a:latin typeface="UKIJ CJK"/>
                <a:cs typeface="UKIJ CJK"/>
              </a:rPr>
              <a:t>。</a:t>
            </a:r>
            <a:endParaRPr sz="2400">
              <a:latin typeface="UKIJ CJK"/>
              <a:cs typeface="UKIJ CJK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2140" y="449732"/>
            <a:ext cx="287083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3333CC"/>
                </a:solidFill>
                <a:latin typeface="Noto Sans CJK JP Black"/>
                <a:cs typeface="Noto Sans CJK JP Black"/>
              </a:rPr>
              <a:t>协议定义：语</a:t>
            </a:r>
            <a:r>
              <a:rPr dirty="0" sz="3200" spc="5">
                <a:solidFill>
                  <a:srgbClr val="3333CC"/>
                </a:solidFill>
                <a:latin typeface="Noto Sans CJK JP Black"/>
                <a:cs typeface="Noto Sans CJK JP Black"/>
              </a:rPr>
              <a:t>法</a:t>
            </a:r>
            <a:endParaRPr sz="3200">
              <a:latin typeface="Noto Sans CJK JP Black"/>
              <a:cs typeface="Noto Sans CJK JP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1807" y="997902"/>
            <a:ext cx="8115934" cy="5668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133350" indent="-342900">
              <a:lnSpc>
                <a:spcPct val="120000"/>
              </a:lnSpc>
              <a:spcBef>
                <a:spcPts val="95"/>
              </a:spcBef>
              <a:buClr>
                <a:srgbClr val="006FC0"/>
              </a:buClr>
              <a:buSzPct val="85416"/>
              <a:buFont typeface="Wingdings"/>
              <a:buChar char=""/>
              <a:tabLst>
                <a:tab pos="355600" algn="l"/>
              </a:tabLst>
            </a:pPr>
            <a:r>
              <a:rPr dirty="0" sz="2400">
                <a:latin typeface="UKIJ CJK"/>
                <a:cs typeface="UKIJ CJK"/>
              </a:rPr>
              <a:t>在语言学中，语法是指语言组成成分</a:t>
            </a:r>
            <a:r>
              <a:rPr dirty="0" sz="2400">
                <a:latin typeface="Times New Roman"/>
                <a:cs typeface="Times New Roman"/>
              </a:rPr>
              <a:t>(</a:t>
            </a:r>
            <a:r>
              <a:rPr dirty="0" sz="2400">
                <a:latin typeface="UKIJ CJK"/>
                <a:cs typeface="UKIJ CJK"/>
              </a:rPr>
              <a:t>词、句等</a:t>
            </a:r>
            <a:r>
              <a:rPr dirty="0" sz="2400">
                <a:latin typeface="Times New Roman"/>
                <a:cs typeface="Times New Roman"/>
              </a:rPr>
              <a:t>)</a:t>
            </a:r>
            <a:r>
              <a:rPr dirty="0" sz="2400">
                <a:latin typeface="UKIJ CJK"/>
                <a:cs typeface="UKIJ CJK"/>
              </a:rPr>
              <a:t>之间以什 么样的关系结合而构成语句或语言，也即是语言的结构方 法和构成规则。</a:t>
            </a:r>
            <a:endParaRPr sz="2400">
              <a:latin typeface="UKIJ CJK"/>
              <a:cs typeface="UKIJ CJK"/>
            </a:endParaRPr>
          </a:p>
          <a:p>
            <a:pPr marL="355600" marR="31115" indent="-342900">
              <a:lnSpc>
                <a:spcPct val="120000"/>
              </a:lnSpc>
              <a:spcBef>
                <a:spcPts val="1200"/>
              </a:spcBef>
              <a:buClr>
                <a:srgbClr val="006FC0"/>
              </a:buClr>
              <a:buSzPct val="85416"/>
              <a:buFont typeface="Wingdings"/>
              <a:buChar char=""/>
              <a:tabLst>
                <a:tab pos="355600" algn="l"/>
              </a:tabLst>
            </a:pPr>
            <a:r>
              <a:rPr dirty="0" sz="2400">
                <a:latin typeface="UKIJ CJK"/>
                <a:cs typeface="UKIJ CJK"/>
              </a:rPr>
              <a:t>网络协议中，可以将交换的报文（即</a:t>
            </a:r>
            <a:r>
              <a:rPr dirty="0" sz="2400">
                <a:latin typeface="Times New Roman"/>
                <a:cs typeface="Times New Roman"/>
              </a:rPr>
              <a:t>OSI</a:t>
            </a:r>
            <a:r>
              <a:rPr dirty="0" sz="2400">
                <a:latin typeface="UKIJ CJK"/>
                <a:cs typeface="UKIJ CJK"/>
              </a:rPr>
              <a:t>体系中的协议数 据单元</a:t>
            </a:r>
            <a:r>
              <a:rPr dirty="0" sz="2400">
                <a:latin typeface="Times New Roman"/>
                <a:cs typeface="Times New Roman"/>
              </a:rPr>
              <a:t>PDU)</a:t>
            </a:r>
            <a:r>
              <a:rPr dirty="0" sz="2400">
                <a:latin typeface="UKIJ CJK"/>
                <a:cs typeface="UKIJ CJK"/>
              </a:rPr>
              <a:t>分为两种：用于传输用户数据的</a:t>
            </a:r>
            <a:r>
              <a:rPr dirty="0" sz="2400">
                <a:solidFill>
                  <a:srgbClr val="FF0000"/>
                </a:solidFill>
                <a:latin typeface="UKIJ CJK"/>
                <a:cs typeface="UKIJ CJK"/>
              </a:rPr>
              <a:t>数据报文</a:t>
            </a:r>
            <a:r>
              <a:rPr dirty="0" sz="2400">
                <a:latin typeface="UKIJ CJK"/>
                <a:cs typeface="UKIJ CJK"/>
              </a:rPr>
              <a:t>和用 于协议控制的</a:t>
            </a:r>
            <a:r>
              <a:rPr dirty="0" sz="2400">
                <a:solidFill>
                  <a:srgbClr val="FF0000"/>
                </a:solidFill>
                <a:latin typeface="UKIJ CJK"/>
                <a:cs typeface="UKIJ CJK"/>
              </a:rPr>
              <a:t>控制报文</a:t>
            </a:r>
            <a:r>
              <a:rPr dirty="0" sz="2400">
                <a:latin typeface="UKIJ CJK"/>
                <a:cs typeface="UKIJ CJK"/>
              </a:rPr>
              <a:t>。</a:t>
            </a:r>
            <a:endParaRPr sz="2400">
              <a:latin typeface="UKIJ CJK"/>
              <a:cs typeface="UKIJ CJK"/>
            </a:endParaRPr>
          </a:p>
          <a:p>
            <a:pPr marL="355600" indent="-342900">
              <a:lnSpc>
                <a:spcPct val="100000"/>
              </a:lnSpc>
              <a:spcBef>
                <a:spcPts val="1775"/>
              </a:spcBef>
              <a:buClr>
                <a:srgbClr val="006FC0"/>
              </a:buClr>
              <a:buSzPct val="85416"/>
              <a:buFont typeface="Wingdings"/>
              <a:buChar char=""/>
              <a:tabLst>
                <a:tab pos="355600" algn="l"/>
              </a:tabLst>
            </a:pPr>
            <a:r>
              <a:rPr dirty="0" sz="2400">
                <a:latin typeface="UKIJ CJK"/>
                <a:cs typeface="UKIJ CJK"/>
              </a:rPr>
              <a:t>网络协议中的语法的含义</a:t>
            </a:r>
            <a:endParaRPr sz="2400">
              <a:latin typeface="UKIJ CJK"/>
              <a:cs typeface="UKIJ CJK"/>
            </a:endParaRPr>
          </a:p>
          <a:p>
            <a:pPr marL="12700" marR="5080">
              <a:lnSpc>
                <a:spcPct val="120000"/>
              </a:lnSpc>
              <a:spcBef>
                <a:spcPts val="575"/>
              </a:spcBef>
            </a:pPr>
            <a:r>
              <a:rPr dirty="0" sz="2400">
                <a:latin typeface="UKIJ CJK"/>
                <a:cs typeface="UKIJ CJK"/>
              </a:rPr>
              <a:t>网络协议中的</a:t>
            </a:r>
            <a:r>
              <a:rPr dirty="0" sz="2400" spc="5" b="0">
                <a:latin typeface="Noto Sans CJK JP Medium"/>
                <a:cs typeface="Noto Sans CJK JP Medium"/>
              </a:rPr>
              <a:t>语法体现为数据报文中的控制信息</a:t>
            </a:r>
            <a:r>
              <a:rPr dirty="0" sz="2400" spc="355" b="0">
                <a:latin typeface="Noto Sans CJK JP Medium"/>
                <a:cs typeface="Noto Sans CJK JP Medium"/>
              </a:rPr>
              <a:t>(</a:t>
            </a:r>
            <a:r>
              <a:rPr dirty="0" sz="2400" spc="5" b="0">
                <a:latin typeface="Noto Sans CJK JP Medium"/>
                <a:cs typeface="Noto Sans CJK JP Medium"/>
              </a:rPr>
              <a:t>通常在报</a:t>
            </a:r>
            <a:r>
              <a:rPr dirty="0" sz="2400" b="0">
                <a:latin typeface="Noto Sans CJK JP Medium"/>
                <a:cs typeface="Noto Sans CJK JP Medium"/>
              </a:rPr>
              <a:t>文 </a:t>
            </a:r>
            <a:r>
              <a:rPr dirty="0" sz="2400" spc="5" b="0">
                <a:latin typeface="Noto Sans CJK JP Medium"/>
                <a:cs typeface="Noto Sans CJK JP Medium"/>
              </a:rPr>
              <a:t>的首部</a:t>
            </a:r>
            <a:r>
              <a:rPr dirty="0" sz="2400" spc="355" b="0">
                <a:latin typeface="Noto Sans CJK JP Medium"/>
                <a:cs typeface="Noto Sans CJK JP Medium"/>
              </a:rPr>
              <a:t>)</a:t>
            </a:r>
            <a:r>
              <a:rPr dirty="0" sz="2400" spc="5" b="0">
                <a:latin typeface="Noto Sans CJK JP Medium"/>
                <a:cs typeface="Noto Sans CJK JP Medium"/>
              </a:rPr>
              <a:t>和各种控制报文的结构、格式</a:t>
            </a:r>
            <a:r>
              <a:rPr dirty="0" sz="2400">
                <a:latin typeface="UKIJ CJK"/>
                <a:cs typeface="UKIJ CJK"/>
              </a:rPr>
              <a:t>，也即是规定报文的</a:t>
            </a:r>
            <a:r>
              <a:rPr dirty="0" sz="2400">
                <a:solidFill>
                  <a:srgbClr val="FF0000"/>
                </a:solidFill>
                <a:latin typeface="UKIJ CJK"/>
                <a:cs typeface="UKIJ CJK"/>
              </a:rPr>
              <a:t>长 度</a:t>
            </a:r>
            <a:r>
              <a:rPr dirty="0" sz="2400">
                <a:latin typeface="UKIJ CJK"/>
                <a:cs typeface="UKIJ CJK"/>
              </a:rPr>
              <a:t>，报文中划分</a:t>
            </a:r>
            <a:r>
              <a:rPr dirty="0" sz="2400">
                <a:solidFill>
                  <a:srgbClr val="FF0000"/>
                </a:solidFill>
                <a:latin typeface="UKIJ CJK"/>
                <a:cs typeface="UKIJ CJK"/>
              </a:rPr>
              <a:t>多少个域</a:t>
            </a:r>
            <a:r>
              <a:rPr dirty="0" sz="2400" spc="-5">
                <a:solidFill>
                  <a:srgbClr val="FF0000"/>
                </a:solidFill>
                <a:latin typeface="Times New Roman"/>
                <a:cs typeface="Times New Roman"/>
              </a:rPr>
              <a:t>(Field)</a:t>
            </a:r>
            <a:r>
              <a:rPr dirty="0" sz="2400" spc="-5">
                <a:latin typeface="UKIJ CJK"/>
                <a:cs typeface="UKIJ CJK"/>
              </a:rPr>
              <a:t>，</a:t>
            </a:r>
            <a:r>
              <a:rPr dirty="0" sz="2400">
                <a:latin typeface="UKIJ CJK"/>
                <a:cs typeface="UKIJ CJK"/>
              </a:rPr>
              <a:t>每个</a:t>
            </a:r>
            <a:r>
              <a:rPr dirty="0" sz="2400">
                <a:solidFill>
                  <a:srgbClr val="FF0000"/>
                </a:solidFill>
                <a:latin typeface="UKIJ CJK"/>
                <a:cs typeface="UKIJ CJK"/>
              </a:rPr>
              <a:t>域的名称</a:t>
            </a:r>
            <a:r>
              <a:rPr dirty="0" sz="2400">
                <a:latin typeface="UKIJ CJK"/>
                <a:cs typeface="UKIJ CJK"/>
              </a:rPr>
              <a:t>、</a:t>
            </a:r>
            <a:r>
              <a:rPr dirty="0" sz="2400">
                <a:solidFill>
                  <a:srgbClr val="FF0000"/>
                </a:solidFill>
                <a:latin typeface="UKIJ CJK"/>
                <a:cs typeface="UKIJ CJK"/>
              </a:rPr>
              <a:t>意义</a:t>
            </a:r>
            <a:r>
              <a:rPr dirty="0" sz="2400">
                <a:latin typeface="UKIJ CJK"/>
                <a:cs typeface="UKIJ CJK"/>
              </a:rPr>
              <a:t>、</a:t>
            </a:r>
            <a:r>
              <a:rPr dirty="0" sz="2400">
                <a:solidFill>
                  <a:srgbClr val="FF0000"/>
                </a:solidFill>
                <a:latin typeface="UKIJ CJK"/>
                <a:cs typeface="UKIJ CJK"/>
              </a:rPr>
              <a:t>数 据类型</a:t>
            </a:r>
            <a:r>
              <a:rPr dirty="0" sz="2400">
                <a:latin typeface="UKIJ CJK"/>
                <a:cs typeface="UKIJ CJK"/>
              </a:rPr>
              <a:t>、</a:t>
            </a:r>
            <a:r>
              <a:rPr dirty="0" sz="2400">
                <a:solidFill>
                  <a:srgbClr val="FF0000"/>
                </a:solidFill>
                <a:latin typeface="UKIJ CJK"/>
                <a:cs typeface="UKIJ CJK"/>
              </a:rPr>
              <a:t>长度</a:t>
            </a:r>
            <a:r>
              <a:rPr dirty="0" sz="2400">
                <a:latin typeface="UKIJ CJK"/>
                <a:cs typeface="UKIJ CJK"/>
              </a:rPr>
              <a:t>等。其中，报文中各个域的类型、长度及相互 间的位置、顺序关系则构成了</a:t>
            </a:r>
            <a:r>
              <a:rPr dirty="0" sz="2400">
                <a:solidFill>
                  <a:srgbClr val="FF0000"/>
                </a:solidFill>
                <a:latin typeface="UKIJ CJK"/>
                <a:cs typeface="UKIJ CJK"/>
              </a:rPr>
              <a:t>词法</a:t>
            </a:r>
            <a:r>
              <a:rPr dirty="0" sz="2400">
                <a:latin typeface="UKIJ CJK"/>
                <a:cs typeface="UKIJ CJK"/>
              </a:rPr>
              <a:t>。</a:t>
            </a:r>
            <a:endParaRPr sz="2400">
              <a:latin typeface="UKIJ CJK"/>
              <a:cs typeface="UKIJ CJK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2140" y="315785"/>
            <a:ext cx="287083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3333CC"/>
                </a:solidFill>
                <a:latin typeface="Noto Sans CJK JP Black"/>
                <a:cs typeface="Noto Sans CJK JP Black"/>
              </a:rPr>
              <a:t>协议定义：语</a:t>
            </a:r>
            <a:r>
              <a:rPr dirty="0" sz="3200" spc="5">
                <a:solidFill>
                  <a:srgbClr val="3333CC"/>
                </a:solidFill>
                <a:latin typeface="Noto Sans CJK JP Black"/>
                <a:cs typeface="Noto Sans CJK JP Black"/>
              </a:rPr>
              <a:t>义</a:t>
            </a:r>
            <a:endParaRPr sz="3200">
              <a:latin typeface="Noto Sans CJK JP Black"/>
              <a:cs typeface="Noto Sans CJK JP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4604" y="1064932"/>
            <a:ext cx="7880984" cy="3983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5600" marR="203200" indent="-342900">
              <a:lnSpc>
                <a:spcPct val="120000"/>
              </a:lnSpc>
              <a:spcBef>
                <a:spcPts val="100"/>
              </a:spcBef>
              <a:buClr>
                <a:srgbClr val="0000FF"/>
              </a:buClr>
              <a:buSzPct val="85416"/>
              <a:buFont typeface="Wingdings"/>
              <a:buChar char=""/>
              <a:tabLst>
                <a:tab pos="355600" algn="l"/>
              </a:tabLst>
            </a:pPr>
            <a:r>
              <a:rPr dirty="0" sz="2400">
                <a:latin typeface="UKIJ CJK"/>
                <a:cs typeface="UKIJ CJK"/>
              </a:rPr>
              <a:t>在语言学中，语义是指语言组成成分（词、句等）的含 义。</a:t>
            </a:r>
            <a:endParaRPr sz="2400">
              <a:latin typeface="UKIJ CJK"/>
              <a:cs typeface="UKIJ CJK"/>
            </a:endParaRPr>
          </a:p>
          <a:p>
            <a:pPr algn="just" marL="355600" marR="203200" indent="-342900">
              <a:lnSpc>
                <a:spcPct val="120000"/>
              </a:lnSpc>
              <a:spcBef>
                <a:spcPts val="570"/>
              </a:spcBef>
              <a:buClr>
                <a:srgbClr val="0000FF"/>
              </a:buClr>
              <a:buSzPct val="85416"/>
              <a:buFont typeface="Wingdings"/>
              <a:buChar char=""/>
              <a:tabLst>
                <a:tab pos="355600" algn="l"/>
              </a:tabLst>
            </a:pPr>
            <a:r>
              <a:rPr dirty="0" sz="2400">
                <a:latin typeface="UKIJ CJK"/>
                <a:cs typeface="UKIJ CJK"/>
              </a:rPr>
              <a:t>网络协议的</a:t>
            </a:r>
            <a:r>
              <a:rPr dirty="0" sz="2400">
                <a:solidFill>
                  <a:srgbClr val="FF0000"/>
                </a:solidFill>
                <a:latin typeface="UKIJ CJK"/>
                <a:cs typeface="UKIJ CJK"/>
              </a:rPr>
              <a:t>语义</a:t>
            </a:r>
            <a:r>
              <a:rPr dirty="0" sz="2400">
                <a:latin typeface="UKIJ CJK"/>
                <a:cs typeface="UKIJ CJK"/>
              </a:rPr>
              <a:t>可以理解为协议数据报文中的控制信息 和控制报文中</a:t>
            </a:r>
            <a:r>
              <a:rPr dirty="0" sz="2400">
                <a:solidFill>
                  <a:srgbClr val="FF0000"/>
                </a:solidFill>
                <a:latin typeface="UKIJ CJK"/>
                <a:cs typeface="UKIJ CJK"/>
              </a:rPr>
              <a:t>各个域</a:t>
            </a:r>
            <a:r>
              <a:rPr dirty="0" sz="2400">
                <a:latin typeface="UKIJ CJK"/>
                <a:cs typeface="UKIJ CJK"/>
              </a:rPr>
              <a:t>所约定的含义，即需要发出何种控 制信息，完成何种动作以及做出何种响应。</a:t>
            </a:r>
            <a:endParaRPr sz="2400">
              <a:latin typeface="UKIJ CJK"/>
              <a:cs typeface="UKIJ CJK"/>
            </a:endParaRPr>
          </a:p>
          <a:p>
            <a:pPr algn="just" marL="355600" indent="-342900">
              <a:lnSpc>
                <a:spcPct val="100000"/>
              </a:lnSpc>
              <a:spcBef>
                <a:spcPts val="1150"/>
              </a:spcBef>
              <a:buClr>
                <a:srgbClr val="0000FF"/>
              </a:buClr>
              <a:buSzPct val="85416"/>
              <a:buFont typeface="Wingdings"/>
              <a:buChar char=""/>
              <a:tabLst>
                <a:tab pos="355600" algn="l"/>
              </a:tabLst>
            </a:pPr>
            <a:r>
              <a:rPr dirty="0" sz="2400">
                <a:latin typeface="UKIJ CJK"/>
                <a:cs typeface="UKIJ CJK"/>
              </a:rPr>
              <a:t>例如：</a:t>
            </a:r>
            <a:endParaRPr sz="2400">
              <a:latin typeface="UKIJ CJK"/>
              <a:cs typeface="UKIJ CJK"/>
            </a:endParaRPr>
          </a:p>
          <a:p>
            <a:pPr algn="just" lvl="1" marL="755650" marR="5080" indent="-285750">
              <a:lnSpc>
                <a:spcPct val="120000"/>
              </a:lnSpc>
              <a:spcBef>
                <a:spcPts val="645"/>
              </a:spcBef>
              <a:buClr>
                <a:srgbClr val="0000FF"/>
              </a:buClr>
              <a:buSzPct val="80000"/>
              <a:buFont typeface="Wingdings"/>
              <a:buChar char=""/>
              <a:tabLst>
                <a:tab pos="755650" algn="l"/>
              </a:tabLst>
            </a:pPr>
            <a:r>
              <a:rPr dirty="0" sz="2000">
                <a:latin typeface="UKIJ CJK"/>
                <a:cs typeface="UKIJ CJK"/>
              </a:rPr>
              <a:t>报文首部控制信息中的</a:t>
            </a:r>
            <a:r>
              <a:rPr dirty="0" sz="2000">
                <a:solidFill>
                  <a:srgbClr val="FF0000"/>
                </a:solidFill>
                <a:latin typeface="UKIJ CJK"/>
                <a:cs typeface="UKIJ CJK"/>
              </a:rPr>
              <a:t>目的地址</a:t>
            </a:r>
            <a:r>
              <a:rPr dirty="0" sz="2000">
                <a:latin typeface="UKIJ CJK"/>
                <a:cs typeface="UKIJ CJK"/>
              </a:rPr>
              <a:t>信息指明了报文的目的地，</a:t>
            </a:r>
            <a:r>
              <a:rPr dirty="0" sz="2000" spc="-680">
                <a:latin typeface="UKIJ CJK"/>
                <a:cs typeface="UKIJ CJK"/>
              </a:rPr>
              <a:t>接</a:t>
            </a:r>
            <a:r>
              <a:rPr dirty="0" sz="2000" spc="5">
                <a:latin typeface="UKIJ CJK"/>
                <a:cs typeface="UKIJ CJK"/>
              </a:rPr>
              <a:t>收 </a:t>
            </a:r>
            <a:r>
              <a:rPr dirty="0" sz="2000">
                <a:latin typeface="UKIJ CJK"/>
                <a:cs typeface="UKIJ CJK"/>
              </a:rPr>
              <a:t>到此报文的网络结点均将其作为进行路由选择的依据，因而规</a:t>
            </a:r>
            <a:r>
              <a:rPr dirty="0" sz="2000">
                <a:latin typeface="UKIJ CJK"/>
                <a:cs typeface="UKIJ CJK"/>
              </a:rPr>
              <a:t>定 </a:t>
            </a:r>
            <a:r>
              <a:rPr dirty="0" sz="2000">
                <a:latin typeface="UKIJ CJK"/>
                <a:cs typeface="UKIJ CJK"/>
              </a:rPr>
              <a:t>在首部控制信息中在</a:t>
            </a:r>
            <a:r>
              <a:rPr dirty="0" sz="2000">
                <a:solidFill>
                  <a:srgbClr val="FF0000"/>
                </a:solidFill>
                <a:latin typeface="UKIJ CJK"/>
                <a:cs typeface="UKIJ CJK"/>
              </a:rPr>
              <a:t>给定域给出目标结点地址</a:t>
            </a:r>
            <a:r>
              <a:rPr dirty="0" sz="2000">
                <a:latin typeface="UKIJ CJK"/>
                <a:cs typeface="UKIJ CJK"/>
              </a:rPr>
              <a:t>就是一种语义</a:t>
            </a:r>
            <a:r>
              <a:rPr dirty="0" sz="2000" spc="5">
                <a:latin typeface="UKIJ CJK"/>
                <a:cs typeface="UKIJ CJK"/>
              </a:rPr>
              <a:t>。</a:t>
            </a:r>
            <a:endParaRPr sz="2000">
              <a:latin typeface="UKIJ CJK"/>
              <a:cs typeface="UKIJ CJK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2140" y="518160"/>
            <a:ext cx="457581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3333CC"/>
                </a:solidFill>
                <a:latin typeface="Noto Sans CJK JP Black"/>
                <a:cs typeface="Noto Sans CJK JP Black"/>
              </a:rPr>
              <a:t>协议定义：语义</a:t>
            </a:r>
            <a:r>
              <a:rPr dirty="0" sz="3200" spc="-5">
                <a:solidFill>
                  <a:srgbClr val="3333CC"/>
                </a:solidFill>
                <a:latin typeface="Noto Sans CJK JP Black"/>
                <a:cs typeface="Noto Sans CJK JP Black"/>
              </a:rPr>
              <a:t>（</a:t>
            </a:r>
            <a:r>
              <a:rPr dirty="0" sz="3200" spc="-5">
                <a:solidFill>
                  <a:srgbClr val="3333CC"/>
                </a:solidFill>
                <a:latin typeface="Times New Roman"/>
                <a:cs typeface="Times New Roman"/>
              </a:rPr>
              <a:t>Cont.</a:t>
            </a:r>
            <a:r>
              <a:rPr dirty="0" sz="3200" spc="-5">
                <a:solidFill>
                  <a:srgbClr val="3333CC"/>
                </a:solidFill>
                <a:latin typeface="Noto Sans CJK JP Black"/>
                <a:cs typeface="Noto Sans CJK JP Black"/>
              </a:rPr>
              <a:t>）</a:t>
            </a:r>
            <a:endParaRPr sz="3200">
              <a:latin typeface="Noto Sans CJK JP Black"/>
              <a:cs typeface="Noto Sans CJK JP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7052" y="979876"/>
            <a:ext cx="7880984" cy="4792980"/>
          </a:xfrm>
          <a:prstGeom prst="rect">
            <a:avLst/>
          </a:prstGeom>
        </p:spPr>
        <p:txBody>
          <a:bodyPr wrap="square" lIns="0" tIns="168275" rIns="0" bIns="0" rtlCol="0" vert="horz">
            <a:spAutoFit/>
          </a:bodyPr>
          <a:lstStyle/>
          <a:p>
            <a:pPr algn="just" marL="355600" indent="-342900">
              <a:lnSpc>
                <a:spcPct val="100000"/>
              </a:lnSpc>
              <a:spcBef>
                <a:spcPts val="1325"/>
              </a:spcBef>
              <a:buClr>
                <a:srgbClr val="006FC0"/>
              </a:buClr>
              <a:buSzPct val="85416"/>
              <a:buFont typeface="Wingdings"/>
              <a:buChar char=""/>
              <a:tabLst>
                <a:tab pos="355600" algn="l"/>
              </a:tabLst>
            </a:pPr>
            <a:r>
              <a:rPr dirty="0" sz="2400">
                <a:latin typeface="UKIJ CJK"/>
                <a:cs typeface="UKIJ CJK"/>
              </a:rPr>
              <a:t>例如（</a:t>
            </a:r>
            <a:r>
              <a:rPr dirty="0" sz="2400">
                <a:solidFill>
                  <a:srgbClr val="FF0000"/>
                </a:solidFill>
                <a:latin typeface="UKIJ CJK"/>
                <a:cs typeface="UKIJ CJK"/>
              </a:rPr>
              <a:t>续</a:t>
            </a:r>
            <a:r>
              <a:rPr dirty="0" sz="2400">
                <a:latin typeface="UKIJ CJK"/>
                <a:cs typeface="UKIJ CJK"/>
              </a:rPr>
              <a:t>）：</a:t>
            </a:r>
            <a:endParaRPr sz="2400">
              <a:latin typeface="UKIJ CJK"/>
              <a:cs typeface="UKIJ CJK"/>
            </a:endParaRPr>
          </a:p>
          <a:p>
            <a:pPr algn="just" lvl="1" marL="755650" marR="5080" indent="-285750">
              <a:lnSpc>
                <a:spcPct val="120000"/>
              </a:lnSpc>
              <a:spcBef>
                <a:spcPts val="550"/>
              </a:spcBef>
              <a:buClr>
                <a:srgbClr val="0000FF"/>
              </a:buClr>
              <a:buSzPct val="80000"/>
              <a:buFont typeface="Wingdings"/>
              <a:buChar char=""/>
              <a:tabLst>
                <a:tab pos="755650" algn="l"/>
              </a:tabLst>
            </a:pPr>
            <a:r>
              <a:rPr dirty="0" sz="2000">
                <a:latin typeface="UKIJ CJK"/>
                <a:cs typeface="UKIJ CJK"/>
              </a:rPr>
              <a:t>连接的建立：为了实现有连接的传输服务，设计了一套实现</a:t>
            </a:r>
            <a:r>
              <a:rPr dirty="0" sz="2000" spc="-680">
                <a:latin typeface="UKIJ CJK"/>
                <a:cs typeface="UKIJ CJK"/>
              </a:rPr>
              <a:t>连</a:t>
            </a:r>
            <a:r>
              <a:rPr dirty="0" sz="2000" spc="5">
                <a:latin typeface="UKIJ CJK"/>
                <a:cs typeface="UKIJ CJK"/>
              </a:rPr>
              <a:t>接 </a:t>
            </a:r>
            <a:r>
              <a:rPr dirty="0" sz="2000">
                <a:latin typeface="UKIJ CJK"/>
                <a:cs typeface="UKIJ CJK"/>
              </a:rPr>
              <a:t>的控制报文。发起连接方构造一个请求连接的协议控制报文，</a:t>
            </a:r>
            <a:r>
              <a:rPr dirty="0" sz="2000">
                <a:latin typeface="UKIJ CJK"/>
                <a:cs typeface="UKIJ CJK"/>
              </a:rPr>
              <a:t>这 </a:t>
            </a:r>
            <a:r>
              <a:rPr dirty="0" sz="2000">
                <a:latin typeface="UKIJ CJK"/>
                <a:cs typeface="UKIJ CJK"/>
              </a:rPr>
              <a:t>个</a:t>
            </a:r>
            <a:r>
              <a:rPr dirty="0" sz="2000" spc="1270">
                <a:solidFill>
                  <a:srgbClr val="FF0000"/>
                </a:solidFill>
                <a:latin typeface="UKIJ CJK"/>
                <a:cs typeface="UKIJ CJK"/>
              </a:rPr>
              <a:t>“</a:t>
            </a:r>
            <a:r>
              <a:rPr dirty="0" sz="2000">
                <a:solidFill>
                  <a:srgbClr val="FF0000"/>
                </a:solidFill>
                <a:latin typeface="UKIJ CJK"/>
                <a:cs typeface="UKIJ CJK"/>
              </a:rPr>
              <a:t>请求连接</a:t>
            </a:r>
            <a:r>
              <a:rPr dirty="0" sz="2000" spc="1270">
                <a:solidFill>
                  <a:srgbClr val="FF0000"/>
                </a:solidFill>
                <a:latin typeface="UKIJ CJK"/>
                <a:cs typeface="UKIJ CJK"/>
              </a:rPr>
              <a:t>”</a:t>
            </a:r>
            <a:r>
              <a:rPr dirty="0" sz="2000">
                <a:solidFill>
                  <a:srgbClr val="FF0000"/>
                </a:solidFill>
                <a:latin typeface="UKIJ CJK"/>
                <a:cs typeface="UKIJ CJK"/>
              </a:rPr>
              <a:t>就是该控制报文的语义</a:t>
            </a:r>
            <a:r>
              <a:rPr dirty="0" sz="2000">
                <a:latin typeface="UKIJ CJK"/>
                <a:cs typeface="UKIJ CJK"/>
              </a:rPr>
              <a:t>。收端收到这个控制报</a:t>
            </a:r>
            <a:r>
              <a:rPr dirty="0" sz="2000">
                <a:latin typeface="UKIJ CJK"/>
                <a:cs typeface="UKIJ CJK"/>
              </a:rPr>
              <a:t>文 </a:t>
            </a:r>
            <a:r>
              <a:rPr dirty="0" sz="2000">
                <a:latin typeface="UKIJ CJK"/>
                <a:cs typeface="UKIJ CJK"/>
              </a:rPr>
              <a:t>后，</a:t>
            </a:r>
            <a:r>
              <a:rPr dirty="0" sz="2000">
                <a:solidFill>
                  <a:srgbClr val="FF0000"/>
                </a:solidFill>
                <a:latin typeface="UKIJ CJK"/>
                <a:cs typeface="UKIJ CJK"/>
              </a:rPr>
              <a:t>根据已知的格式分析规定域中报文类型码</a:t>
            </a:r>
            <a:r>
              <a:rPr dirty="0" sz="2000">
                <a:latin typeface="UKIJ CJK"/>
                <a:cs typeface="UKIJ CJK"/>
              </a:rPr>
              <a:t>就可了解这个</a:t>
            </a:r>
            <a:r>
              <a:rPr dirty="0" sz="2000" spc="1270">
                <a:solidFill>
                  <a:srgbClr val="FF0000"/>
                </a:solidFill>
                <a:latin typeface="UKIJ CJK"/>
                <a:cs typeface="UKIJ CJK"/>
              </a:rPr>
              <a:t>“</a:t>
            </a:r>
            <a:r>
              <a:rPr dirty="0" sz="2000">
                <a:solidFill>
                  <a:srgbClr val="FF0000"/>
                </a:solidFill>
                <a:latin typeface="UKIJ CJK"/>
                <a:cs typeface="UKIJ CJK"/>
              </a:rPr>
              <a:t>请 </a:t>
            </a:r>
            <a:r>
              <a:rPr dirty="0" sz="2000">
                <a:solidFill>
                  <a:srgbClr val="FF0000"/>
                </a:solidFill>
                <a:latin typeface="UKIJ CJK"/>
                <a:cs typeface="UKIJ CJK"/>
              </a:rPr>
              <a:t>求连接</a:t>
            </a:r>
            <a:r>
              <a:rPr dirty="0" sz="2000" spc="1270">
                <a:solidFill>
                  <a:srgbClr val="FF0000"/>
                </a:solidFill>
                <a:latin typeface="UKIJ CJK"/>
                <a:cs typeface="UKIJ CJK"/>
              </a:rPr>
              <a:t>”</a:t>
            </a:r>
            <a:r>
              <a:rPr dirty="0" sz="2000">
                <a:solidFill>
                  <a:srgbClr val="FF0000"/>
                </a:solidFill>
                <a:latin typeface="UKIJ CJK"/>
                <a:cs typeface="UKIJ CJK"/>
              </a:rPr>
              <a:t>的语义</a:t>
            </a:r>
            <a:r>
              <a:rPr dirty="0" sz="2000">
                <a:latin typeface="UKIJ CJK"/>
                <a:cs typeface="UKIJ CJK"/>
              </a:rPr>
              <a:t>，从而作出</a:t>
            </a:r>
            <a:r>
              <a:rPr dirty="0" sz="2000" spc="1270">
                <a:latin typeface="UKIJ CJK"/>
                <a:cs typeface="UKIJ CJK"/>
              </a:rPr>
              <a:t>“</a:t>
            </a:r>
            <a:r>
              <a:rPr dirty="0" sz="2000">
                <a:latin typeface="UKIJ CJK"/>
                <a:cs typeface="UKIJ CJK"/>
              </a:rPr>
              <a:t>允许连接</a:t>
            </a:r>
            <a:r>
              <a:rPr dirty="0" sz="2000" spc="1270">
                <a:latin typeface="UKIJ CJK"/>
                <a:cs typeface="UKIJ CJK"/>
              </a:rPr>
              <a:t>”</a:t>
            </a:r>
            <a:r>
              <a:rPr dirty="0" sz="2000">
                <a:latin typeface="UKIJ CJK"/>
                <a:cs typeface="UKIJ CJK"/>
              </a:rPr>
              <a:t>或</a:t>
            </a:r>
            <a:r>
              <a:rPr dirty="0" sz="2000" spc="1270">
                <a:latin typeface="UKIJ CJK"/>
                <a:cs typeface="UKIJ CJK"/>
              </a:rPr>
              <a:t>“</a:t>
            </a:r>
            <a:r>
              <a:rPr dirty="0" sz="2000">
                <a:latin typeface="UKIJ CJK"/>
                <a:cs typeface="UKIJ CJK"/>
              </a:rPr>
              <a:t>拒绝连接</a:t>
            </a:r>
            <a:r>
              <a:rPr dirty="0" sz="2000" spc="1270">
                <a:latin typeface="UKIJ CJK"/>
                <a:cs typeface="UKIJ CJK"/>
              </a:rPr>
              <a:t>”</a:t>
            </a:r>
            <a:r>
              <a:rPr dirty="0" sz="2000">
                <a:latin typeface="UKIJ CJK"/>
                <a:cs typeface="UKIJ CJK"/>
              </a:rPr>
              <a:t>的</a:t>
            </a:r>
            <a:r>
              <a:rPr dirty="0" sz="2000">
                <a:solidFill>
                  <a:srgbClr val="FF0000"/>
                </a:solidFill>
                <a:latin typeface="UKIJ CJK"/>
                <a:cs typeface="UKIJ CJK"/>
              </a:rPr>
              <a:t>响</a:t>
            </a:r>
            <a:r>
              <a:rPr dirty="0" sz="2000" spc="5">
                <a:solidFill>
                  <a:srgbClr val="FF0000"/>
                </a:solidFill>
                <a:latin typeface="UKIJ CJK"/>
                <a:cs typeface="UKIJ CJK"/>
              </a:rPr>
              <a:t>应</a:t>
            </a:r>
            <a:endParaRPr sz="2000">
              <a:latin typeface="UKIJ CJK"/>
              <a:cs typeface="UKIJ CJK"/>
            </a:endParaRPr>
          </a:p>
          <a:p>
            <a:pPr algn="just" marL="755650" marR="5080">
              <a:lnSpc>
                <a:spcPct val="120000"/>
              </a:lnSpc>
            </a:pPr>
            <a:r>
              <a:rPr dirty="0" sz="2000">
                <a:latin typeface="UKIJ CJK"/>
                <a:cs typeface="UKIJ CJK"/>
              </a:rPr>
              <a:t>。</a:t>
            </a:r>
            <a:r>
              <a:rPr dirty="0" sz="2000" spc="1270">
                <a:latin typeface="UKIJ CJK"/>
                <a:cs typeface="UKIJ CJK"/>
              </a:rPr>
              <a:t>“</a:t>
            </a:r>
            <a:r>
              <a:rPr dirty="0" sz="2000">
                <a:latin typeface="UKIJ CJK"/>
                <a:cs typeface="UKIJ CJK"/>
              </a:rPr>
              <a:t>允许连接</a:t>
            </a:r>
            <a:r>
              <a:rPr dirty="0" sz="2000" spc="1270">
                <a:latin typeface="UKIJ CJK"/>
                <a:cs typeface="UKIJ CJK"/>
              </a:rPr>
              <a:t>”</a:t>
            </a:r>
            <a:r>
              <a:rPr dirty="0" sz="2000">
                <a:latin typeface="UKIJ CJK"/>
                <a:cs typeface="UKIJ CJK"/>
              </a:rPr>
              <a:t>报文和</a:t>
            </a:r>
            <a:r>
              <a:rPr dirty="0" sz="2000" spc="1270">
                <a:latin typeface="UKIJ CJK"/>
                <a:cs typeface="UKIJ CJK"/>
              </a:rPr>
              <a:t>“</a:t>
            </a:r>
            <a:r>
              <a:rPr dirty="0" sz="2000">
                <a:latin typeface="UKIJ CJK"/>
                <a:cs typeface="UKIJ CJK"/>
              </a:rPr>
              <a:t>拒绝连接</a:t>
            </a:r>
            <a:r>
              <a:rPr dirty="0" sz="2000" spc="1270">
                <a:latin typeface="UKIJ CJK"/>
                <a:cs typeface="UKIJ CJK"/>
              </a:rPr>
              <a:t>”</a:t>
            </a:r>
            <a:r>
              <a:rPr dirty="0" sz="2000">
                <a:latin typeface="UKIJ CJK"/>
                <a:cs typeface="UKIJ CJK"/>
              </a:rPr>
              <a:t>报文的格式和语义也是协</a:t>
            </a:r>
            <a:r>
              <a:rPr dirty="0" sz="2000">
                <a:latin typeface="UKIJ CJK"/>
                <a:cs typeface="UKIJ CJK"/>
              </a:rPr>
              <a:t>议 </a:t>
            </a:r>
            <a:r>
              <a:rPr dirty="0" sz="2000">
                <a:latin typeface="UKIJ CJK"/>
                <a:cs typeface="UKIJ CJK"/>
              </a:rPr>
              <a:t>中约定好的，通信双方通过这些约定语义的控制报文按一定时</a:t>
            </a:r>
            <a:r>
              <a:rPr dirty="0" sz="2000">
                <a:latin typeface="UKIJ CJK"/>
                <a:cs typeface="UKIJ CJK"/>
              </a:rPr>
              <a:t>序 </a:t>
            </a:r>
            <a:r>
              <a:rPr dirty="0" sz="2000">
                <a:latin typeface="UKIJ CJK"/>
                <a:cs typeface="UKIJ CJK"/>
              </a:rPr>
              <a:t>关系的交换即可实现建立连接的功能和提供有连接服务</a:t>
            </a:r>
            <a:r>
              <a:rPr dirty="0" sz="2000" spc="5">
                <a:latin typeface="UKIJ CJK"/>
                <a:cs typeface="UKIJ CJK"/>
              </a:rPr>
              <a:t>。</a:t>
            </a:r>
            <a:endParaRPr sz="2000">
              <a:latin typeface="UKIJ CJK"/>
              <a:cs typeface="UKIJ CJK"/>
            </a:endParaRPr>
          </a:p>
          <a:p>
            <a:pPr algn="just" lvl="1" marL="755650" marR="5080" indent="-285750">
              <a:lnSpc>
                <a:spcPct val="120000"/>
              </a:lnSpc>
              <a:spcBef>
                <a:spcPts val="1200"/>
              </a:spcBef>
              <a:buClr>
                <a:srgbClr val="0000FF"/>
              </a:buClr>
              <a:buSzPct val="80000"/>
              <a:buFont typeface="Wingdings"/>
              <a:buChar char=""/>
              <a:tabLst>
                <a:tab pos="755650" algn="l"/>
              </a:tabLst>
            </a:pPr>
            <a:r>
              <a:rPr dirty="0" sz="2000">
                <a:latin typeface="UKIJ CJK"/>
                <a:cs typeface="UKIJ CJK"/>
              </a:rPr>
              <a:t>其它的在协议中常使用的</a:t>
            </a:r>
            <a:r>
              <a:rPr dirty="0" sz="2000" spc="1270">
                <a:latin typeface="UKIJ CJK"/>
                <a:cs typeface="UKIJ CJK"/>
              </a:rPr>
              <a:t>“</a:t>
            </a:r>
            <a:r>
              <a:rPr dirty="0" sz="2000">
                <a:latin typeface="UKIJ CJK"/>
                <a:cs typeface="UKIJ CJK"/>
              </a:rPr>
              <a:t>数据收到确认</a:t>
            </a:r>
            <a:r>
              <a:rPr dirty="0" sz="2000" spc="1270">
                <a:latin typeface="UKIJ CJK"/>
                <a:cs typeface="UKIJ CJK"/>
              </a:rPr>
              <a:t>”</a:t>
            </a:r>
            <a:r>
              <a:rPr dirty="0" sz="2000">
                <a:latin typeface="UKIJ CJK"/>
                <a:cs typeface="UKIJ CJK"/>
              </a:rPr>
              <a:t>报文</a:t>
            </a:r>
            <a:r>
              <a:rPr dirty="0" sz="2000" spc="-5">
                <a:latin typeface="Times New Roman"/>
                <a:cs typeface="Times New Roman"/>
              </a:rPr>
              <a:t>(ACK</a:t>
            </a:r>
            <a:r>
              <a:rPr dirty="0" sz="2000">
                <a:latin typeface="UKIJ CJK"/>
                <a:cs typeface="UKIJ CJK"/>
              </a:rPr>
              <a:t>报文</a:t>
            </a:r>
            <a:r>
              <a:rPr dirty="0" sz="2000" spc="-5">
                <a:latin typeface="Times New Roman"/>
                <a:cs typeface="Times New Roman"/>
              </a:rPr>
              <a:t>)</a:t>
            </a:r>
            <a:r>
              <a:rPr dirty="0" sz="2000" spc="-220">
                <a:latin typeface="UKIJ CJK"/>
                <a:cs typeface="UKIJ CJK"/>
              </a:rPr>
              <a:t>、</a:t>
            </a:r>
            <a:r>
              <a:rPr dirty="0" sz="2000" spc="1275">
                <a:latin typeface="UKIJ CJK"/>
                <a:cs typeface="UKIJ CJK"/>
              </a:rPr>
              <a:t>“  </a:t>
            </a:r>
            <a:r>
              <a:rPr dirty="0" sz="2000">
                <a:latin typeface="UKIJ CJK"/>
                <a:cs typeface="UKIJ CJK"/>
              </a:rPr>
              <a:t>出错通知</a:t>
            </a:r>
            <a:r>
              <a:rPr dirty="0" sz="2000" spc="1270">
                <a:latin typeface="UKIJ CJK"/>
                <a:cs typeface="UKIJ CJK"/>
              </a:rPr>
              <a:t>”</a:t>
            </a:r>
            <a:r>
              <a:rPr dirty="0" sz="2000">
                <a:latin typeface="UKIJ CJK"/>
                <a:cs typeface="UKIJ CJK"/>
              </a:rPr>
              <a:t>报文、</a:t>
            </a:r>
            <a:r>
              <a:rPr dirty="0" sz="2000" spc="1270">
                <a:latin typeface="UKIJ CJK"/>
                <a:cs typeface="UKIJ CJK"/>
              </a:rPr>
              <a:t>“</a:t>
            </a:r>
            <a:r>
              <a:rPr dirty="0" sz="2000">
                <a:latin typeface="UKIJ CJK"/>
                <a:cs typeface="UKIJ CJK"/>
              </a:rPr>
              <a:t>紧急通知</a:t>
            </a:r>
            <a:r>
              <a:rPr dirty="0" sz="2000" spc="1270">
                <a:latin typeface="UKIJ CJK"/>
                <a:cs typeface="UKIJ CJK"/>
              </a:rPr>
              <a:t>”</a:t>
            </a:r>
            <a:r>
              <a:rPr dirty="0" sz="2000">
                <a:latin typeface="UKIJ CJK"/>
                <a:cs typeface="UKIJ CJK"/>
              </a:rPr>
              <a:t>报文等等均可看成为具有特定</a:t>
            </a:r>
            <a:r>
              <a:rPr dirty="0" sz="2000">
                <a:latin typeface="UKIJ CJK"/>
                <a:cs typeface="UKIJ CJK"/>
              </a:rPr>
              <a:t>语 </a:t>
            </a:r>
            <a:r>
              <a:rPr dirty="0" sz="2000">
                <a:latin typeface="UKIJ CJK"/>
                <a:cs typeface="UKIJ CJK"/>
              </a:rPr>
              <a:t>义的网络协议的语句，即协议的组成部分</a:t>
            </a:r>
            <a:r>
              <a:rPr dirty="0" sz="2000" spc="5">
                <a:latin typeface="UKIJ CJK"/>
                <a:cs typeface="UKIJ CJK"/>
              </a:rPr>
              <a:t>。</a:t>
            </a:r>
            <a:endParaRPr sz="2000">
              <a:latin typeface="UKIJ CJK"/>
              <a:cs typeface="UKIJ CJK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2140" y="520065"/>
            <a:ext cx="287083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3333CC"/>
                </a:solidFill>
                <a:latin typeface="Noto Sans CJK JP Black"/>
                <a:cs typeface="Noto Sans CJK JP Black"/>
              </a:rPr>
              <a:t>协议定义：同</a:t>
            </a:r>
            <a:r>
              <a:rPr dirty="0" sz="3200" spc="5">
                <a:solidFill>
                  <a:srgbClr val="3333CC"/>
                </a:solidFill>
                <a:latin typeface="Noto Sans CJK JP Black"/>
                <a:cs typeface="Noto Sans CJK JP Black"/>
              </a:rPr>
              <a:t>步</a:t>
            </a:r>
            <a:endParaRPr sz="3200">
              <a:latin typeface="Noto Sans CJK JP Black"/>
              <a:cs typeface="Noto Sans CJK JP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2140" y="1272457"/>
            <a:ext cx="7880984" cy="3356610"/>
          </a:xfrm>
          <a:prstGeom prst="rect">
            <a:avLst/>
          </a:prstGeom>
        </p:spPr>
        <p:txBody>
          <a:bodyPr wrap="square" lIns="0" tIns="182880" rIns="0" bIns="0" rtlCol="0" vert="horz">
            <a:spAutoFit/>
          </a:bodyPr>
          <a:lstStyle/>
          <a:p>
            <a:pPr algn="just" marL="355600" indent="-342900">
              <a:lnSpc>
                <a:spcPct val="100000"/>
              </a:lnSpc>
              <a:spcBef>
                <a:spcPts val="1440"/>
              </a:spcBef>
              <a:buClr>
                <a:srgbClr val="0000FF"/>
              </a:buClr>
              <a:buSzPct val="85416"/>
              <a:buFont typeface="Wingdings"/>
              <a:buChar char=""/>
              <a:tabLst>
                <a:tab pos="355600" algn="l"/>
              </a:tabLst>
            </a:pPr>
            <a:r>
              <a:rPr dirty="0" sz="2400">
                <a:latin typeface="UKIJ CJK"/>
                <a:cs typeface="UKIJ CJK"/>
              </a:rPr>
              <a:t>简单地说，同步是指事件实现顺序的详细说明。</a:t>
            </a:r>
            <a:r>
              <a:rPr dirty="0" sz="2400" spc="650">
                <a:latin typeface="Noto Sans CJK JP Black"/>
                <a:cs typeface="Noto Sans CJK JP Black"/>
              </a:rPr>
              <a:t> </a:t>
            </a:r>
            <a:endParaRPr sz="2400">
              <a:latin typeface="Noto Sans CJK JP Black"/>
              <a:cs typeface="Noto Sans CJK JP Black"/>
            </a:endParaRPr>
          </a:p>
          <a:p>
            <a:pPr algn="just" lvl="1" marL="755650" marR="5080" indent="-285750">
              <a:lnSpc>
                <a:spcPct val="120000"/>
              </a:lnSpc>
              <a:spcBef>
                <a:spcPts val="645"/>
              </a:spcBef>
              <a:buClr>
                <a:srgbClr val="0000FF"/>
              </a:buClr>
              <a:buSzPct val="80000"/>
              <a:buFont typeface="Wingdings"/>
              <a:buChar char=""/>
              <a:tabLst>
                <a:tab pos="755650" algn="l"/>
              </a:tabLst>
            </a:pPr>
            <a:r>
              <a:rPr dirty="0" sz="2000">
                <a:latin typeface="UKIJ CJK"/>
                <a:cs typeface="UKIJ CJK"/>
              </a:rPr>
              <a:t>具体来说，同步是指通信过程中各种控制报文传送的</a:t>
            </a:r>
            <a:r>
              <a:rPr dirty="0" sz="2000">
                <a:solidFill>
                  <a:srgbClr val="FF0000"/>
                </a:solidFill>
                <a:latin typeface="UKIJ CJK"/>
                <a:cs typeface="UKIJ CJK"/>
              </a:rPr>
              <a:t>顺序</a:t>
            </a:r>
            <a:r>
              <a:rPr dirty="0" sz="2000">
                <a:latin typeface="UKIJ CJK"/>
                <a:cs typeface="UKIJ CJK"/>
              </a:rPr>
              <a:t>关</a:t>
            </a:r>
            <a:r>
              <a:rPr dirty="0" sz="2000" spc="-680">
                <a:latin typeface="UKIJ CJK"/>
                <a:cs typeface="UKIJ CJK"/>
              </a:rPr>
              <a:t>系</a:t>
            </a:r>
            <a:r>
              <a:rPr dirty="0" sz="2000" spc="5">
                <a:latin typeface="UKIJ CJK"/>
                <a:cs typeface="UKIJ CJK"/>
              </a:rPr>
              <a:t>，  </a:t>
            </a:r>
            <a:r>
              <a:rPr dirty="0" sz="2000">
                <a:latin typeface="UKIJ CJK"/>
                <a:cs typeface="UKIJ CJK"/>
              </a:rPr>
              <a:t>例如</a:t>
            </a:r>
            <a:r>
              <a:rPr dirty="0" sz="2000" spc="1270">
                <a:latin typeface="UKIJ CJK"/>
                <a:cs typeface="UKIJ CJK"/>
              </a:rPr>
              <a:t>“</a:t>
            </a:r>
            <a:r>
              <a:rPr dirty="0" sz="2000">
                <a:latin typeface="UKIJ CJK"/>
                <a:cs typeface="UKIJ CJK"/>
              </a:rPr>
              <a:t>允许连接</a:t>
            </a:r>
            <a:r>
              <a:rPr dirty="0" sz="2000" spc="1270">
                <a:latin typeface="UKIJ CJK"/>
                <a:cs typeface="UKIJ CJK"/>
              </a:rPr>
              <a:t>”</a:t>
            </a:r>
            <a:r>
              <a:rPr dirty="0" sz="2000">
                <a:latin typeface="UKIJ CJK"/>
                <a:cs typeface="UKIJ CJK"/>
              </a:rPr>
              <a:t>或</a:t>
            </a:r>
            <a:r>
              <a:rPr dirty="0" sz="2000" spc="1270">
                <a:latin typeface="UKIJ CJK"/>
                <a:cs typeface="UKIJ CJK"/>
              </a:rPr>
              <a:t>“</a:t>
            </a:r>
            <a:r>
              <a:rPr dirty="0" sz="2000">
                <a:latin typeface="UKIJ CJK"/>
                <a:cs typeface="UKIJ CJK"/>
              </a:rPr>
              <a:t>拒绝连接</a:t>
            </a:r>
            <a:r>
              <a:rPr dirty="0" sz="2000" spc="1270">
                <a:latin typeface="UKIJ CJK"/>
                <a:cs typeface="UKIJ CJK"/>
              </a:rPr>
              <a:t>”</a:t>
            </a:r>
            <a:r>
              <a:rPr dirty="0" sz="2000">
                <a:latin typeface="UKIJ CJK"/>
                <a:cs typeface="UKIJ CJK"/>
              </a:rPr>
              <a:t>报文必须是作为请求连接报</a:t>
            </a:r>
            <a:r>
              <a:rPr dirty="0" sz="2000">
                <a:latin typeface="UKIJ CJK"/>
                <a:cs typeface="UKIJ CJK"/>
              </a:rPr>
              <a:t>文 </a:t>
            </a:r>
            <a:r>
              <a:rPr dirty="0" sz="2000">
                <a:latin typeface="UKIJ CJK"/>
                <a:cs typeface="UKIJ CJK"/>
              </a:rPr>
              <a:t>的一种响应来发送，</a:t>
            </a:r>
            <a:r>
              <a:rPr dirty="0" sz="2000" spc="1270">
                <a:latin typeface="UKIJ CJK"/>
                <a:cs typeface="UKIJ CJK"/>
              </a:rPr>
              <a:t>“</a:t>
            </a:r>
            <a:r>
              <a:rPr dirty="0" sz="2000">
                <a:latin typeface="UKIJ CJK"/>
                <a:cs typeface="UKIJ CJK"/>
              </a:rPr>
              <a:t>释放连接</a:t>
            </a:r>
            <a:r>
              <a:rPr dirty="0" sz="2000" spc="1270">
                <a:latin typeface="UKIJ CJK"/>
                <a:cs typeface="UKIJ CJK"/>
              </a:rPr>
              <a:t>”</a:t>
            </a:r>
            <a:r>
              <a:rPr dirty="0" sz="2000">
                <a:latin typeface="UKIJ CJK"/>
                <a:cs typeface="UKIJ CJK"/>
              </a:rPr>
              <a:t>报文也必须在建立连接后的</a:t>
            </a:r>
            <a:r>
              <a:rPr dirty="0" sz="2000">
                <a:latin typeface="UKIJ CJK"/>
                <a:cs typeface="UKIJ CJK"/>
              </a:rPr>
              <a:t>某 </a:t>
            </a:r>
            <a:r>
              <a:rPr dirty="0" sz="2000">
                <a:latin typeface="UKIJ CJK"/>
                <a:cs typeface="UKIJ CJK"/>
              </a:rPr>
              <a:t>种条件下发送等等</a:t>
            </a:r>
            <a:r>
              <a:rPr dirty="0" sz="2000" spc="5">
                <a:latin typeface="UKIJ CJK"/>
                <a:cs typeface="UKIJ CJK"/>
              </a:rPr>
              <a:t>。</a:t>
            </a:r>
            <a:endParaRPr sz="2000">
              <a:latin typeface="UKIJ CJK"/>
              <a:cs typeface="UKIJ CJK"/>
            </a:endParaRPr>
          </a:p>
          <a:p>
            <a:pPr lvl="1" marL="755650" marR="5080" indent="-285750">
              <a:lnSpc>
                <a:spcPct val="120000"/>
              </a:lnSpc>
              <a:spcBef>
                <a:spcPts val="1200"/>
              </a:spcBef>
              <a:buClr>
                <a:srgbClr val="0000FF"/>
              </a:buClr>
              <a:buSzPct val="80000"/>
              <a:buFont typeface="Wingdings"/>
              <a:buChar char=""/>
              <a:tabLst>
                <a:tab pos="755650" algn="l"/>
              </a:tabLst>
            </a:pPr>
            <a:r>
              <a:rPr dirty="0" sz="2000">
                <a:latin typeface="UKIJ CJK"/>
                <a:cs typeface="UKIJ CJK"/>
              </a:rPr>
              <a:t>这种控制报文发送的时序关系，也决定了通信双方所处的</a:t>
            </a:r>
            <a:r>
              <a:rPr dirty="0" sz="2000">
                <a:solidFill>
                  <a:srgbClr val="FF0000"/>
                </a:solidFill>
                <a:latin typeface="UKIJ CJK"/>
                <a:cs typeface="UKIJ CJK"/>
              </a:rPr>
              <a:t>通</a:t>
            </a:r>
            <a:r>
              <a:rPr dirty="0" sz="2000" spc="-680">
                <a:solidFill>
                  <a:srgbClr val="FF0000"/>
                </a:solidFill>
                <a:latin typeface="UKIJ CJK"/>
                <a:cs typeface="UKIJ CJK"/>
              </a:rPr>
              <a:t>信</a:t>
            </a:r>
            <a:r>
              <a:rPr dirty="0" sz="2000" spc="5">
                <a:solidFill>
                  <a:srgbClr val="FF0000"/>
                </a:solidFill>
                <a:latin typeface="UKIJ CJK"/>
                <a:cs typeface="UKIJ CJK"/>
              </a:rPr>
              <a:t>状 </a:t>
            </a:r>
            <a:r>
              <a:rPr dirty="0" sz="2000">
                <a:solidFill>
                  <a:srgbClr val="FF0000"/>
                </a:solidFill>
                <a:latin typeface="UKIJ CJK"/>
                <a:cs typeface="UKIJ CJK"/>
              </a:rPr>
              <a:t>态</a:t>
            </a:r>
            <a:r>
              <a:rPr dirty="0" sz="2000" spc="-5">
                <a:latin typeface="Times New Roman"/>
                <a:cs typeface="Times New Roman"/>
              </a:rPr>
              <a:t>(</a:t>
            </a:r>
            <a:r>
              <a:rPr dirty="0" sz="2000">
                <a:latin typeface="UKIJ CJK"/>
                <a:cs typeface="UKIJ CJK"/>
              </a:rPr>
              <a:t>发送状态、接收状态、等待状态等</a:t>
            </a:r>
            <a:r>
              <a:rPr dirty="0" sz="2000" spc="-5">
                <a:latin typeface="Times New Roman"/>
                <a:cs typeface="Times New Roman"/>
              </a:rPr>
              <a:t>)</a:t>
            </a:r>
            <a:r>
              <a:rPr dirty="0" sz="2000">
                <a:latin typeface="UKIJ CJK"/>
                <a:cs typeface="UKIJ CJK"/>
              </a:rPr>
              <a:t>的制约关系，所以常用</a:t>
            </a:r>
            <a:r>
              <a:rPr dirty="0" sz="2000" spc="5">
                <a:latin typeface="UKIJ CJK"/>
                <a:cs typeface="UKIJ CJK"/>
              </a:rPr>
              <a:t>通 </a:t>
            </a:r>
            <a:r>
              <a:rPr dirty="0" sz="2000">
                <a:latin typeface="UKIJ CJK"/>
                <a:cs typeface="UKIJ CJK"/>
              </a:rPr>
              <a:t>信双方的</a:t>
            </a:r>
            <a:r>
              <a:rPr dirty="0" sz="2000">
                <a:solidFill>
                  <a:srgbClr val="FF0000"/>
                </a:solidFill>
                <a:latin typeface="UKIJ CJK"/>
                <a:cs typeface="UKIJ CJK"/>
              </a:rPr>
              <a:t>有限状态机</a:t>
            </a:r>
            <a:r>
              <a:rPr dirty="0" sz="2000">
                <a:latin typeface="UKIJ CJK"/>
                <a:cs typeface="UKIJ CJK"/>
              </a:rPr>
              <a:t>的方法来描述网络协议</a:t>
            </a:r>
            <a:r>
              <a:rPr dirty="0" sz="2000" spc="5">
                <a:latin typeface="UKIJ CJK"/>
                <a:cs typeface="UKIJ CJK"/>
              </a:rPr>
              <a:t>。</a:t>
            </a:r>
            <a:endParaRPr sz="2000">
              <a:latin typeface="UKIJ CJK"/>
              <a:cs typeface="UKIJ CJK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7776" y="893085"/>
            <a:ext cx="8377555" cy="4272915"/>
          </a:xfrm>
          <a:prstGeom prst="rect">
            <a:avLst/>
          </a:prstGeom>
        </p:spPr>
        <p:txBody>
          <a:bodyPr wrap="square" lIns="0" tIns="2184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20"/>
              </a:spcBef>
            </a:pPr>
            <a:r>
              <a:rPr dirty="0" sz="2800" spc="-5" b="1">
                <a:solidFill>
                  <a:srgbClr val="3333CC"/>
                </a:solidFill>
                <a:latin typeface="Times New Roman"/>
                <a:cs typeface="Times New Roman"/>
              </a:rPr>
              <a:t>1. ISO-OSI</a:t>
            </a:r>
            <a:r>
              <a:rPr dirty="0" sz="2800" spc="15" b="0">
                <a:solidFill>
                  <a:srgbClr val="3333CC"/>
                </a:solidFill>
                <a:latin typeface="WenQuanYi Zen Hei Mono"/>
                <a:cs typeface="WenQuanYi Zen Hei Mono"/>
              </a:rPr>
              <a:t>参考模</a:t>
            </a:r>
            <a:r>
              <a:rPr dirty="0" sz="2800" spc="-5" b="0">
                <a:solidFill>
                  <a:srgbClr val="3333CC"/>
                </a:solidFill>
                <a:latin typeface="WenQuanYi Zen Hei Mono"/>
                <a:cs typeface="WenQuanYi Zen Hei Mono"/>
              </a:rPr>
              <a:t>型</a:t>
            </a:r>
            <a:endParaRPr sz="2800">
              <a:latin typeface="WenQuanYi Zen Hei Mono"/>
              <a:cs typeface="WenQuanYi Zen Hei Mono"/>
            </a:endParaRPr>
          </a:p>
          <a:p>
            <a:pPr marL="382270" marR="5080" indent="-342900">
              <a:lnSpc>
                <a:spcPct val="120000"/>
              </a:lnSpc>
              <a:spcBef>
                <a:spcPts val="819"/>
              </a:spcBef>
              <a:buClr>
                <a:srgbClr val="0000FF"/>
              </a:buClr>
              <a:buSzPct val="85416"/>
              <a:buFont typeface="Wingdings"/>
              <a:buChar char=""/>
              <a:tabLst>
                <a:tab pos="382905" algn="l"/>
              </a:tabLst>
            </a:pPr>
            <a:r>
              <a:rPr dirty="0" sz="2400">
                <a:latin typeface="UKIJ CJK"/>
                <a:cs typeface="UKIJ CJK"/>
              </a:rPr>
              <a:t>在对网络技术和理论进行一系列研究之后，各大计算机公司 纷纷制定了自己的网络技术标准。其中比较知名的有，</a:t>
            </a:r>
            <a:r>
              <a:rPr dirty="0" sz="2400">
                <a:latin typeface="Times New Roman"/>
                <a:cs typeface="Times New Roman"/>
              </a:rPr>
              <a:t>1974  </a:t>
            </a:r>
            <a:r>
              <a:rPr dirty="0" sz="2400">
                <a:latin typeface="UKIJ CJK"/>
                <a:cs typeface="UKIJ CJK"/>
              </a:rPr>
              <a:t>年</a:t>
            </a:r>
            <a:r>
              <a:rPr dirty="0" sz="2400" spc="-5">
                <a:latin typeface="UKIJ CJK"/>
                <a:cs typeface="UKIJ CJK"/>
              </a:rPr>
              <a:t>，</a:t>
            </a:r>
            <a:r>
              <a:rPr dirty="0" sz="2400" spc="-5">
                <a:latin typeface="Times New Roman"/>
                <a:cs typeface="Times New Roman"/>
              </a:rPr>
              <a:t>IBM</a:t>
            </a:r>
            <a:r>
              <a:rPr dirty="0" sz="2400">
                <a:latin typeface="UKIJ CJK"/>
                <a:cs typeface="UKIJ CJK"/>
              </a:rPr>
              <a:t>公司首先提出了</a:t>
            </a:r>
            <a:r>
              <a:rPr dirty="0" sz="2400">
                <a:solidFill>
                  <a:srgbClr val="FF0000"/>
                </a:solidFill>
                <a:latin typeface="UKIJ CJK"/>
                <a:cs typeface="UKIJ CJK"/>
              </a:rPr>
              <a:t>系统网络体系结构</a:t>
            </a:r>
            <a:r>
              <a:rPr dirty="0" sz="2400">
                <a:latin typeface="UKIJ CJK"/>
                <a:cs typeface="UKIJ CJK"/>
              </a:rPr>
              <a:t>（</a:t>
            </a:r>
            <a:r>
              <a:rPr dirty="0" sz="2400" spc="-35">
                <a:latin typeface="UKIJ CJK"/>
                <a:cs typeface="UKIJ CJK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System  Network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Architecture</a:t>
            </a:r>
            <a:r>
              <a:rPr dirty="0" sz="2400" spc="-5">
                <a:latin typeface="UKIJ CJK"/>
                <a:cs typeface="UKIJ CJK"/>
              </a:rPr>
              <a:t>，</a:t>
            </a:r>
            <a:r>
              <a:rPr dirty="0" sz="2400" spc="-5">
                <a:latin typeface="Times New Roman"/>
                <a:cs typeface="Times New Roman"/>
              </a:rPr>
              <a:t>SNA</a:t>
            </a:r>
            <a:r>
              <a:rPr dirty="0" sz="2400" spc="-5">
                <a:latin typeface="UKIJ CJK"/>
                <a:cs typeface="UKIJ CJK"/>
              </a:rPr>
              <a:t>）</a:t>
            </a:r>
            <a:r>
              <a:rPr dirty="0" sz="2400">
                <a:latin typeface="UKIJ CJK"/>
                <a:cs typeface="UKIJ CJK"/>
              </a:rPr>
              <a:t>标准，</a:t>
            </a:r>
            <a:r>
              <a:rPr dirty="0" sz="2400">
                <a:latin typeface="Times New Roman"/>
                <a:cs typeface="Times New Roman"/>
              </a:rPr>
              <a:t>1975</a:t>
            </a:r>
            <a:r>
              <a:rPr dirty="0" sz="2400">
                <a:latin typeface="UKIJ CJK"/>
                <a:cs typeface="UKIJ CJK"/>
              </a:rPr>
              <a:t>年</a:t>
            </a:r>
            <a:r>
              <a:rPr dirty="0" sz="2400" spc="-5">
                <a:latin typeface="UKIJ CJK"/>
                <a:cs typeface="UKIJ CJK"/>
              </a:rPr>
              <a:t>，</a:t>
            </a:r>
            <a:r>
              <a:rPr dirty="0" sz="2400" spc="-5">
                <a:latin typeface="Times New Roman"/>
                <a:cs typeface="Times New Roman"/>
              </a:rPr>
              <a:t>DEC</a:t>
            </a:r>
            <a:r>
              <a:rPr dirty="0" sz="2400">
                <a:latin typeface="UKIJ CJK"/>
                <a:cs typeface="UKIJ CJK"/>
              </a:rPr>
              <a:t>公司也公 布了</a:t>
            </a:r>
            <a:r>
              <a:rPr dirty="0" sz="2400">
                <a:solidFill>
                  <a:srgbClr val="FF0000"/>
                </a:solidFill>
                <a:latin typeface="UKIJ CJK"/>
                <a:cs typeface="UKIJ CJK"/>
              </a:rPr>
              <a:t>数字网络体系结构</a:t>
            </a:r>
            <a:r>
              <a:rPr dirty="0" sz="2400">
                <a:latin typeface="UKIJ CJK"/>
                <a:cs typeface="UKIJ CJK"/>
              </a:rPr>
              <a:t>（</a:t>
            </a:r>
            <a:r>
              <a:rPr dirty="0" sz="2400" spc="-35">
                <a:latin typeface="UKIJ CJK"/>
                <a:cs typeface="UKIJ CJK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Digital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Network Architecture</a:t>
            </a:r>
            <a:r>
              <a:rPr dirty="0" sz="2400" spc="-5">
                <a:latin typeface="UKIJ CJK"/>
                <a:cs typeface="UKIJ CJK"/>
              </a:rPr>
              <a:t>，</a:t>
            </a:r>
            <a:r>
              <a:rPr dirty="0" sz="2400" spc="-5">
                <a:latin typeface="Times New Roman"/>
                <a:cs typeface="Times New Roman"/>
              </a:rPr>
              <a:t>DNA</a:t>
            </a:r>
            <a:endParaRPr sz="2400">
              <a:latin typeface="Times New Roman"/>
              <a:cs typeface="Times New Roman"/>
            </a:endParaRPr>
          </a:p>
          <a:p>
            <a:pPr algn="just" marL="382270" marR="62230">
              <a:lnSpc>
                <a:spcPct val="120000"/>
              </a:lnSpc>
            </a:pPr>
            <a:r>
              <a:rPr dirty="0" sz="2400">
                <a:latin typeface="UKIJ CJK"/>
                <a:cs typeface="UKIJ CJK"/>
              </a:rPr>
              <a:t>）标准。这些标准均采用层次结构，但在层次的划分、各层 协议等问题上不相同，使得采用不同体系结构的网络很难互 联。</a:t>
            </a:r>
            <a:endParaRPr sz="2400">
              <a:latin typeface="UKIJ CJK"/>
              <a:cs typeface="UKIJ CJK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0451" y="184264"/>
            <a:ext cx="4472940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01065" algn="l"/>
              </a:tabLst>
            </a:pPr>
            <a:r>
              <a:rPr dirty="0" sz="2800" spc="-5" b="1">
                <a:latin typeface="Times New Roman"/>
                <a:cs typeface="Times New Roman"/>
              </a:rPr>
              <a:t>1.1.4	OSI</a:t>
            </a:r>
            <a:r>
              <a:rPr dirty="0" sz="2800" spc="5" b="0">
                <a:latin typeface="Noto Sans CJK JP Medium"/>
                <a:cs typeface="Noto Sans CJK JP Medium"/>
              </a:rPr>
              <a:t>与</a:t>
            </a:r>
            <a:r>
              <a:rPr dirty="0" sz="2800" spc="-5" b="1">
                <a:latin typeface="Times New Roman"/>
                <a:cs typeface="Times New Roman"/>
              </a:rPr>
              <a:t>TCP/IP</a:t>
            </a:r>
            <a:r>
              <a:rPr dirty="0" sz="2800" spc="5" b="0">
                <a:latin typeface="Noto Sans CJK JP Medium"/>
                <a:cs typeface="Noto Sans CJK JP Medium"/>
              </a:rPr>
              <a:t>参考模</a:t>
            </a:r>
            <a:r>
              <a:rPr dirty="0" sz="2800" spc="-5" b="0">
                <a:latin typeface="Noto Sans CJK JP Medium"/>
                <a:cs typeface="Noto Sans CJK JP Medium"/>
              </a:rPr>
              <a:t>型</a:t>
            </a:r>
            <a:endParaRPr sz="2800">
              <a:latin typeface="Noto Sans CJK JP Medium"/>
              <a:cs typeface="Noto Sans CJK JP Medium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35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435457" y="682688"/>
            <a:ext cx="8010525" cy="360870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5080" indent="-342900">
              <a:lnSpc>
                <a:spcPct val="120000"/>
              </a:lnSpc>
              <a:spcBef>
                <a:spcPts val="95"/>
              </a:spcBef>
              <a:buClr>
                <a:srgbClr val="0000FF"/>
              </a:buClr>
              <a:buSzPct val="85416"/>
              <a:buFont typeface="Wingdings"/>
              <a:buChar char=""/>
              <a:tabLst>
                <a:tab pos="355600" algn="l"/>
              </a:tabLst>
            </a:pPr>
            <a:r>
              <a:rPr dirty="0" sz="2400">
                <a:latin typeface="UKIJ CJK"/>
                <a:cs typeface="UKIJ CJK"/>
              </a:rPr>
              <a:t>针 对 这 一 问 题 ， 国 际 标 准 化 组 织 </a:t>
            </a:r>
            <a:r>
              <a:rPr dirty="0" sz="2400" spc="-5">
                <a:latin typeface="UKIJ CJK"/>
                <a:cs typeface="UKIJ CJK"/>
              </a:rPr>
              <a:t>（</a:t>
            </a:r>
            <a:r>
              <a:rPr dirty="0" sz="2400" spc="-5">
                <a:latin typeface="Times New Roman"/>
                <a:cs typeface="Times New Roman"/>
              </a:rPr>
              <a:t>International  </a:t>
            </a:r>
            <a:r>
              <a:rPr dirty="0" sz="2400" spc="-10">
                <a:latin typeface="Times New Roman"/>
                <a:cs typeface="Times New Roman"/>
              </a:rPr>
              <a:t>Organization</a:t>
            </a:r>
            <a:r>
              <a:rPr dirty="0" sz="2400">
                <a:latin typeface="Times New Roman"/>
                <a:cs typeface="Times New Roman"/>
              </a:rPr>
              <a:t> for </a:t>
            </a:r>
            <a:r>
              <a:rPr dirty="0" sz="2400" spc="-5">
                <a:latin typeface="Times New Roman"/>
                <a:cs typeface="Times New Roman"/>
              </a:rPr>
              <a:t>Standardization</a:t>
            </a:r>
            <a:r>
              <a:rPr dirty="0" sz="2400" spc="-5">
                <a:latin typeface="UKIJ CJK"/>
                <a:cs typeface="UKIJ CJK"/>
              </a:rPr>
              <a:t>，</a:t>
            </a:r>
            <a:r>
              <a:rPr dirty="0" sz="2400" spc="-5">
                <a:latin typeface="Times New Roman"/>
                <a:cs typeface="Times New Roman"/>
              </a:rPr>
              <a:t>ISO</a:t>
            </a:r>
            <a:r>
              <a:rPr dirty="0" sz="2400" spc="-5">
                <a:latin typeface="UKIJ CJK"/>
                <a:cs typeface="UKIJ CJK"/>
              </a:rPr>
              <a:t>）</a:t>
            </a:r>
            <a:r>
              <a:rPr dirty="0" sz="2400">
                <a:latin typeface="UKIJ CJK"/>
                <a:cs typeface="UKIJ CJK"/>
              </a:rPr>
              <a:t>于</a:t>
            </a:r>
            <a:r>
              <a:rPr dirty="0" sz="2400">
                <a:latin typeface="Times New Roman"/>
                <a:cs typeface="Times New Roman"/>
              </a:rPr>
              <a:t>1984</a:t>
            </a:r>
            <a:r>
              <a:rPr dirty="0" sz="2400">
                <a:latin typeface="UKIJ CJK"/>
                <a:cs typeface="UKIJ CJK"/>
              </a:rPr>
              <a:t>年提出了著 名的</a:t>
            </a:r>
            <a:r>
              <a:rPr dirty="0" sz="2400" spc="-5">
                <a:latin typeface="Times New Roman"/>
                <a:cs typeface="Times New Roman"/>
              </a:rPr>
              <a:t>Open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System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Interconnection/Reference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Model</a:t>
            </a:r>
            <a:r>
              <a:rPr dirty="0" sz="2400" spc="-5">
                <a:latin typeface="UKIJ CJK"/>
                <a:cs typeface="UKIJ CJK"/>
              </a:rPr>
              <a:t>，</a:t>
            </a:r>
            <a:r>
              <a:rPr dirty="0" sz="2400">
                <a:latin typeface="UKIJ CJK"/>
                <a:cs typeface="UKIJ CJK"/>
              </a:rPr>
              <a:t>开放系 统互连参考模型，简称</a:t>
            </a:r>
            <a:r>
              <a:rPr dirty="0" sz="2400" spc="-5">
                <a:latin typeface="Times New Roman"/>
                <a:cs typeface="Times New Roman"/>
              </a:rPr>
              <a:t>OSI/RM</a:t>
            </a:r>
            <a:r>
              <a:rPr dirty="0" sz="2400">
                <a:latin typeface="UKIJ CJK"/>
                <a:cs typeface="UKIJ CJK"/>
              </a:rPr>
              <a:t>。</a:t>
            </a:r>
            <a:endParaRPr sz="2400">
              <a:latin typeface="UKIJ CJK"/>
              <a:cs typeface="UKIJ CJK"/>
            </a:endParaRPr>
          </a:p>
          <a:p>
            <a:pPr marL="355600" marR="27305" indent="-342900">
              <a:lnSpc>
                <a:spcPct val="120000"/>
              </a:lnSpc>
              <a:spcBef>
                <a:spcPts val="575"/>
              </a:spcBef>
              <a:buClr>
                <a:srgbClr val="0000FF"/>
              </a:buClr>
              <a:buSzPct val="85416"/>
              <a:buFont typeface="Wingdings"/>
              <a:buChar char=""/>
              <a:tabLst>
                <a:tab pos="355600" algn="l"/>
              </a:tabLst>
            </a:pPr>
            <a:r>
              <a:rPr dirty="0" sz="2400">
                <a:latin typeface="UKIJ CJK"/>
                <a:cs typeface="UKIJ CJK"/>
              </a:rPr>
              <a:t>开放系统</a:t>
            </a:r>
            <a:r>
              <a:rPr dirty="0" sz="2400">
                <a:latin typeface="Times New Roman"/>
                <a:cs typeface="Times New Roman"/>
              </a:rPr>
              <a:t>OSI</a:t>
            </a:r>
            <a:r>
              <a:rPr dirty="0" sz="2400">
                <a:latin typeface="UKIJ CJK"/>
                <a:cs typeface="UKIJ CJK"/>
              </a:rPr>
              <a:t>标准定制过程中所采用的方法是将整个庞大 而复杂的问题划分为若干个容易处理的小问题，这就是分 层的体系结构方法。在</a:t>
            </a:r>
            <a:r>
              <a:rPr dirty="0" sz="2400">
                <a:latin typeface="Times New Roman"/>
                <a:cs typeface="Times New Roman"/>
              </a:rPr>
              <a:t>OSI</a:t>
            </a:r>
            <a:r>
              <a:rPr dirty="0" sz="2400">
                <a:latin typeface="UKIJ CJK"/>
                <a:cs typeface="UKIJ CJK"/>
              </a:rPr>
              <a:t>中，采用了三级抽象，即</a:t>
            </a:r>
            <a:r>
              <a:rPr dirty="0" sz="2400" spc="5" b="0">
                <a:latin typeface="Noto Sans CJK JP Medium"/>
                <a:cs typeface="Noto Sans CJK JP Medium"/>
              </a:rPr>
              <a:t>体</a:t>
            </a:r>
            <a:r>
              <a:rPr dirty="0" sz="2400" b="0">
                <a:latin typeface="Noto Sans CJK JP Medium"/>
                <a:cs typeface="Noto Sans CJK JP Medium"/>
              </a:rPr>
              <a:t>系 </a:t>
            </a:r>
            <a:r>
              <a:rPr dirty="0" sz="2400" spc="5" b="0">
                <a:latin typeface="Noto Sans CJK JP Medium"/>
                <a:cs typeface="Noto Sans CJK JP Medium"/>
              </a:rPr>
              <a:t>结构</a:t>
            </a:r>
            <a:r>
              <a:rPr dirty="0" sz="2400">
                <a:latin typeface="UKIJ CJK"/>
                <a:cs typeface="UKIJ CJK"/>
              </a:rPr>
              <a:t>、</a:t>
            </a:r>
            <a:r>
              <a:rPr dirty="0" sz="2400" spc="5" b="0">
                <a:latin typeface="Noto Sans CJK JP Medium"/>
                <a:cs typeface="Noto Sans CJK JP Medium"/>
              </a:rPr>
              <a:t>服务定义</a:t>
            </a:r>
            <a:r>
              <a:rPr dirty="0" sz="2400">
                <a:latin typeface="UKIJ CJK"/>
                <a:cs typeface="UKIJ CJK"/>
              </a:rPr>
              <a:t>和</a:t>
            </a:r>
            <a:r>
              <a:rPr dirty="0" sz="2400" spc="5" b="0">
                <a:latin typeface="Noto Sans CJK JP Medium"/>
                <a:cs typeface="Noto Sans CJK JP Medium"/>
              </a:rPr>
              <a:t>协议规范（协议规格说明）</a:t>
            </a:r>
            <a:r>
              <a:rPr dirty="0" sz="2400">
                <a:latin typeface="UKIJ CJK"/>
                <a:cs typeface="UKIJ CJK"/>
              </a:rPr>
              <a:t>。</a:t>
            </a:r>
            <a:endParaRPr sz="2400">
              <a:latin typeface="UKIJ CJK"/>
              <a:cs typeface="UKIJ CJK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35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410337" y="608266"/>
            <a:ext cx="8293100" cy="5436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20000"/>
              </a:lnSpc>
              <a:spcBef>
                <a:spcPts val="100"/>
              </a:spcBef>
              <a:buClr>
                <a:srgbClr val="0000FF"/>
              </a:buClr>
              <a:buSzPct val="85416"/>
              <a:buFont typeface="Wingdings"/>
              <a:buChar char=""/>
              <a:tabLst>
                <a:tab pos="355600" algn="l"/>
              </a:tabLst>
            </a:pPr>
            <a:r>
              <a:rPr dirty="0" sz="2400" spc="5" b="0">
                <a:latin typeface="Noto Sans CJK JP Medium"/>
                <a:cs typeface="Noto Sans CJK JP Medium"/>
              </a:rPr>
              <a:t>体系结构</a:t>
            </a:r>
            <a:r>
              <a:rPr dirty="0" sz="2400">
                <a:latin typeface="UKIJ CJK"/>
                <a:cs typeface="UKIJ CJK"/>
              </a:rPr>
              <a:t>：</a:t>
            </a:r>
            <a:r>
              <a:rPr dirty="0" sz="2400">
                <a:latin typeface="Times New Roman"/>
                <a:cs typeface="Times New Roman"/>
              </a:rPr>
              <a:t>OSI</a:t>
            </a:r>
            <a:r>
              <a:rPr dirty="0" sz="2400">
                <a:latin typeface="UKIJ CJK"/>
                <a:cs typeface="UKIJ CJK"/>
              </a:rPr>
              <a:t>参考模型定义了开放系统的</a:t>
            </a:r>
            <a:r>
              <a:rPr dirty="0" sz="2400">
                <a:solidFill>
                  <a:srgbClr val="FF0000"/>
                </a:solidFill>
                <a:latin typeface="UKIJ CJK"/>
                <a:cs typeface="UKIJ CJK"/>
              </a:rPr>
              <a:t>层次结构</a:t>
            </a:r>
            <a:r>
              <a:rPr dirty="0" sz="2400">
                <a:latin typeface="UKIJ CJK"/>
                <a:cs typeface="UKIJ CJK"/>
              </a:rPr>
              <a:t>、</a:t>
            </a:r>
            <a:r>
              <a:rPr dirty="0" sz="2400">
                <a:solidFill>
                  <a:srgbClr val="FF0000"/>
                </a:solidFill>
                <a:latin typeface="UKIJ CJK"/>
                <a:cs typeface="UKIJ CJK"/>
              </a:rPr>
              <a:t>层次 之间的相互关系</a:t>
            </a:r>
            <a:r>
              <a:rPr dirty="0" sz="2400">
                <a:latin typeface="UKIJ CJK"/>
                <a:cs typeface="UKIJ CJK"/>
              </a:rPr>
              <a:t>及各层所包含的可能的</a:t>
            </a:r>
            <a:r>
              <a:rPr dirty="0" sz="2400">
                <a:solidFill>
                  <a:srgbClr val="FF0000"/>
                </a:solidFill>
                <a:latin typeface="UKIJ CJK"/>
                <a:cs typeface="UKIJ CJK"/>
              </a:rPr>
              <a:t>服务</a:t>
            </a:r>
            <a:r>
              <a:rPr dirty="0" sz="2400">
                <a:latin typeface="UKIJ CJK"/>
                <a:cs typeface="UKIJ CJK"/>
              </a:rPr>
              <a:t>。它是作为一个 框架来协调和组织各层协议的制定，也是对网络内部结构最 精炼的概括与描述。</a:t>
            </a:r>
            <a:endParaRPr sz="2400">
              <a:latin typeface="UKIJ CJK"/>
              <a:cs typeface="UKIJ CJK"/>
            </a:endParaRPr>
          </a:p>
          <a:p>
            <a:pPr marL="355600" marR="5080" indent="-342900">
              <a:lnSpc>
                <a:spcPct val="120000"/>
              </a:lnSpc>
              <a:spcBef>
                <a:spcPts val="570"/>
              </a:spcBef>
              <a:buClr>
                <a:srgbClr val="0000FF"/>
              </a:buClr>
              <a:buSzPct val="85416"/>
              <a:buFont typeface="Wingdings"/>
              <a:buChar char=""/>
              <a:tabLst>
                <a:tab pos="355600" algn="l"/>
              </a:tabLst>
            </a:pPr>
            <a:r>
              <a:rPr dirty="0" sz="2400" spc="5" b="0">
                <a:latin typeface="Noto Sans CJK JP Medium"/>
                <a:cs typeface="Noto Sans CJK JP Medium"/>
              </a:rPr>
              <a:t>服务定义</a:t>
            </a:r>
            <a:r>
              <a:rPr dirty="0" sz="2400">
                <a:latin typeface="UKIJ CJK"/>
                <a:cs typeface="UKIJ CJK"/>
              </a:rPr>
              <a:t>：</a:t>
            </a:r>
            <a:r>
              <a:rPr dirty="0" sz="2400">
                <a:latin typeface="Times New Roman"/>
                <a:cs typeface="Times New Roman"/>
              </a:rPr>
              <a:t>OSI</a:t>
            </a:r>
            <a:r>
              <a:rPr dirty="0" sz="2400">
                <a:latin typeface="UKIJ CJK"/>
                <a:cs typeface="UKIJ CJK"/>
              </a:rPr>
              <a:t>的服务定义详细说明了</a:t>
            </a:r>
            <a:r>
              <a:rPr dirty="0" sz="2400">
                <a:solidFill>
                  <a:srgbClr val="FF0000"/>
                </a:solidFill>
                <a:latin typeface="UKIJ CJK"/>
                <a:cs typeface="UKIJ CJK"/>
              </a:rPr>
              <a:t>各层所提供的服务</a:t>
            </a:r>
            <a:r>
              <a:rPr dirty="0" sz="2400">
                <a:latin typeface="UKIJ CJK"/>
                <a:cs typeface="UKIJ CJK"/>
              </a:rPr>
              <a:t>。 某一层的服务就是该层及其下各层的功能，它通过接口提供 给更高一层。各层所提供的服务与这些服务是怎么实现的无 关。同时，各种服务定义还定义了</a:t>
            </a:r>
            <a:r>
              <a:rPr dirty="0" sz="2400">
                <a:solidFill>
                  <a:srgbClr val="FF0000"/>
                </a:solidFill>
                <a:latin typeface="UKIJ CJK"/>
                <a:cs typeface="UKIJ CJK"/>
              </a:rPr>
              <a:t>层与层之间的接口</a:t>
            </a:r>
            <a:r>
              <a:rPr dirty="0" sz="2400">
                <a:latin typeface="UKIJ CJK"/>
                <a:cs typeface="UKIJ CJK"/>
              </a:rPr>
              <a:t>和各层 的所使用的</a:t>
            </a:r>
            <a:r>
              <a:rPr dirty="0" sz="2400">
                <a:solidFill>
                  <a:srgbClr val="FF0000"/>
                </a:solidFill>
                <a:latin typeface="UKIJ CJK"/>
                <a:cs typeface="UKIJ CJK"/>
              </a:rPr>
              <a:t>原语</a:t>
            </a:r>
            <a:r>
              <a:rPr dirty="0" sz="2400">
                <a:latin typeface="UKIJ CJK"/>
                <a:cs typeface="UKIJ CJK"/>
              </a:rPr>
              <a:t>，但是不涉及接口的具体调用方法。</a:t>
            </a:r>
            <a:endParaRPr sz="2400">
              <a:latin typeface="UKIJ CJK"/>
              <a:cs typeface="UKIJ CJK"/>
            </a:endParaRPr>
          </a:p>
          <a:p>
            <a:pPr marL="355600" marR="5080" indent="-342900">
              <a:lnSpc>
                <a:spcPct val="120000"/>
              </a:lnSpc>
              <a:spcBef>
                <a:spcPts val="575"/>
              </a:spcBef>
              <a:buClr>
                <a:srgbClr val="0000FF"/>
              </a:buClr>
              <a:buSzPct val="85416"/>
              <a:buFont typeface="Wingdings"/>
              <a:buChar char=""/>
              <a:tabLst>
                <a:tab pos="355600" algn="l"/>
              </a:tabLst>
            </a:pPr>
            <a:r>
              <a:rPr dirty="0" sz="2400" spc="5" b="0">
                <a:latin typeface="Noto Sans CJK JP Medium"/>
                <a:cs typeface="Noto Sans CJK JP Medium"/>
              </a:rPr>
              <a:t>协议规范</a:t>
            </a:r>
            <a:r>
              <a:rPr dirty="0" sz="2400">
                <a:latin typeface="UKIJ CJK"/>
                <a:cs typeface="UKIJ CJK"/>
              </a:rPr>
              <a:t>：</a:t>
            </a:r>
            <a:r>
              <a:rPr dirty="0" sz="2400">
                <a:latin typeface="Times New Roman"/>
                <a:cs typeface="Times New Roman"/>
              </a:rPr>
              <a:t>OSI</a:t>
            </a:r>
            <a:r>
              <a:rPr dirty="0" sz="2400">
                <a:latin typeface="UKIJ CJK"/>
                <a:cs typeface="UKIJ CJK"/>
              </a:rPr>
              <a:t>标准中的各种协议精确定义了应当发送什么 样的</a:t>
            </a:r>
            <a:r>
              <a:rPr dirty="0" sz="2400">
                <a:solidFill>
                  <a:srgbClr val="FF0000"/>
                </a:solidFill>
                <a:latin typeface="UKIJ CJK"/>
                <a:cs typeface="UKIJ CJK"/>
              </a:rPr>
              <a:t>控制信息</a:t>
            </a:r>
            <a:r>
              <a:rPr dirty="0" sz="2400">
                <a:latin typeface="UKIJ CJK"/>
                <a:cs typeface="UKIJ CJK"/>
              </a:rPr>
              <a:t>，以及应当用什么样的过程来解释这个控制信 息。</a:t>
            </a:r>
            <a:endParaRPr sz="2400">
              <a:latin typeface="UKIJ CJK"/>
              <a:cs typeface="UKIJ CJK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35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692530" y="736879"/>
            <a:ext cx="7683500" cy="2219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5080" indent="-342900">
              <a:lnSpc>
                <a:spcPct val="120000"/>
              </a:lnSpc>
              <a:spcBef>
                <a:spcPts val="95"/>
              </a:spcBef>
              <a:buClr>
                <a:srgbClr val="0000FF"/>
              </a:buClr>
              <a:buSzPct val="85416"/>
              <a:buFont typeface="Wingdings"/>
              <a:buChar char=""/>
              <a:tabLst>
                <a:tab pos="355600" algn="l"/>
              </a:tabLst>
            </a:pPr>
            <a:r>
              <a:rPr dirty="0" sz="2400" spc="-5">
                <a:latin typeface="Times New Roman"/>
                <a:cs typeface="Times New Roman"/>
              </a:rPr>
              <a:t>ISO/OSI</a:t>
            </a:r>
            <a:r>
              <a:rPr dirty="0" sz="2400">
                <a:latin typeface="UKIJ CJK"/>
                <a:cs typeface="UKIJ CJK"/>
              </a:rPr>
              <a:t>参考模型不是一个标准，它描述了一些概念，  是一个在制定标准时所使用的概念性的框架。</a:t>
            </a:r>
            <a:r>
              <a:rPr dirty="0" sz="2400">
                <a:latin typeface="Times New Roman"/>
                <a:cs typeface="Times New Roman"/>
              </a:rPr>
              <a:t>OSI</a:t>
            </a:r>
            <a:r>
              <a:rPr dirty="0" sz="2400">
                <a:latin typeface="UKIJ CJK"/>
                <a:cs typeface="UKIJ CJK"/>
              </a:rPr>
              <a:t>参考 模型用来协调进程间通信标准的制定，没有定义具体的 实现方法。在</a:t>
            </a:r>
            <a:r>
              <a:rPr dirty="0" sz="2400">
                <a:latin typeface="Times New Roman"/>
                <a:cs typeface="Times New Roman"/>
              </a:rPr>
              <a:t>OSI</a:t>
            </a:r>
            <a:r>
              <a:rPr dirty="0" sz="2400">
                <a:latin typeface="UKIJ CJK"/>
                <a:cs typeface="UKIJ CJK"/>
              </a:rPr>
              <a:t>范围内，各种网络中所使用的协议只 要与</a:t>
            </a:r>
            <a:r>
              <a:rPr dirty="0" sz="2400">
                <a:latin typeface="Times New Roman"/>
                <a:cs typeface="Times New Roman"/>
              </a:rPr>
              <a:t>OSI</a:t>
            </a:r>
            <a:r>
              <a:rPr dirty="0" sz="2400">
                <a:latin typeface="UKIJ CJK"/>
                <a:cs typeface="UKIJ CJK"/>
              </a:rPr>
              <a:t>的协议规范相一致就能实现网络互联。</a:t>
            </a:r>
            <a:endParaRPr sz="2400">
              <a:latin typeface="UKIJ CJK"/>
              <a:cs typeface="UKIJ CJK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57315" y="217766"/>
            <a:ext cx="1842770" cy="4057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-5" b="1">
                <a:solidFill>
                  <a:srgbClr val="3333CC"/>
                </a:solidFill>
                <a:latin typeface="Times New Roman"/>
                <a:cs typeface="Times New Roman"/>
              </a:rPr>
              <a:t>ISO-OSI/RM</a:t>
            </a:r>
            <a:endParaRPr sz="25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698614"/>
            <a:ext cx="9144000" cy="6159500"/>
            <a:chOff x="0" y="698614"/>
            <a:chExt cx="9144000" cy="6159500"/>
          </a:xfrm>
        </p:grpSpPr>
        <p:sp>
          <p:nvSpPr>
            <p:cNvPr id="4" name="object 4"/>
            <p:cNvSpPr/>
            <p:nvPr/>
          </p:nvSpPr>
          <p:spPr>
            <a:xfrm>
              <a:off x="0" y="832103"/>
              <a:ext cx="9144000" cy="602589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970532" y="4943855"/>
              <a:ext cx="5073650" cy="736600"/>
            </a:xfrm>
            <a:custGeom>
              <a:avLst/>
              <a:gdLst/>
              <a:ahLst/>
              <a:cxnLst/>
              <a:rect l="l" t="t" r="r" b="b"/>
              <a:pathLst>
                <a:path w="5073650" h="736600">
                  <a:moveTo>
                    <a:pt x="0" y="736092"/>
                  </a:moveTo>
                  <a:lnTo>
                    <a:pt x="1007363" y="495300"/>
                  </a:lnTo>
                  <a:lnTo>
                    <a:pt x="195072" y="495300"/>
                  </a:lnTo>
                  <a:lnTo>
                    <a:pt x="195072" y="0"/>
                  </a:lnTo>
                  <a:lnTo>
                    <a:pt x="5073396" y="0"/>
                  </a:lnTo>
                  <a:lnTo>
                    <a:pt x="5073396" y="495300"/>
                  </a:lnTo>
                  <a:lnTo>
                    <a:pt x="2228088" y="495300"/>
                  </a:lnTo>
                  <a:lnTo>
                    <a:pt x="0" y="736092"/>
                  </a:lnTo>
                  <a:close/>
                </a:path>
              </a:pathLst>
            </a:custGeom>
            <a:solidFill>
              <a:srgbClr val="EDF8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932635" y="4938357"/>
              <a:ext cx="5116830" cy="751205"/>
            </a:xfrm>
            <a:custGeom>
              <a:avLst/>
              <a:gdLst/>
              <a:ahLst/>
              <a:cxnLst/>
              <a:rect l="l" t="t" r="r" b="b"/>
              <a:pathLst>
                <a:path w="5116830" h="751204">
                  <a:moveTo>
                    <a:pt x="1005360" y="506272"/>
                  </a:moveTo>
                  <a:lnTo>
                    <a:pt x="227774" y="506272"/>
                  </a:lnTo>
                  <a:lnTo>
                    <a:pt x="227774" y="0"/>
                  </a:lnTo>
                  <a:lnTo>
                    <a:pt x="5116741" y="0"/>
                  </a:lnTo>
                  <a:lnTo>
                    <a:pt x="5116741" y="4762"/>
                  </a:lnTo>
                  <a:lnTo>
                    <a:pt x="237299" y="4762"/>
                  </a:lnTo>
                  <a:lnTo>
                    <a:pt x="232537" y="9525"/>
                  </a:lnTo>
                  <a:lnTo>
                    <a:pt x="237299" y="9525"/>
                  </a:lnTo>
                  <a:lnTo>
                    <a:pt x="237299" y="496747"/>
                  </a:lnTo>
                  <a:lnTo>
                    <a:pt x="232537" y="496747"/>
                  </a:lnTo>
                  <a:lnTo>
                    <a:pt x="237299" y="501510"/>
                  </a:lnTo>
                  <a:lnTo>
                    <a:pt x="1025311" y="501510"/>
                  </a:lnTo>
                  <a:lnTo>
                    <a:pt x="1005360" y="506272"/>
                  </a:lnTo>
                  <a:close/>
                </a:path>
                <a:path w="5116830" h="751204">
                  <a:moveTo>
                    <a:pt x="237299" y="9525"/>
                  </a:moveTo>
                  <a:lnTo>
                    <a:pt x="232537" y="9525"/>
                  </a:lnTo>
                  <a:lnTo>
                    <a:pt x="237299" y="4762"/>
                  </a:lnTo>
                  <a:lnTo>
                    <a:pt x="237299" y="9525"/>
                  </a:lnTo>
                  <a:close/>
                </a:path>
                <a:path w="5116830" h="751204">
                  <a:moveTo>
                    <a:pt x="5107216" y="9525"/>
                  </a:moveTo>
                  <a:lnTo>
                    <a:pt x="237299" y="9525"/>
                  </a:lnTo>
                  <a:lnTo>
                    <a:pt x="237299" y="4762"/>
                  </a:lnTo>
                  <a:lnTo>
                    <a:pt x="5107216" y="4762"/>
                  </a:lnTo>
                  <a:lnTo>
                    <a:pt x="5107216" y="9525"/>
                  </a:lnTo>
                  <a:close/>
                </a:path>
                <a:path w="5116830" h="751204">
                  <a:moveTo>
                    <a:pt x="5107216" y="501510"/>
                  </a:moveTo>
                  <a:lnTo>
                    <a:pt x="5107216" y="4762"/>
                  </a:lnTo>
                  <a:lnTo>
                    <a:pt x="5111978" y="9525"/>
                  </a:lnTo>
                  <a:lnTo>
                    <a:pt x="5116741" y="9525"/>
                  </a:lnTo>
                  <a:lnTo>
                    <a:pt x="5116741" y="496747"/>
                  </a:lnTo>
                  <a:lnTo>
                    <a:pt x="5111978" y="496747"/>
                  </a:lnTo>
                  <a:lnTo>
                    <a:pt x="5107216" y="501510"/>
                  </a:lnTo>
                  <a:close/>
                </a:path>
                <a:path w="5116830" h="751204">
                  <a:moveTo>
                    <a:pt x="5116741" y="9525"/>
                  </a:moveTo>
                  <a:lnTo>
                    <a:pt x="5111978" y="9525"/>
                  </a:lnTo>
                  <a:lnTo>
                    <a:pt x="5107216" y="4762"/>
                  </a:lnTo>
                  <a:lnTo>
                    <a:pt x="5116741" y="4762"/>
                  </a:lnTo>
                  <a:lnTo>
                    <a:pt x="5116741" y="9525"/>
                  </a:lnTo>
                  <a:close/>
                </a:path>
                <a:path w="5116830" h="751204">
                  <a:moveTo>
                    <a:pt x="237299" y="501510"/>
                  </a:moveTo>
                  <a:lnTo>
                    <a:pt x="232537" y="496747"/>
                  </a:lnTo>
                  <a:lnTo>
                    <a:pt x="237299" y="496747"/>
                  </a:lnTo>
                  <a:lnTo>
                    <a:pt x="237299" y="501510"/>
                  </a:lnTo>
                  <a:close/>
                </a:path>
                <a:path w="5116830" h="751204">
                  <a:moveTo>
                    <a:pt x="1025311" y="501510"/>
                  </a:moveTo>
                  <a:lnTo>
                    <a:pt x="237299" y="501510"/>
                  </a:lnTo>
                  <a:lnTo>
                    <a:pt x="237299" y="496747"/>
                  </a:lnTo>
                  <a:lnTo>
                    <a:pt x="1083589" y="496747"/>
                  </a:lnTo>
                  <a:lnTo>
                    <a:pt x="1083603" y="496887"/>
                  </a:lnTo>
                  <a:lnTo>
                    <a:pt x="1044676" y="496887"/>
                  </a:lnTo>
                  <a:lnTo>
                    <a:pt x="1025311" y="501510"/>
                  </a:lnTo>
                  <a:close/>
                </a:path>
                <a:path w="5116830" h="751204">
                  <a:moveTo>
                    <a:pt x="39371" y="746734"/>
                  </a:moveTo>
                  <a:lnTo>
                    <a:pt x="39052" y="746734"/>
                  </a:lnTo>
                  <a:lnTo>
                    <a:pt x="112085" y="729300"/>
                  </a:lnTo>
                  <a:lnTo>
                    <a:pt x="2265387" y="496747"/>
                  </a:lnTo>
                  <a:lnTo>
                    <a:pt x="5107216" y="496747"/>
                  </a:lnTo>
                  <a:lnTo>
                    <a:pt x="5107216" y="501510"/>
                  </a:lnTo>
                  <a:lnTo>
                    <a:pt x="5116741" y="501510"/>
                  </a:lnTo>
                  <a:lnTo>
                    <a:pt x="5116741" y="506247"/>
                  </a:lnTo>
                  <a:lnTo>
                    <a:pt x="2266149" y="506247"/>
                  </a:lnTo>
                  <a:lnTo>
                    <a:pt x="2265641" y="506272"/>
                  </a:lnTo>
                  <a:lnTo>
                    <a:pt x="2265914" y="506272"/>
                  </a:lnTo>
                  <a:lnTo>
                    <a:pt x="39371" y="746734"/>
                  </a:lnTo>
                  <a:close/>
                </a:path>
                <a:path w="5116830" h="751204">
                  <a:moveTo>
                    <a:pt x="5116741" y="501510"/>
                  </a:moveTo>
                  <a:lnTo>
                    <a:pt x="5107216" y="501510"/>
                  </a:lnTo>
                  <a:lnTo>
                    <a:pt x="5111978" y="496747"/>
                  </a:lnTo>
                  <a:lnTo>
                    <a:pt x="5116741" y="496747"/>
                  </a:lnTo>
                  <a:lnTo>
                    <a:pt x="5116741" y="501510"/>
                  </a:lnTo>
                  <a:close/>
                </a:path>
                <a:path w="5116830" h="751204">
                  <a:moveTo>
                    <a:pt x="800" y="750900"/>
                  </a:moveTo>
                  <a:lnTo>
                    <a:pt x="0" y="746264"/>
                  </a:lnTo>
                  <a:lnTo>
                    <a:pt x="1044676" y="496887"/>
                  </a:lnTo>
                  <a:lnTo>
                    <a:pt x="1045781" y="506272"/>
                  </a:lnTo>
                  <a:lnTo>
                    <a:pt x="1046359" y="506272"/>
                  </a:lnTo>
                  <a:lnTo>
                    <a:pt x="112085" y="729300"/>
                  </a:lnTo>
                  <a:lnTo>
                    <a:pt x="37439" y="737362"/>
                  </a:lnTo>
                  <a:lnTo>
                    <a:pt x="39052" y="746734"/>
                  </a:lnTo>
                  <a:lnTo>
                    <a:pt x="39371" y="746734"/>
                  </a:lnTo>
                  <a:lnTo>
                    <a:pt x="800" y="750900"/>
                  </a:lnTo>
                  <a:close/>
                </a:path>
                <a:path w="5116830" h="751204">
                  <a:moveTo>
                    <a:pt x="1046359" y="506272"/>
                  </a:moveTo>
                  <a:lnTo>
                    <a:pt x="1045781" y="506272"/>
                  </a:lnTo>
                  <a:lnTo>
                    <a:pt x="1044676" y="496887"/>
                  </a:lnTo>
                  <a:lnTo>
                    <a:pt x="1083603" y="496887"/>
                  </a:lnTo>
                  <a:lnTo>
                    <a:pt x="1083652" y="497370"/>
                  </a:lnTo>
                  <a:lnTo>
                    <a:pt x="1046359" y="506272"/>
                  </a:lnTo>
                  <a:close/>
                </a:path>
                <a:path w="5116830" h="751204">
                  <a:moveTo>
                    <a:pt x="2265914" y="506272"/>
                  </a:moveTo>
                  <a:lnTo>
                    <a:pt x="2265641" y="506272"/>
                  </a:lnTo>
                  <a:lnTo>
                    <a:pt x="2266149" y="506247"/>
                  </a:lnTo>
                  <a:lnTo>
                    <a:pt x="2265914" y="506272"/>
                  </a:lnTo>
                  <a:close/>
                </a:path>
                <a:path w="5116830" h="751204">
                  <a:moveTo>
                    <a:pt x="5116741" y="506272"/>
                  </a:moveTo>
                  <a:lnTo>
                    <a:pt x="2265914" y="506272"/>
                  </a:lnTo>
                  <a:lnTo>
                    <a:pt x="2266149" y="506247"/>
                  </a:lnTo>
                  <a:lnTo>
                    <a:pt x="5116741" y="506247"/>
                  </a:lnTo>
                  <a:close/>
                </a:path>
                <a:path w="5116830" h="751204">
                  <a:moveTo>
                    <a:pt x="39052" y="746734"/>
                  </a:moveTo>
                  <a:lnTo>
                    <a:pt x="37439" y="737362"/>
                  </a:lnTo>
                  <a:lnTo>
                    <a:pt x="112085" y="729300"/>
                  </a:lnTo>
                  <a:lnTo>
                    <a:pt x="39052" y="746734"/>
                  </a:lnTo>
                  <a:close/>
                </a:path>
              </a:pathLst>
            </a:custGeom>
            <a:solidFill>
              <a:srgbClr val="D2D2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008632" y="4200143"/>
              <a:ext cx="4693920" cy="777240"/>
            </a:xfrm>
            <a:custGeom>
              <a:avLst/>
              <a:gdLst/>
              <a:ahLst/>
              <a:cxnLst/>
              <a:rect l="l" t="t" r="r" b="b"/>
              <a:pathLst>
                <a:path w="4693920" h="777239">
                  <a:moveTo>
                    <a:pt x="0" y="777239"/>
                  </a:moveTo>
                  <a:lnTo>
                    <a:pt x="909828" y="513588"/>
                  </a:lnTo>
                  <a:lnTo>
                    <a:pt x="153924" y="513588"/>
                  </a:lnTo>
                  <a:lnTo>
                    <a:pt x="153924" y="0"/>
                  </a:lnTo>
                  <a:lnTo>
                    <a:pt x="4693920" y="0"/>
                  </a:lnTo>
                  <a:lnTo>
                    <a:pt x="4693920" y="513588"/>
                  </a:lnTo>
                  <a:lnTo>
                    <a:pt x="2045208" y="513588"/>
                  </a:lnTo>
                  <a:lnTo>
                    <a:pt x="0" y="777239"/>
                  </a:lnTo>
                  <a:close/>
                </a:path>
              </a:pathLst>
            </a:custGeom>
            <a:solidFill>
              <a:srgbClr val="EDF8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970824" y="4195584"/>
              <a:ext cx="4736465" cy="791210"/>
            </a:xfrm>
            <a:custGeom>
              <a:avLst/>
              <a:gdLst/>
              <a:ahLst/>
              <a:cxnLst/>
              <a:rect l="l" t="t" r="r" b="b"/>
              <a:pathLst>
                <a:path w="4736465" h="791210">
                  <a:moveTo>
                    <a:pt x="914423" y="522693"/>
                  </a:moveTo>
                  <a:lnTo>
                    <a:pt x="186524" y="522693"/>
                  </a:lnTo>
                  <a:lnTo>
                    <a:pt x="186524" y="0"/>
                  </a:lnTo>
                  <a:lnTo>
                    <a:pt x="4736465" y="0"/>
                  </a:lnTo>
                  <a:lnTo>
                    <a:pt x="4736465" y="4762"/>
                  </a:lnTo>
                  <a:lnTo>
                    <a:pt x="196049" y="4762"/>
                  </a:lnTo>
                  <a:lnTo>
                    <a:pt x="191287" y="9525"/>
                  </a:lnTo>
                  <a:lnTo>
                    <a:pt x="196049" y="9525"/>
                  </a:lnTo>
                  <a:lnTo>
                    <a:pt x="196049" y="513168"/>
                  </a:lnTo>
                  <a:lnTo>
                    <a:pt x="191287" y="513168"/>
                  </a:lnTo>
                  <a:lnTo>
                    <a:pt x="196049" y="517931"/>
                  </a:lnTo>
                  <a:lnTo>
                    <a:pt x="930889" y="517931"/>
                  </a:lnTo>
                  <a:lnTo>
                    <a:pt x="914423" y="522693"/>
                  </a:lnTo>
                  <a:close/>
                </a:path>
                <a:path w="4736465" h="791210">
                  <a:moveTo>
                    <a:pt x="196049" y="9525"/>
                  </a:moveTo>
                  <a:lnTo>
                    <a:pt x="191287" y="9525"/>
                  </a:lnTo>
                  <a:lnTo>
                    <a:pt x="196049" y="4762"/>
                  </a:lnTo>
                  <a:lnTo>
                    <a:pt x="196049" y="9525"/>
                  </a:lnTo>
                  <a:close/>
                </a:path>
                <a:path w="4736465" h="791210">
                  <a:moveTo>
                    <a:pt x="4726940" y="9525"/>
                  </a:moveTo>
                  <a:lnTo>
                    <a:pt x="196049" y="9525"/>
                  </a:lnTo>
                  <a:lnTo>
                    <a:pt x="196049" y="4762"/>
                  </a:lnTo>
                  <a:lnTo>
                    <a:pt x="4726940" y="4762"/>
                  </a:lnTo>
                  <a:lnTo>
                    <a:pt x="4726940" y="9525"/>
                  </a:lnTo>
                  <a:close/>
                </a:path>
                <a:path w="4736465" h="791210">
                  <a:moveTo>
                    <a:pt x="4726940" y="517931"/>
                  </a:moveTo>
                  <a:lnTo>
                    <a:pt x="4726940" y="4762"/>
                  </a:lnTo>
                  <a:lnTo>
                    <a:pt x="4731702" y="9525"/>
                  </a:lnTo>
                  <a:lnTo>
                    <a:pt x="4736465" y="9525"/>
                  </a:lnTo>
                  <a:lnTo>
                    <a:pt x="4736465" y="513168"/>
                  </a:lnTo>
                  <a:lnTo>
                    <a:pt x="4731702" y="513168"/>
                  </a:lnTo>
                  <a:lnTo>
                    <a:pt x="4726940" y="517931"/>
                  </a:lnTo>
                  <a:close/>
                </a:path>
                <a:path w="4736465" h="791210">
                  <a:moveTo>
                    <a:pt x="4736465" y="9525"/>
                  </a:moveTo>
                  <a:lnTo>
                    <a:pt x="4731702" y="9525"/>
                  </a:lnTo>
                  <a:lnTo>
                    <a:pt x="4726940" y="4762"/>
                  </a:lnTo>
                  <a:lnTo>
                    <a:pt x="4736465" y="4762"/>
                  </a:lnTo>
                  <a:lnTo>
                    <a:pt x="4736465" y="9525"/>
                  </a:lnTo>
                  <a:close/>
                </a:path>
                <a:path w="4736465" h="791210">
                  <a:moveTo>
                    <a:pt x="196049" y="517931"/>
                  </a:moveTo>
                  <a:lnTo>
                    <a:pt x="191287" y="513168"/>
                  </a:lnTo>
                  <a:lnTo>
                    <a:pt x="196049" y="513168"/>
                  </a:lnTo>
                  <a:lnTo>
                    <a:pt x="196049" y="517931"/>
                  </a:lnTo>
                  <a:close/>
                </a:path>
                <a:path w="4736465" h="791210">
                  <a:moveTo>
                    <a:pt x="930889" y="517931"/>
                  </a:moveTo>
                  <a:lnTo>
                    <a:pt x="196049" y="517931"/>
                  </a:lnTo>
                  <a:lnTo>
                    <a:pt x="196049" y="513168"/>
                  </a:lnTo>
                  <a:lnTo>
                    <a:pt x="981633" y="513168"/>
                  </a:lnTo>
                  <a:lnTo>
                    <a:pt x="980975" y="513359"/>
                  </a:lnTo>
                  <a:lnTo>
                    <a:pt x="946696" y="513359"/>
                  </a:lnTo>
                  <a:lnTo>
                    <a:pt x="930889" y="517931"/>
                  </a:lnTo>
                  <a:close/>
                </a:path>
                <a:path w="4736465" h="791210">
                  <a:moveTo>
                    <a:pt x="39520" y="785812"/>
                  </a:moveTo>
                  <a:lnTo>
                    <a:pt x="39001" y="785812"/>
                  </a:lnTo>
                  <a:lnTo>
                    <a:pt x="98468" y="768612"/>
                  </a:lnTo>
                  <a:lnTo>
                    <a:pt x="2082825" y="513168"/>
                  </a:lnTo>
                  <a:lnTo>
                    <a:pt x="4726940" y="513168"/>
                  </a:lnTo>
                  <a:lnTo>
                    <a:pt x="4726940" y="517931"/>
                  </a:lnTo>
                  <a:lnTo>
                    <a:pt x="4736465" y="517931"/>
                  </a:lnTo>
                  <a:lnTo>
                    <a:pt x="4736465" y="522655"/>
                  </a:lnTo>
                  <a:lnTo>
                    <a:pt x="2083739" y="522655"/>
                  </a:lnTo>
                  <a:lnTo>
                    <a:pt x="2083130" y="522693"/>
                  </a:lnTo>
                  <a:lnTo>
                    <a:pt x="2083443" y="522693"/>
                  </a:lnTo>
                  <a:lnTo>
                    <a:pt x="39520" y="785812"/>
                  </a:lnTo>
                  <a:close/>
                </a:path>
                <a:path w="4736465" h="791210">
                  <a:moveTo>
                    <a:pt x="4736465" y="517931"/>
                  </a:moveTo>
                  <a:lnTo>
                    <a:pt x="4726940" y="517931"/>
                  </a:lnTo>
                  <a:lnTo>
                    <a:pt x="4731702" y="513168"/>
                  </a:lnTo>
                  <a:lnTo>
                    <a:pt x="4736465" y="513168"/>
                  </a:lnTo>
                  <a:lnTo>
                    <a:pt x="4736465" y="517931"/>
                  </a:lnTo>
                  <a:close/>
                </a:path>
                <a:path w="4736465" h="791210">
                  <a:moveTo>
                    <a:pt x="749" y="790803"/>
                  </a:moveTo>
                  <a:lnTo>
                    <a:pt x="0" y="787184"/>
                  </a:lnTo>
                  <a:lnTo>
                    <a:pt x="946696" y="513359"/>
                  </a:lnTo>
                  <a:lnTo>
                    <a:pt x="948016" y="522693"/>
                  </a:lnTo>
                  <a:lnTo>
                    <a:pt x="948702" y="522693"/>
                  </a:lnTo>
                  <a:lnTo>
                    <a:pt x="98468" y="768612"/>
                  </a:lnTo>
                  <a:lnTo>
                    <a:pt x="37071" y="776516"/>
                  </a:lnTo>
                  <a:lnTo>
                    <a:pt x="39001" y="785812"/>
                  </a:lnTo>
                  <a:lnTo>
                    <a:pt x="39520" y="785812"/>
                  </a:lnTo>
                  <a:lnTo>
                    <a:pt x="749" y="790803"/>
                  </a:lnTo>
                  <a:close/>
                </a:path>
                <a:path w="4736465" h="791210">
                  <a:moveTo>
                    <a:pt x="948702" y="522693"/>
                  </a:moveTo>
                  <a:lnTo>
                    <a:pt x="948016" y="522693"/>
                  </a:lnTo>
                  <a:lnTo>
                    <a:pt x="946696" y="513359"/>
                  </a:lnTo>
                  <a:lnTo>
                    <a:pt x="980975" y="513359"/>
                  </a:lnTo>
                  <a:lnTo>
                    <a:pt x="948702" y="522693"/>
                  </a:lnTo>
                  <a:close/>
                </a:path>
                <a:path w="4736465" h="791210">
                  <a:moveTo>
                    <a:pt x="2083443" y="522693"/>
                  </a:moveTo>
                  <a:lnTo>
                    <a:pt x="2083130" y="522693"/>
                  </a:lnTo>
                  <a:lnTo>
                    <a:pt x="2083739" y="522655"/>
                  </a:lnTo>
                  <a:lnTo>
                    <a:pt x="2083443" y="522693"/>
                  </a:lnTo>
                  <a:close/>
                </a:path>
                <a:path w="4736465" h="791210">
                  <a:moveTo>
                    <a:pt x="4736465" y="522693"/>
                  </a:moveTo>
                  <a:lnTo>
                    <a:pt x="2083443" y="522693"/>
                  </a:lnTo>
                  <a:lnTo>
                    <a:pt x="2083739" y="522655"/>
                  </a:lnTo>
                  <a:lnTo>
                    <a:pt x="4736465" y="522655"/>
                  </a:lnTo>
                  <a:close/>
                </a:path>
                <a:path w="4736465" h="791210">
                  <a:moveTo>
                    <a:pt x="39001" y="785812"/>
                  </a:moveTo>
                  <a:lnTo>
                    <a:pt x="37071" y="776516"/>
                  </a:lnTo>
                  <a:lnTo>
                    <a:pt x="98468" y="768612"/>
                  </a:lnTo>
                  <a:lnTo>
                    <a:pt x="39001" y="7858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993392" y="3442715"/>
              <a:ext cx="3877310" cy="858519"/>
            </a:xfrm>
            <a:custGeom>
              <a:avLst/>
              <a:gdLst/>
              <a:ahLst/>
              <a:cxnLst/>
              <a:rect l="l" t="t" r="r" b="b"/>
              <a:pathLst>
                <a:path w="3877310" h="858520">
                  <a:moveTo>
                    <a:pt x="0" y="858012"/>
                  </a:moveTo>
                  <a:lnTo>
                    <a:pt x="995171" y="505968"/>
                  </a:lnTo>
                  <a:lnTo>
                    <a:pt x="417575" y="505968"/>
                  </a:lnTo>
                  <a:lnTo>
                    <a:pt x="417575" y="0"/>
                  </a:lnTo>
                  <a:lnTo>
                    <a:pt x="3877055" y="0"/>
                  </a:lnTo>
                  <a:lnTo>
                    <a:pt x="3877055" y="505968"/>
                  </a:lnTo>
                  <a:lnTo>
                    <a:pt x="1859280" y="505968"/>
                  </a:lnTo>
                  <a:lnTo>
                    <a:pt x="0" y="858012"/>
                  </a:lnTo>
                  <a:close/>
                </a:path>
              </a:pathLst>
            </a:custGeom>
            <a:solidFill>
              <a:srgbClr val="EDF8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955634" y="3437762"/>
              <a:ext cx="3919854" cy="875665"/>
            </a:xfrm>
            <a:custGeom>
              <a:avLst/>
              <a:gdLst/>
              <a:ahLst/>
              <a:cxnLst/>
              <a:rect l="l" t="t" r="r" b="b"/>
              <a:pathLst>
                <a:path w="3919854" h="875664">
                  <a:moveTo>
                    <a:pt x="1004617" y="516000"/>
                  </a:moveTo>
                  <a:lnTo>
                    <a:pt x="451015" y="516000"/>
                  </a:lnTo>
                  <a:lnTo>
                    <a:pt x="451015" y="0"/>
                  </a:lnTo>
                  <a:lnTo>
                    <a:pt x="3919842" y="0"/>
                  </a:lnTo>
                  <a:lnTo>
                    <a:pt x="3919842" y="4762"/>
                  </a:lnTo>
                  <a:lnTo>
                    <a:pt x="460540" y="4762"/>
                  </a:lnTo>
                  <a:lnTo>
                    <a:pt x="455777" y="9525"/>
                  </a:lnTo>
                  <a:lnTo>
                    <a:pt x="460540" y="9525"/>
                  </a:lnTo>
                  <a:lnTo>
                    <a:pt x="460540" y="506475"/>
                  </a:lnTo>
                  <a:lnTo>
                    <a:pt x="455777" y="506475"/>
                  </a:lnTo>
                  <a:lnTo>
                    <a:pt x="460540" y="511238"/>
                  </a:lnTo>
                  <a:lnTo>
                    <a:pt x="1018069" y="511238"/>
                  </a:lnTo>
                  <a:lnTo>
                    <a:pt x="1004617" y="516000"/>
                  </a:lnTo>
                  <a:close/>
                </a:path>
                <a:path w="3919854" h="875664">
                  <a:moveTo>
                    <a:pt x="460540" y="9525"/>
                  </a:moveTo>
                  <a:lnTo>
                    <a:pt x="455777" y="9525"/>
                  </a:lnTo>
                  <a:lnTo>
                    <a:pt x="460540" y="4762"/>
                  </a:lnTo>
                  <a:lnTo>
                    <a:pt x="460540" y="9525"/>
                  </a:lnTo>
                  <a:close/>
                </a:path>
                <a:path w="3919854" h="875664">
                  <a:moveTo>
                    <a:pt x="3910317" y="9525"/>
                  </a:moveTo>
                  <a:lnTo>
                    <a:pt x="460540" y="9525"/>
                  </a:lnTo>
                  <a:lnTo>
                    <a:pt x="460540" y="4762"/>
                  </a:lnTo>
                  <a:lnTo>
                    <a:pt x="3910317" y="4762"/>
                  </a:lnTo>
                  <a:lnTo>
                    <a:pt x="3910317" y="9525"/>
                  </a:lnTo>
                  <a:close/>
                </a:path>
                <a:path w="3919854" h="875664">
                  <a:moveTo>
                    <a:pt x="3910317" y="511238"/>
                  </a:moveTo>
                  <a:lnTo>
                    <a:pt x="3910317" y="4762"/>
                  </a:lnTo>
                  <a:lnTo>
                    <a:pt x="3915079" y="9525"/>
                  </a:lnTo>
                  <a:lnTo>
                    <a:pt x="3919842" y="9525"/>
                  </a:lnTo>
                  <a:lnTo>
                    <a:pt x="3919842" y="506475"/>
                  </a:lnTo>
                  <a:lnTo>
                    <a:pt x="3915079" y="506475"/>
                  </a:lnTo>
                  <a:lnTo>
                    <a:pt x="3910317" y="511238"/>
                  </a:lnTo>
                  <a:close/>
                </a:path>
                <a:path w="3919854" h="875664">
                  <a:moveTo>
                    <a:pt x="3919842" y="9525"/>
                  </a:moveTo>
                  <a:lnTo>
                    <a:pt x="3915079" y="9525"/>
                  </a:lnTo>
                  <a:lnTo>
                    <a:pt x="3910317" y="4762"/>
                  </a:lnTo>
                  <a:lnTo>
                    <a:pt x="3919842" y="4762"/>
                  </a:lnTo>
                  <a:lnTo>
                    <a:pt x="3919842" y="9525"/>
                  </a:lnTo>
                  <a:close/>
                </a:path>
                <a:path w="3919854" h="875664">
                  <a:moveTo>
                    <a:pt x="460540" y="511238"/>
                  </a:moveTo>
                  <a:lnTo>
                    <a:pt x="455777" y="506475"/>
                  </a:lnTo>
                  <a:lnTo>
                    <a:pt x="460540" y="506475"/>
                  </a:lnTo>
                  <a:lnTo>
                    <a:pt x="460540" y="511238"/>
                  </a:lnTo>
                  <a:close/>
                </a:path>
                <a:path w="3919854" h="875664">
                  <a:moveTo>
                    <a:pt x="1018069" y="511238"/>
                  </a:moveTo>
                  <a:lnTo>
                    <a:pt x="460540" y="511238"/>
                  </a:lnTo>
                  <a:lnTo>
                    <a:pt x="460540" y="506475"/>
                  </a:lnTo>
                  <a:lnTo>
                    <a:pt x="1060043" y="506475"/>
                  </a:lnTo>
                  <a:lnTo>
                    <a:pt x="1059254" y="506755"/>
                  </a:lnTo>
                  <a:lnTo>
                    <a:pt x="1030732" y="506755"/>
                  </a:lnTo>
                  <a:lnTo>
                    <a:pt x="1018069" y="511238"/>
                  </a:lnTo>
                  <a:close/>
                </a:path>
                <a:path w="3919854" h="875664">
                  <a:moveTo>
                    <a:pt x="39128" y="868032"/>
                  </a:moveTo>
                  <a:lnTo>
                    <a:pt x="38862" y="868032"/>
                  </a:lnTo>
                  <a:lnTo>
                    <a:pt x="97406" y="847304"/>
                  </a:lnTo>
                  <a:lnTo>
                    <a:pt x="1896706" y="506475"/>
                  </a:lnTo>
                  <a:lnTo>
                    <a:pt x="3910317" y="506475"/>
                  </a:lnTo>
                  <a:lnTo>
                    <a:pt x="3910317" y="511238"/>
                  </a:lnTo>
                  <a:lnTo>
                    <a:pt x="3919842" y="511238"/>
                  </a:lnTo>
                  <a:lnTo>
                    <a:pt x="3919842" y="515924"/>
                  </a:lnTo>
                  <a:lnTo>
                    <a:pt x="1898040" y="515924"/>
                  </a:lnTo>
                  <a:lnTo>
                    <a:pt x="1897151" y="516000"/>
                  </a:lnTo>
                  <a:lnTo>
                    <a:pt x="1897638" y="516000"/>
                  </a:lnTo>
                  <a:lnTo>
                    <a:pt x="39128" y="868032"/>
                  </a:lnTo>
                  <a:close/>
                </a:path>
                <a:path w="3919854" h="875664">
                  <a:moveTo>
                    <a:pt x="3919842" y="511238"/>
                  </a:moveTo>
                  <a:lnTo>
                    <a:pt x="3910317" y="511238"/>
                  </a:lnTo>
                  <a:lnTo>
                    <a:pt x="3915079" y="506475"/>
                  </a:lnTo>
                  <a:lnTo>
                    <a:pt x="3919842" y="506475"/>
                  </a:lnTo>
                  <a:lnTo>
                    <a:pt x="3919842" y="511238"/>
                  </a:lnTo>
                  <a:close/>
                </a:path>
                <a:path w="3919854" h="875664">
                  <a:moveTo>
                    <a:pt x="977" y="875258"/>
                  </a:moveTo>
                  <a:lnTo>
                    <a:pt x="0" y="871677"/>
                  </a:lnTo>
                  <a:lnTo>
                    <a:pt x="1030732" y="506755"/>
                  </a:lnTo>
                  <a:lnTo>
                    <a:pt x="1032332" y="516000"/>
                  </a:lnTo>
                  <a:lnTo>
                    <a:pt x="1033141" y="516000"/>
                  </a:lnTo>
                  <a:lnTo>
                    <a:pt x="97406" y="847304"/>
                  </a:lnTo>
                  <a:lnTo>
                    <a:pt x="36385" y="858862"/>
                  </a:lnTo>
                  <a:lnTo>
                    <a:pt x="38862" y="868032"/>
                  </a:lnTo>
                  <a:lnTo>
                    <a:pt x="39128" y="868032"/>
                  </a:lnTo>
                  <a:lnTo>
                    <a:pt x="977" y="875258"/>
                  </a:lnTo>
                  <a:close/>
                </a:path>
                <a:path w="3919854" h="875664">
                  <a:moveTo>
                    <a:pt x="1033141" y="516000"/>
                  </a:moveTo>
                  <a:lnTo>
                    <a:pt x="1032332" y="516000"/>
                  </a:lnTo>
                  <a:lnTo>
                    <a:pt x="1030732" y="506755"/>
                  </a:lnTo>
                  <a:lnTo>
                    <a:pt x="1059254" y="506755"/>
                  </a:lnTo>
                  <a:lnTo>
                    <a:pt x="1033141" y="516000"/>
                  </a:lnTo>
                  <a:close/>
                </a:path>
                <a:path w="3919854" h="875664">
                  <a:moveTo>
                    <a:pt x="1897638" y="516000"/>
                  </a:moveTo>
                  <a:lnTo>
                    <a:pt x="1897151" y="516000"/>
                  </a:lnTo>
                  <a:lnTo>
                    <a:pt x="1898040" y="515924"/>
                  </a:lnTo>
                  <a:lnTo>
                    <a:pt x="1897638" y="516000"/>
                  </a:lnTo>
                  <a:close/>
                </a:path>
                <a:path w="3919854" h="875664">
                  <a:moveTo>
                    <a:pt x="3919842" y="516000"/>
                  </a:moveTo>
                  <a:lnTo>
                    <a:pt x="1897638" y="516000"/>
                  </a:lnTo>
                  <a:lnTo>
                    <a:pt x="1898040" y="515924"/>
                  </a:lnTo>
                  <a:lnTo>
                    <a:pt x="3919842" y="515924"/>
                  </a:lnTo>
                  <a:close/>
                </a:path>
                <a:path w="3919854" h="875664">
                  <a:moveTo>
                    <a:pt x="38862" y="868032"/>
                  </a:moveTo>
                  <a:lnTo>
                    <a:pt x="36385" y="858862"/>
                  </a:lnTo>
                  <a:lnTo>
                    <a:pt x="97406" y="847304"/>
                  </a:lnTo>
                  <a:lnTo>
                    <a:pt x="38862" y="8680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979676" y="2718815"/>
              <a:ext cx="4320540" cy="896619"/>
            </a:xfrm>
            <a:custGeom>
              <a:avLst/>
              <a:gdLst/>
              <a:ahLst/>
              <a:cxnLst/>
              <a:rect l="l" t="t" r="r" b="b"/>
              <a:pathLst>
                <a:path w="4320540" h="896620">
                  <a:moveTo>
                    <a:pt x="0" y="896111"/>
                  </a:moveTo>
                  <a:lnTo>
                    <a:pt x="874776" y="556259"/>
                  </a:lnTo>
                  <a:lnTo>
                    <a:pt x="185928" y="556259"/>
                  </a:lnTo>
                  <a:lnTo>
                    <a:pt x="185928" y="0"/>
                  </a:lnTo>
                  <a:lnTo>
                    <a:pt x="4320540" y="0"/>
                  </a:lnTo>
                  <a:lnTo>
                    <a:pt x="4320540" y="556259"/>
                  </a:lnTo>
                  <a:lnTo>
                    <a:pt x="1908048" y="556259"/>
                  </a:lnTo>
                  <a:lnTo>
                    <a:pt x="0" y="896111"/>
                  </a:lnTo>
                  <a:close/>
                </a:path>
              </a:pathLst>
            </a:custGeom>
            <a:solidFill>
              <a:srgbClr val="EDF8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942973" y="2714612"/>
              <a:ext cx="4363085" cy="912494"/>
            </a:xfrm>
            <a:custGeom>
              <a:avLst/>
              <a:gdLst/>
              <a:ahLst/>
              <a:cxnLst/>
              <a:rect l="l" t="t" r="r" b="b"/>
              <a:pathLst>
                <a:path w="4363085" h="912495">
                  <a:moveTo>
                    <a:pt x="886128" y="564972"/>
                  </a:moveTo>
                  <a:lnTo>
                    <a:pt x="217436" y="564972"/>
                  </a:lnTo>
                  <a:lnTo>
                    <a:pt x="217436" y="0"/>
                  </a:lnTo>
                  <a:lnTo>
                    <a:pt x="4362577" y="0"/>
                  </a:lnTo>
                  <a:lnTo>
                    <a:pt x="4362577" y="4762"/>
                  </a:lnTo>
                  <a:lnTo>
                    <a:pt x="226961" y="4762"/>
                  </a:lnTo>
                  <a:lnTo>
                    <a:pt x="222199" y="9524"/>
                  </a:lnTo>
                  <a:lnTo>
                    <a:pt x="226961" y="9524"/>
                  </a:lnTo>
                  <a:lnTo>
                    <a:pt x="226961" y="555447"/>
                  </a:lnTo>
                  <a:lnTo>
                    <a:pt x="222199" y="555447"/>
                  </a:lnTo>
                  <a:lnTo>
                    <a:pt x="226961" y="560209"/>
                  </a:lnTo>
                  <a:lnTo>
                    <a:pt x="898357" y="560209"/>
                  </a:lnTo>
                  <a:lnTo>
                    <a:pt x="886128" y="564972"/>
                  </a:lnTo>
                  <a:close/>
                </a:path>
                <a:path w="4363085" h="912495">
                  <a:moveTo>
                    <a:pt x="226961" y="9524"/>
                  </a:moveTo>
                  <a:lnTo>
                    <a:pt x="222199" y="9524"/>
                  </a:lnTo>
                  <a:lnTo>
                    <a:pt x="226961" y="4762"/>
                  </a:lnTo>
                  <a:lnTo>
                    <a:pt x="226961" y="9524"/>
                  </a:lnTo>
                  <a:close/>
                </a:path>
                <a:path w="4363085" h="912495">
                  <a:moveTo>
                    <a:pt x="4353052" y="9524"/>
                  </a:moveTo>
                  <a:lnTo>
                    <a:pt x="226961" y="9524"/>
                  </a:lnTo>
                  <a:lnTo>
                    <a:pt x="226961" y="4762"/>
                  </a:lnTo>
                  <a:lnTo>
                    <a:pt x="4353052" y="4762"/>
                  </a:lnTo>
                  <a:lnTo>
                    <a:pt x="4353052" y="9524"/>
                  </a:lnTo>
                  <a:close/>
                </a:path>
                <a:path w="4363085" h="912495">
                  <a:moveTo>
                    <a:pt x="4353052" y="560209"/>
                  </a:moveTo>
                  <a:lnTo>
                    <a:pt x="4353052" y="4762"/>
                  </a:lnTo>
                  <a:lnTo>
                    <a:pt x="4357814" y="9524"/>
                  </a:lnTo>
                  <a:lnTo>
                    <a:pt x="4362577" y="9524"/>
                  </a:lnTo>
                  <a:lnTo>
                    <a:pt x="4362577" y="555447"/>
                  </a:lnTo>
                  <a:lnTo>
                    <a:pt x="4357814" y="555447"/>
                  </a:lnTo>
                  <a:lnTo>
                    <a:pt x="4353052" y="560209"/>
                  </a:lnTo>
                  <a:close/>
                </a:path>
                <a:path w="4363085" h="912495">
                  <a:moveTo>
                    <a:pt x="4362577" y="9524"/>
                  </a:moveTo>
                  <a:lnTo>
                    <a:pt x="4357814" y="9524"/>
                  </a:lnTo>
                  <a:lnTo>
                    <a:pt x="4353052" y="4762"/>
                  </a:lnTo>
                  <a:lnTo>
                    <a:pt x="4362577" y="4762"/>
                  </a:lnTo>
                  <a:lnTo>
                    <a:pt x="4362577" y="9524"/>
                  </a:lnTo>
                  <a:close/>
                </a:path>
                <a:path w="4363085" h="912495">
                  <a:moveTo>
                    <a:pt x="226961" y="560209"/>
                  </a:moveTo>
                  <a:lnTo>
                    <a:pt x="222199" y="555447"/>
                  </a:lnTo>
                  <a:lnTo>
                    <a:pt x="226961" y="555447"/>
                  </a:lnTo>
                  <a:lnTo>
                    <a:pt x="226961" y="560209"/>
                  </a:lnTo>
                  <a:close/>
                </a:path>
                <a:path w="4363085" h="912495">
                  <a:moveTo>
                    <a:pt x="898357" y="560209"/>
                  </a:moveTo>
                  <a:lnTo>
                    <a:pt x="226961" y="560209"/>
                  </a:lnTo>
                  <a:lnTo>
                    <a:pt x="226961" y="555447"/>
                  </a:lnTo>
                  <a:lnTo>
                    <a:pt x="936828" y="555447"/>
                  </a:lnTo>
                  <a:lnTo>
                    <a:pt x="935980" y="555777"/>
                  </a:lnTo>
                  <a:lnTo>
                    <a:pt x="909739" y="555777"/>
                  </a:lnTo>
                  <a:lnTo>
                    <a:pt x="898357" y="560209"/>
                  </a:lnTo>
                  <a:close/>
                </a:path>
                <a:path w="4363085" h="912495">
                  <a:moveTo>
                    <a:pt x="39227" y="905205"/>
                  </a:moveTo>
                  <a:lnTo>
                    <a:pt x="38696" y="905205"/>
                  </a:lnTo>
                  <a:lnTo>
                    <a:pt x="84147" y="887505"/>
                  </a:lnTo>
                  <a:lnTo>
                    <a:pt x="1944954" y="555447"/>
                  </a:lnTo>
                  <a:lnTo>
                    <a:pt x="4353052" y="555447"/>
                  </a:lnTo>
                  <a:lnTo>
                    <a:pt x="4353052" y="560209"/>
                  </a:lnTo>
                  <a:lnTo>
                    <a:pt x="4362577" y="560209"/>
                  </a:lnTo>
                  <a:lnTo>
                    <a:pt x="4362577" y="564895"/>
                  </a:lnTo>
                  <a:lnTo>
                    <a:pt x="1946211" y="564895"/>
                  </a:lnTo>
                  <a:lnTo>
                    <a:pt x="1945373" y="564972"/>
                  </a:lnTo>
                  <a:lnTo>
                    <a:pt x="1945784" y="564972"/>
                  </a:lnTo>
                  <a:lnTo>
                    <a:pt x="39227" y="905205"/>
                  </a:lnTo>
                  <a:close/>
                </a:path>
                <a:path w="4363085" h="912495">
                  <a:moveTo>
                    <a:pt x="4362577" y="560209"/>
                  </a:moveTo>
                  <a:lnTo>
                    <a:pt x="4353052" y="560209"/>
                  </a:lnTo>
                  <a:lnTo>
                    <a:pt x="4357814" y="555447"/>
                  </a:lnTo>
                  <a:lnTo>
                    <a:pt x="4362577" y="555447"/>
                  </a:lnTo>
                  <a:lnTo>
                    <a:pt x="4362577" y="560209"/>
                  </a:lnTo>
                  <a:close/>
                </a:path>
                <a:path w="4363085" h="912495">
                  <a:moveTo>
                    <a:pt x="584" y="912101"/>
                  </a:moveTo>
                  <a:lnTo>
                    <a:pt x="0" y="910056"/>
                  </a:lnTo>
                  <a:lnTo>
                    <a:pt x="909739" y="555777"/>
                  </a:lnTo>
                  <a:lnTo>
                    <a:pt x="911466" y="564972"/>
                  </a:lnTo>
                  <a:lnTo>
                    <a:pt x="912369" y="564972"/>
                  </a:lnTo>
                  <a:lnTo>
                    <a:pt x="84147" y="887505"/>
                  </a:lnTo>
                  <a:lnTo>
                    <a:pt x="36131" y="896073"/>
                  </a:lnTo>
                  <a:lnTo>
                    <a:pt x="38696" y="905205"/>
                  </a:lnTo>
                  <a:lnTo>
                    <a:pt x="39227" y="905205"/>
                  </a:lnTo>
                  <a:lnTo>
                    <a:pt x="584" y="912101"/>
                  </a:lnTo>
                  <a:close/>
                </a:path>
                <a:path w="4363085" h="912495">
                  <a:moveTo>
                    <a:pt x="912369" y="564972"/>
                  </a:moveTo>
                  <a:lnTo>
                    <a:pt x="911466" y="564972"/>
                  </a:lnTo>
                  <a:lnTo>
                    <a:pt x="909739" y="555777"/>
                  </a:lnTo>
                  <a:lnTo>
                    <a:pt x="935980" y="555777"/>
                  </a:lnTo>
                  <a:lnTo>
                    <a:pt x="912369" y="564972"/>
                  </a:lnTo>
                  <a:close/>
                </a:path>
                <a:path w="4363085" h="912495">
                  <a:moveTo>
                    <a:pt x="1945784" y="564972"/>
                  </a:moveTo>
                  <a:lnTo>
                    <a:pt x="1945373" y="564972"/>
                  </a:lnTo>
                  <a:lnTo>
                    <a:pt x="1946211" y="564895"/>
                  </a:lnTo>
                  <a:lnTo>
                    <a:pt x="1945784" y="564972"/>
                  </a:lnTo>
                  <a:close/>
                </a:path>
                <a:path w="4363085" h="912495">
                  <a:moveTo>
                    <a:pt x="4362577" y="564972"/>
                  </a:moveTo>
                  <a:lnTo>
                    <a:pt x="1945784" y="564972"/>
                  </a:lnTo>
                  <a:lnTo>
                    <a:pt x="1946211" y="564895"/>
                  </a:lnTo>
                  <a:lnTo>
                    <a:pt x="4362577" y="564895"/>
                  </a:lnTo>
                  <a:close/>
                </a:path>
                <a:path w="4363085" h="912495">
                  <a:moveTo>
                    <a:pt x="38696" y="905205"/>
                  </a:moveTo>
                  <a:lnTo>
                    <a:pt x="36131" y="896073"/>
                  </a:lnTo>
                  <a:lnTo>
                    <a:pt x="84147" y="887505"/>
                  </a:lnTo>
                  <a:lnTo>
                    <a:pt x="38696" y="9052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967483" y="1871471"/>
              <a:ext cx="4430395" cy="1053465"/>
            </a:xfrm>
            <a:custGeom>
              <a:avLst/>
              <a:gdLst/>
              <a:ahLst/>
              <a:cxnLst/>
              <a:rect l="l" t="t" r="r" b="b"/>
              <a:pathLst>
                <a:path w="4430395" h="1053464">
                  <a:moveTo>
                    <a:pt x="0" y="1053083"/>
                  </a:moveTo>
                  <a:lnTo>
                    <a:pt x="1153668" y="742188"/>
                  </a:lnTo>
                  <a:lnTo>
                    <a:pt x="498348" y="742188"/>
                  </a:lnTo>
                  <a:lnTo>
                    <a:pt x="498348" y="0"/>
                  </a:lnTo>
                  <a:lnTo>
                    <a:pt x="4430268" y="0"/>
                  </a:lnTo>
                  <a:lnTo>
                    <a:pt x="4430268" y="742188"/>
                  </a:lnTo>
                  <a:lnTo>
                    <a:pt x="2136648" y="742188"/>
                  </a:lnTo>
                  <a:lnTo>
                    <a:pt x="0" y="1053083"/>
                  </a:lnTo>
                  <a:close/>
                </a:path>
              </a:pathLst>
            </a:custGeom>
            <a:solidFill>
              <a:srgbClr val="EDF8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930336" y="1866176"/>
              <a:ext cx="4472940" cy="1069340"/>
            </a:xfrm>
            <a:custGeom>
              <a:avLst/>
              <a:gdLst/>
              <a:ahLst/>
              <a:cxnLst/>
              <a:rect l="l" t="t" r="r" b="b"/>
              <a:pathLst>
                <a:path w="4472940" h="1069339">
                  <a:moveTo>
                    <a:pt x="1154885" y="752335"/>
                  </a:moveTo>
                  <a:lnTo>
                    <a:pt x="530593" y="752335"/>
                  </a:lnTo>
                  <a:lnTo>
                    <a:pt x="530593" y="0"/>
                  </a:lnTo>
                  <a:lnTo>
                    <a:pt x="4472635" y="0"/>
                  </a:lnTo>
                  <a:lnTo>
                    <a:pt x="4472635" y="4762"/>
                  </a:lnTo>
                  <a:lnTo>
                    <a:pt x="540118" y="4762"/>
                  </a:lnTo>
                  <a:lnTo>
                    <a:pt x="535355" y="9525"/>
                  </a:lnTo>
                  <a:lnTo>
                    <a:pt x="540118" y="9525"/>
                  </a:lnTo>
                  <a:lnTo>
                    <a:pt x="540118" y="742810"/>
                  </a:lnTo>
                  <a:lnTo>
                    <a:pt x="535355" y="742810"/>
                  </a:lnTo>
                  <a:lnTo>
                    <a:pt x="540118" y="747572"/>
                  </a:lnTo>
                  <a:lnTo>
                    <a:pt x="1172514" y="747572"/>
                  </a:lnTo>
                  <a:lnTo>
                    <a:pt x="1154885" y="752335"/>
                  </a:lnTo>
                  <a:close/>
                </a:path>
                <a:path w="4472940" h="1069339">
                  <a:moveTo>
                    <a:pt x="540118" y="9525"/>
                  </a:moveTo>
                  <a:lnTo>
                    <a:pt x="535355" y="9525"/>
                  </a:lnTo>
                  <a:lnTo>
                    <a:pt x="540118" y="4762"/>
                  </a:lnTo>
                  <a:lnTo>
                    <a:pt x="540118" y="9525"/>
                  </a:lnTo>
                  <a:close/>
                </a:path>
                <a:path w="4472940" h="1069339">
                  <a:moveTo>
                    <a:pt x="4463110" y="9525"/>
                  </a:moveTo>
                  <a:lnTo>
                    <a:pt x="540118" y="9525"/>
                  </a:lnTo>
                  <a:lnTo>
                    <a:pt x="540118" y="4762"/>
                  </a:lnTo>
                  <a:lnTo>
                    <a:pt x="4463110" y="4762"/>
                  </a:lnTo>
                  <a:lnTo>
                    <a:pt x="4463110" y="9525"/>
                  </a:lnTo>
                  <a:close/>
                </a:path>
                <a:path w="4472940" h="1069339">
                  <a:moveTo>
                    <a:pt x="4463110" y="747572"/>
                  </a:moveTo>
                  <a:lnTo>
                    <a:pt x="4463110" y="4762"/>
                  </a:lnTo>
                  <a:lnTo>
                    <a:pt x="4467872" y="9525"/>
                  </a:lnTo>
                  <a:lnTo>
                    <a:pt x="4472635" y="9525"/>
                  </a:lnTo>
                  <a:lnTo>
                    <a:pt x="4472635" y="742810"/>
                  </a:lnTo>
                  <a:lnTo>
                    <a:pt x="4467872" y="742810"/>
                  </a:lnTo>
                  <a:lnTo>
                    <a:pt x="4463110" y="747572"/>
                  </a:lnTo>
                  <a:close/>
                </a:path>
                <a:path w="4472940" h="1069339">
                  <a:moveTo>
                    <a:pt x="4472635" y="9525"/>
                  </a:moveTo>
                  <a:lnTo>
                    <a:pt x="4467872" y="9525"/>
                  </a:lnTo>
                  <a:lnTo>
                    <a:pt x="4463110" y="4762"/>
                  </a:lnTo>
                  <a:lnTo>
                    <a:pt x="4472635" y="4762"/>
                  </a:lnTo>
                  <a:lnTo>
                    <a:pt x="4472635" y="9525"/>
                  </a:lnTo>
                  <a:close/>
                </a:path>
                <a:path w="4472940" h="1069339">
                  <a:moveTo>
                    <a:pt x="540118" y="747572"/>
                  </a:moveTo>
                  <a:lnTo>
                    <a:pt x="535355" y="742810"/>
                  </a:lnTo>
                  <a:lnTo>
                    <a:pt x="540118" y="742810"/>
                  </a:lnTo>
                  <a:lnTo>
                    <a:pt x="540118" y="747572"/>
                  </a:lnTo>
                  <a:close/>
                </a:path>
                <a:path w="4472940" h="1069339">
                  <a:moveTo>
                    <a:pt x="1172514" y="747572"/>
                  </a:moveTo>
                  <a:lnTo>
                    <a:pt x="540118" y="747572"/>
                  </a:lnTo>
                  <a:lnTo>
                    <a:pt x="540118" y="742810"/>
                  </a:lnTo>
                  <a:lnTo>
                    <a:pt x="1226667" y="742810"/>
                  </a:lnTo>
                  <a:lnTo>
                    <a:pt x="1226056" y="742975"/>
                  </a:lnTo>
                  <a:lnTo>
                    <a:pt x="1189532" y="742975"/>
                  </a:lnTo>
                  <a:lnTo>
                    <a:pt x="1172514" y="747572"/>
                  </a:lnTo>
                  <a:close/>
                </a:path>
                <a:path w="4472940" h="1069339">
                  <a:moveTo>
                    <a:pt x="39338" y="1063637"/>
                  </a:moveTo>
                  <a:lnTo>
                    <a:pt x="39065" y="1063637"/>
                  </a:lnTo>
                  <a:lnTo>
                    <a:pt x="116200" y="1042799"/>
                  </a:lnTo>
                  <a:lnTo>
                    <a:pt x="2173566" y="742810"/>
                  </a:lnTo>
                  <a:lnTo>
                    <a:pt x="4463110" y="742810"/>
                  </a:lnTo>
                  <a:lnTo>
                    <a:pt x="4463110" y="747572"/>
                  </a:lnTo>
                  <a:lnTo>
                    <a:pt x="4472635" y="747572"/>
                  </a:lnTo>
                  <a:lnTo>
                    <a:pt x="4472635" y="752284"/>
                  </a:lnTo>
                  <a:lnTo>
                    <a:pt x="2174595" y="752284"/>
                  </a:lnTo>
                  <a:lnTo>
                    <a:pt x="2173909" y="752335"/>
                  </a:lnTo>
                  <a:lnTo>
                    <a:pt x="2174247" y="752335"/>
                  </a:lnTo>
                  <a:lnTo>
                    <a:pt x="39338" y="1063637"/>
                  </a:lnTo>
                  <a:close/>
                </a:path>
                <a:path w="4472940" h="1069339">
                  <a:moveTo>
                    <a:pt x="4472635" y="747572"/>
                  </a:moveTo>
                  <a:lnTo>
                    <a:pt x="4463110" y="747572"/>
                  </a:lnTo>
                  <a:lnTo>
                    <a:pt x="4467872" y="742810"/>
                  </a:lnTo>
                  <a:lnTo>
                    <a:pt x="4472635" y="742810"/>
                  </a:lnTo>
                  <a:lnTo>
                    <a:pt x="4472635" y="747572"/>
                  </a:lnTo>
                  <a:close/>
                </a:path>
                <a:path w="4472940" h="1069339">
                  <a:moveTo>
                    <a:pt x="1015" y="1069225"/>
                  </a:moveTo>
                  <a:lnTo>
                    <a:pt x="0" y="1064323"/>
                  </a:lnTo>
                  <a:lnTo>
                    <a:pt x="1189532" y="742975"/>
                  </a:lnTo>
                  <a:lnTo>
                    <a:pt x="1190777" y="752335"/>
                  </a:lnTo>
                  <a:lnTo>
                    <a:pt x="1191409" y="752335"/>
                  </a:lnTo>
                  <a:lnTo>
                    <a:pt x="116200" y="1042799"/>
                  </a:lnTo>
                  <a:lnTo>
                    <a:pt x="37134" y="1054328"/>
                  </a:lnTo>
                  <a:lnTo>
                    <a:pt x="39065" y="1063637"/>
                  </a:lnTo>
                  <a:lnTo>
                    <a:pt x="39338" y="1063637"/>
                  </a:lnTo>
                  <a:lnTo>
                    <a:pt x="1015" y="1069225"/>
                  </a:lnTo>
                  <a:close/>
                </a:path>
                <a:path w="4472940" h="1069339">
                  <a:moveTo>
                    <a:pt x="1191409" y="752335"/>
                  </a:moveTo>
                  <a:lnTo>
                    <a:pt x="1190777" y="752335"/>
                  </a:lnTo>
                  <a:lnTo>
                    <a:pt x="1189532" y="742975"/>
                  </a:lnTo>
                  <a:lnTo>
                    <a:pt x="1226056" y="742975"/>
                  </a:lnTo>
                  <a:lnTo>
                    <a:pt x="1191409" y="752335"/>
                  </a:lnTo>
                  <a:close/>
                </a:path>
                <a:path w="4472940" h="1069339">
                  <a:moveTo>
                    <a:pt x="2174247" y="752335"/>
                  </a:moveTo>
                  <a:lnTo>
                    <a:pt x="2173909" y="752335"/>
                  </a:lnTo>
                  <a:lnTo>
                    <a:pt x="2174595" y="752284"/>
                  </a:lnTo>
                  <a:lnTo>
                    <a:pt x="2174247" y="752335"/>
                  </a:lnTo>
                  <a:close/>
                </a:path>
                <a:path w="4472940" h="1069339">
                  <a:moveTo>
                    <a:pt x="4472635" y="752335"/>
                  </a:moveTo>
                  <a:lnTo>
                    <a:pt x="2174247" y="752335"/>
                  </a:lnTo>
                  <a:lnTo>
                    <a:pt x="2174595" y="752284"/>
                  </a:lnTo>
                  <a:lnTo>
                    <a:pt x="4472635" y="752284"/>
                  </a:lnTo>
                  <a:close/>
                </a:path>
                <a:path w="4472940" h="1069339">
                  <a:moveTo>
                    <a:pt x="39065" y="1063637"/>
                  </a:moveTo>
                  <a:lnTo>
                    <a:pt x="37134" y="1054328"/>
                  </a:lnTo>
                  <a:lnTo>
                    <a:pt x="116200" y="1042799"/>
                  </a:lnTo>
                  <a:lnTo>
                    <a:pt x="39065" y="10636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996439" y="1290827"/>
              <a:ext cx="4287520" cy="939165"/>
            </a:xfrm>
            <a:custGeom>
              <a:avLst/>
              <a:gdLst/>
              <a:ahLst/>
              <a:cxnLst/>
              <a:rect l="l" t="t" r="r" b="b"/>
              <a:pathLst>
                <a:path w="4287520" h="939164">
                  <a:moveTo>
                    <a:pt x="0" y="938784"/>
                  </a:moveTo>
                  <a:lnTo>
                    <a:pt x="1010412" y="487680"/>
                  </a:lnTo>
                  <a:lnTo>
                    <a:pt x="355092" y="487680"/>
                  </a:lnTo>
                  <a:lnTo>
                    <a:pt x="355092" y="0"/>
                  </a:lnTo>
                  <a:lnTo>
                    <a:pt x="4287012" y="0"/>
                  </a:lnTo>
                  <a:lnTo>
                    <a:pt x="4287012" y="487680"/>
                  </a:lnTo>
                  <a:lnTo>
                    <a:pt x="1993392" y="487680"/>
                  </a:lnTo>
                  <a:lnTo>
                    <a:pt x="0" y="938784"/>
                  </a:lnTo>
                  <a:close/>
                </a:path>
              </a:pathLst>
            </a:custGeom>
            <a:solidFill>
              <a:srgbClr val="EDF8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959343" y="1285875"/>
              <a:ext cx="4330065" cy="956944"/>
            </a:xfrm>
            <a:custGeom>
              <a:avLst/>
              <a:gdLst/>
              <a:ahLst/>
              <a:cxnLst/>
              <a:rect l="l" t="t" r="r" b="b"/>
              <a:pathLst>
                <a:path w="4330065" h="956944">
                  <a:moveTo>
                    <a:pt x="1025348" y="497941"/>
                  </a:moveTo>
                  <a:lnTo>
                    <a:pt x="387540" y="497941"/>
                  </a:lnTo>
                  <a:lnTo>
                    <a:pt x="387540" y="0"/>
                  </a:lnTo>
                  <a:lnTo>
                    <a:pt x="4329569" y="0"/>
                  </a:lnTo>
                  <a:lnTo>
                    <a:pt x="4329569" y="4762"/>
                  </a:lnTo>
                  <a:lnTo>
                    <a:pt x="397065" y="4762"/>
                  </a:lnTo>
                  <a:lnTo>
                    <a:pt x="392303" y="9525"/>
                  </a:lnTo>
                  <a:lnTo>
                    <a:pt x="397065" y="9525"/>
                  </a:lnTo>
                  <a:lnTo>
                    <a:pt x="397065" y="488416"/>
                  </a:lnTo>
                  <a:lnTo>
                    <a:pt x="392303" y="488416"/>
                  </a:lnTo>
                  <a:lnTo>
                    <a:pt x="397065" y="493179"/>
                  </a:lnTo>
                  <a:lnTo>
                    <a:pt x="1036035" y="493179"/>
                  </a:lnTo>
                  <a:lnTo>
                    <a:pt x="1025348" y="497941"/>
                  </a:lnTo>
                  <a:close/>
                </a:path>
                <a:path w="4330065" h="956944">
                  <a:moveTo>
                    <a:pt x="397065" y="9525"/>
                  </a:moveTo>
                  <a:lnTo>
                    <a:pt x="392303" y="9525"/>
                  </a:lnTo>
                  <a:lnTo>
                    <a:pt x="397065" y="4762"/>
                  </a:lnTo>
                  <a:lnTo>
                    <a:pt x="397065" y="9525"/>
                  </a:lnTo>
                  <a:close/>
                </a:path>
                <a:path w="4330065" h="956944">
                  <a:moveTo>
                    <a:pt x="4320044" y="9525"/>
                  </a:moveTo>
                  <a:lnTo>
                    <a:pt x="397065" y="9525"/>
                  </a:lnTo>
                  <a:lnTo>
                    <a:pt x="397065" y="4762"/>
                  </a:lnTo>
                  <a:lnTo>
                    <a:pt x="4320044" y="4762"/>
                  </a:lnTo>
                  <a:lnTo>
                    <a:pt x="4320044" y="9525"/>
                  </a:lnTo>
                  <a:close/>
                </a:path>
                <a:path w="4330065" h="956944">
                  <a:moveTo>
                    <a:pt x="4320044" y="493179"/>
                  </a:moveTo>
                  <a:lnTo>
                    <a:pt x="4320044" y="4762"/>
                  </a:lnTo>
                  <a:lnTo>
                    <a:pt x="4324807" y="9525"/>
                  </a:lnTo>
                  <a:lnTo>
                    <a:pt x="4329569" y="9525"/>
                  </a:lnTo>
                  <a:lnTo>
                    <a:pt x="4329569" y="488416"/>
                  </a:lnTo>
                  <a:lnTo>
                    <a:pt x="4324807" y="488416"/>
                  </a:lnTo>
                  <a:lnTo>
                    <a:pt x="4320044" y="493179"/>
                  </a:lnTo>
                  <a:close/>
                </a:path>
                <a:path w="4330065" h="956944">
                  <a:moveTo>
                    <a:pt x="4329569" y="9525"/>
                  </a:moveTo>
                  <a:lnTo>
                    <a:pt x="4324807" y="9525"/>
                  </a:lnTo>
                  <a:lnTo>
                    <a:pt x="4320044" y="4762"/>
                  </a:lnTo>
                  <a:lnTo>
                    <a:pt x="4329569" y="4762"/>
                  </a:lnTo>
                  <a:lnTo>
                    <a:pt x="4329569" y="9525"/>
                  </a:lnTo>
                  <a:close/>
                </a:path>
                <a:path w="4330065" h="956944">
                  <a:moveTo>
                    <a:pt x="397065" y="493179"/>
                  </a:moveTo>
                  <a:lnTo>
                    <a:pt x="392303" y="488416"/>
                  </a:lnTo>
                  <a:lnTo>
                    <a:pt x="397065" y="488416"/>
                  </a:lnTo>
                  <a:lnTo>
                    <a:pt x="397065" y="493179"/>
                  </a:lnTo>
                  <a:close/>
                </a:path>
                <a:path w="4330065" h="956944">
                  <a:moveTo>
                    <a:pt x="1036035" y="493179"/>
                  </a:moveTo>
                  <a:lnTo>
                    <a:pt x="397065" y="493179"/>
                  </a:lnTo>
                  <a:lnTo>
                    <a:pt x="397065" y="488416"/>
                  </a:lnTo>
                  <a:lnTo>
                    <a:pt x="1070102" y="488416"/>
                  </a:lnTo>
                  <a:lnTo>
                    <a:pt x="1069161" y="488835"/>
                  </a:lnTo>
                  <a:lnTo>
                    <a:pt x="1045781" y="488835"/>
                  </a:lnTo>
                  <a:lnTo>
                    <a:pt x="1036035" y="493179"/>
                  </a:lnTo>
                  <a:close/>
                </a:path>
                <a:path w="4330065" h="956944">
                  <a:moveTo>
                    <a:pt x="38810" y="948182"/>
                  </a:moveTo>
                  <a:lnTo>
                    <a:pt x="38417" y="948182"/>
                  </a:lnTo>
                  <a:lnTo>
                    <a:pt x="82474" y="928548"/>
                  </a:lnTo>
                  <a:lnTo>
                    <a:pt x="2030310" y="488416"/>
                  </a:lnTo>
                  <a:lnTo>
                    <a:pt x="4320044" y="488416"/>
                  </a:lnTo>
                  <a:lnTo>
                    <a:pt x="4320044" y="493179"/>
                  </a:lnTo>
                  <a:lnTo>
                    <a:pt x="4329569" y="493179"/>
                  </a:lnTo>
                  <a:lnTo>
                    <a:pt x="4329569" y="497827"/>
                  </a:lnTo>
                  <a:lnTo>
                    <a:pt x="2031898" y="497827"/>
                  </a:lnTo>
                  <a:lnTo>
                    <a:pt x="2030844" y="497941"/>
                  </a:lnTo>
                  <a:lnTo>
                    <a:pt x="2031392" y="497941"/>
                  </a:lnTo>
                  <a:lnTo>
                    <a:pt x="38810" y="948182"/>
                  </a:lnTo>
                  <a:close/>
                </a:path>
                <a:path w="4330065" h="956944">
                  <a:moveTo>
                    <a:pt x="4329569" y="493179"/>
                  </a:moveTo>
                  <a:lnTo>
                    <a:pt x="4320044" y="493179"/>
                  </a:lnTo>
                  <a:lnTo>
                    <a:pt x="4324807" y="488416"/>
                  </a:lnTo>
                  <a:lnTo>
                    <a:pt x="4329569" y="488416"/>
                  </a:lnTo>
                  <a:lnTo>
                    <a:pt x="4329569" y="493179"/>
                  </a:lnTo>
                  <a:close/>
                </a:path>
                <a:path w="4330065" h="956944">
                  <a:moveTo>
                    <a:pt x="647" y="956805"/>
                  </a:moveTo>
                  <a:lnTo>
                    <a:pt x="0" y="954874"/>
                  </a:lnTo>
                  <a:lnTo>
                    <a:pt x="1045781" y="488835"/>
                  </a:lnTo>
                  <a:lnTo>
                    <a:pt x="1047711" y="497941"/>
                  </a:lnTo>
                  <a:lnTo>
                    <a:pt x="1048728" y="497941"/>
                  </a:lnTo>
                  <a:lnTo>
                    <a:pt x="82474" y="928548"/>
                  </a:lnTo>
                  <a:lnTo>
                    <a:pt x="35432" y="939177"/>
                  </a:lnTo>
                  <a:lnTo>
                    <a:pt x="38417" y="948182"/>
                  </a:lnTo>
                  <a:lnTo>
                    <a:pt x="38810" y="948182"/>
                  </a:lnTo>
                  <a:lnTo>
                    <a:pt x="647" y="956805"/>
                  </a:lnTo>
                  <a:close/>
                </a:path>
                <a:path w="4330065" h="956944">
                  <a:moveTo>
                    <a:pt x="1048728" y="497941"/>
                  </a:moveTo>
                  <a:lnTo>
                    <a:pt x="1047711" y="497941"/>
                  </a:lnTo>
                  <a:lnTo>
                    <a:pt x="1045781" y="488835"/>
                  </a:lnTo>
                  <a:lnTo>
                    <a:pt x="1069161" y="488835"/>
                  </a:lnTo>
                  <a:lnTo>
                    <a:pt x="1048728" y="497941"/>
                  </a:lnTo>
                  <a:close/>
                </a:path>
                <a:path w="4330065" h="956944">
                  <a:moveTo>
                    <a:pt x="2031392" y="497941"/>
                  </a:moveTo>
                  <a:lnTo>
                    <a:pt x="2030844" y="497941"/>
                  </a:lnTo>
                  <a:lnTo>
                    <a:pt x="2031898" y="497827"/>
                  </a:lnTo>
                  <a:lnTo>
                    <a:pt x="2031392" y="497941"/>
                  </a:lnTo>
                  <a:close/>
                </a:path>
                <a:path w="4330065" h="956944">
                  <a:moveTo>
                    <a:pt x="4329569" y="497941"/>
                  </a:moveTo>
                  <a:lnTo>
                    <a:pt x="2031392" y="497941"/>
                  </a:lnTo>
                  <a:lnTo>
                    <a:pt x="2031898" y="497827"/>
                  </a:lnTo>
                  <a:lnTo>
                    <a:pt x="4329569" y="497827"/>
                  </a:lnTo>
                  <a:close/>
                </a:path>
                <a:path w="4330065" h="956944">
                  <a:moveTo>
                    <a:pt x="38417" y="948182"/>
                  </a:moveTo>
                  <a:lnTo>
                    <a:pt x="35432" y="939177"/>
                  </a:lnTo>
                  <a:lnTo>
                    <a:pt x="82474" y="928548"/>
                  </a:lnTo>
                  <a:lnTo>
                    <a:pt x="38417" y="9481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991867" y="704087"/>
              <a:ext cx="4140835" cy="835660"/>
            </a:xfrm>
            <a:custGeom>
              <a:avLst/>
              <a:gdLst/>
              <a:ahLst/>
              <a:cxnLst/>
              <a:rect l="l" t="t" r="r" b="b"/>
              <a:pathLst>
                <a:path w="4140835" h="835660">
                  <a:moveTo>
                    <a:pt x="0" y="835152"/>
                  </a:moveTo>
                  <a:lnTo>
                    <a:pt x="981456" y="551688"/>
                  </a:lnTo>
                  <a:lnTo>
                    <a:pt x="348995" y="551688"/>
                  </a:lnTo>
                  <a:lnTo>
                    <a:pt x="348995" y="0"/>
                  </a:lnTo>
                  <a:lnTo>
                    <a:pt x="4140707" y="0"/>
                  </a:lnTo>
                  <a:lnTo>
                    <a:pt x="4140707" y="551688"/>
                  </a:lnTo>
                  <a:lnTo>
                    <a:pt x="1929383" y="551688"/>
                  </a:lnTo>
                  <a:lnTo>
                    <a:pt x="0" y="835152"/>
                  </a:lnTo>
                  <a:close/>
                </a:path>
              </a:pathLst>
            </a:custGeom>
            <a:solidFill>
              <a:srgbClr val="EDF8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954060" y="698614"/>
              <a:ext cx="4183379" cy="851535"/>
            </a:xfrm>
            <a:custGeom>
              <a:avLst/>
              <a:gdLst/>
              <a:ahLst/>
              <a:cxnLst/>
              <a:rect l="l" t="t" r="r" b="b"/>
              <a:pathLst>
                <a:path w="4183379" h="851535">
                  <a:moveTo>
                    <a:pt x="985794" y="561238"/>
                  </a:moveTo>
                  <a:lnTo>
                    <a:pt x="382765" y="561238"/>
                  </a:lnTo>
                  <a:lnTo>
                    <a:pt x="382765" y="0"/>
                  </a:lnTo>
                  <a:lnTo>
                    <a:pt x="4182935" y="0"/>
                  </a:lnTo>
                  <a:lnTo>
                    <a:pt x="4182935" y="4762"/>
                  </a:lnTo>
                  <a:lnTo>
                    <a:pt x="392290" y="4762"/>
                  </a:lnTo>
                  <a:lnTo>
                    <a:pt x="387527" y="9524"/>
                  </a:lnTo>
                  <a:lnTo>
                    <a:pt x="392290" y="9524"/>
                  </a:lnTo>
                  <a:lnTo>
                    <a:pt x="392290" y="551713"/>
                  </a:lnTo>
                  <a:lnTo>
                    <a:pt x="387527" y="551713"/>
                  </a:lnTo>
                  <a:lnTo>
                    <a:pt x="392290" y="556475"/>
                  </a:lnTo>
                  <a:lnTo>
                    <a:pt x="1002216" y="556475"/>
                  </a:lnTo>
                  <a:lnTo>
                    <a:pt x="985794" y="561238"/>
                  </a:lnTo>
                  <a:close/>
                </a:path>
                <a:path w="4183379" h="851535">
                  <a:moveTo>
                    <a:pt x="392290" y="9524"/>
                  </a:moveTo>
                  <a:lnTo>
                    <a:pt x="387527" y="9524"/>
                  </a:lnTo>
                  <a:lnTo>
                    <a:pt x="392290" y="4762"/>
                  </a:lnTo>
                  <a:lnTo>
                    <a:pt x="392290" y="9524"/>
                  </a:lnTo>
                  <a:close/>
                </a:path>
                <a:path w="4183379" h="851535">
                  <a:moveTo>
                    <a:pt x="4173410" y="9524"/>
                  </a:moveTo>
                  <a:lnTo>
                    <a:pt x="392290" y="9524"/>
                  </a:lnTo>
                  <a:lnTo>
                    <a:pt x="392290" y="4762"/>
                  </a:lnTo>
                  <a:lnTo>
                    <a:pt x="4173410" y="4762"/>
                  </a:lnTo>
                  <a:lnTo>
                    <a:pt x="4173410" y="9524"/>
                  </a:lnTo>
                  <a:close/>
                </a:path>
                <a:path w="4183379" h="851535">
                  <a:moveTo>
                    <a:pt x="4173410" y="556475"/>
                  </a:moveTo>
                  <a:lnTo>
                    <a:pt x="4173410" y="4762"/>
                  </a:lnTo>
                  <a:lnTo>
                    <a:pt x="4178173" y="9524"/>
                  </a:lnTo>
                  <a:lnTo>
                    <a:pt x="4182935" y="9524"/>
                  </a:lnTo>
                  <a:lnTo>
                    <a:pt x="4182935" y="551713"/>
                  </a:lnTo>
                  <a:lnTo>
                    <a:pt x="4178173" y="551713"/>
                  </a:lnTo>
                  <a:lnTo>
                    <a:pt x="4173410" y="556475"/>
                  </a:lnTo>
                  <a:close/>
                </a:path>
                <a:path w="4183379" h="851535">
                  <a:moveTo>
                    <a:pt x="4182935" y="9524"/>
                  </a:moveTo>
                  <a:lnTo>
                    <a:pt x="4178173" y="9524"/>
                  </a:lnTo>
                  <a:lnTo>
                    <a:pt x="4173410" y="4762"/>
                  </a:lnTo>
                  <a:lnTo>
                    <a:pt x="4182935" y="4762"/>
                  </a:lnTo>
                  <a:lnTo>
                    <a:pt x="4182935" y="9524"/>
                  </a:lnTo>
                  <a:close/>
                </a:path>
                <a:path w="4183379" h="851535">
                  <a:moveTo>
                    <a:pt x="392290" y="556475"/>
                  </a:moveTo>
                  <a:lnTo>
                    <a:pt x="387527" y="551713"/>
                  </a:lnTo>
                  <a:lnTo>
                    <a:pt x="392290" y="551713"/>
                  </a:lnTo>
                  <a:lnTo>
                    <a:pt x="392290" y="556475"/>
                  </a:lnTo>
                  <a:close/>
                </a:path>
                <a:path w="4183379" h="851535">
                  <a:moveTo>
                    <a:pt x="1002216" y="556475"/>
                  </a:moveTo>
                  <a:lnTo>
                    <a:pt x="392290" y="556475"/>
                  </a:lnTo>
                  <a:lnTo>
                    <a:pt x="392290" y="551713"/>
                  </a:lnTo>
                  <a:lnTo>
                    <a:pt x="1052830" y="551713"/>
                  </a:lnTo>
                  <a:lnTo>
                    <a:pt x="1052173" y="551903"/>
                  </a:lnTo>
                  <a:lnTo>
                    <a:pt x="1017981" y="551903"/>
                  </a:lnTo>
                  <a:lnTo>
                    <a:pt x="1002216" y="556475"/>
                  </a:lnTo>
                  <a:close/>
                </a:path>
                <a:path w="4183379" h="851535">
                  <a:moveTo>
                    <a:pt x="39313" y="845731"/>
                  </a:moveTo>
                  <a:lnTo>
                    <a:pt x="39027" y="845731"/>
                  </a:lnTo>
                  <a:lnTo>
                    <a:pt x="106301" y="826220"/>
                  </a:lnTo>
                  <a:lnTo>
                    <a:pt x="1966620" y="551713"/>
                  </a:lnTo>
                  <a:lnTo>
                    <a:pt x="4173410" y="551713"/>
                  </a:lnTo>
                  <a:lnTo>
                    <a:pt x="4173410" y="556475"/>
                  </a:lnTo>
                  <a:lnTo>
                    <a:pt x="4182935" y="556475"/>
                  </a:lnTo>
                  <a:lnTo>
                    <a:pt x="4182935" y="561187"/>
                  </a:lnTo>
                  <a:lnTo>
                    <a:pt x="1967661" y="561187"/>
                  </a:lnTo>
                  <a:lnTo>
                    <a:pt x="1966963" y="561238"/>
                  </a:lnTo>
                  <a:lnTo>
                    <a:pt x="1967317" y="561238"/>
                  </a:lnTo>
                  <a:lnTo>
                    <a:pt x="39313" y="845731"/>
                  </a:lnTo>
                  <a:close/>
                </a:path>
                <a:path w="4183379" h="851535">
                  <a:moveTo>
                    <a:pt x="4182935" y="556475"/>
                  </a:moveTo>
                  <a:lnTo>
                    <a:pt x="4173410" y="556475"/>
                  </a:lnTo>
                  <a:lnTo>
                    <a:pt x="4178173" y="551713"/>
                  </a:lnTo>
                  <a:lnTo>
                    <a:pt x="4182935" y="551713"/>
                  </a:lnTo>
                  <a:lnTo>
                    <a:pt x="4182935" y="556475"/>
                  </a:lnTo>
                  <a:close/>
                </a:path>
                <a:path w="4183379" h="851535">
                  <a:moveTo>
                    <a:pt x="927" y="851395"/>
                  </a:moveTo>
                  <a:lnTo>
                    <a:pt x="0" y="847128"/>
                  </a:lnTo>
                  <a:lnTo>
                    <a:pt x="1017981" y="551903"/>
                  </a:lnTo>
                  <a:lnTo>
                    <a:pt x="1019301" y="561238"/>
                  </a:lnTo>
                  <a:lnTo>
                    <a:pt x="1019986" y="561238"/>
                  </a:lnTo>
                  <a:lnTo>
                    <a:pt x="106301" y="826220"/>
                  </a:lnTo>
                  <a:lnTo>
                    <a:pt x="36995" y="836447"/>
                  </a:lnTo>
                  <a:lnTo>
                    <a:pt x="39027" y="845731"/>
                  </a:lnTo>
                  <a:lnTo>
                    <a:pt x="39313" y="845731"/>
                  </a:lnTo>
                  <a:lnTo>
                    <a:pt x="927" y="851395"/>
                  </a:lnTo>
                  <a:close/>
                </a:path>
                <a:path w="4183379" h="851535">
                  <a:moveTo>
                    <a:pt x="1019986" y="561238"/>
                  </a:moveTo>
                  <a:lnTo>
                    <a:pt x="1019301" y="561238"/>
                  </a:lnTo>
                  <a:lnTo>
                    <a:pt x="1017981" y="551903"/>
                  </a:lnTo>
                  <a:lnTo>
                    <a:pt x="1052173" y="551903"/>
                  </a:lnTo>
                  <a:lnTo>
                    <a:pt x="1019986" y="561238"/>
                  </a:lnTo>
                  <a:close/>
                </a:path>
                <a:path w="4183379" h="851535">
                  <a:moveTo>
                    <a:pt x="1967317" y="561238"/>
                  </a:moveTo>
                  <a:lnTo>
                    <a:pt x="1966963" y="561238"/>
                  </a:lnTo>
                  <a:lnTo>
                    <a:pt x="1967661" y="561187"/>
                  </a:lnTo>
                  <a:lnTo>
                    <a:pt x="1967317" y="561238"/>
                  </a:lnTo>
                  <a:close/>
                </a:path>
                <a:path w="4183379" h="851535">
                  <a:moveTo>
                    <a:pt x="4182935" y="561238"/>
                  </a:moveTo>
                  <a:lnTo>
                    <a:pt x="1967317" y="561238"/>
                  </a:lnTo>
                  <a:lnTo>
                    <a:pt x="1967661" y="561187"/>
                  </a:lnTo>
                  <a:lnTo>
                    <a:pt x="4182935" y="561187"/>
                  </a:lnTo>
                  <a:close/>
                </a:path>
                <a:path w="4183379" h="851535">
                  <a:moveTo>
                    <a:pt x="39027" y="845731"/>
                  </a:moveTo>
                  <a:lnTo>
                    <a:pt x="36995" y="836447"/>
                  </a:lnTo>
                  <a:lnTo>
                    <a:pt x="106301" y="826220"/>
                  </a:lnTo>
                  <a:lnTo>
                    <a:pt x="39027" y="8457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2240851" y="726236"/>
            <a:ext cx="4652010" cy="4692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91770" marR="89535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Noto Sans CJK JP Black"/>
                <a:cs typeface="Noto Sans CJK JP Black"/>
              </a:rPr>
              <a:t>应用层：给用户提供接入网络的接口和多种</a:t>
            </a:r>
            <a:r>
              <a:rPr dirty="0" sz="1400">
                <a:latin typeface="Noto Sans CJK JP Black"/>
                <a:cs typeface="Noto Sans CJK JP Black"/>
              </a:rPr>
              <a:t>应 </a:t>
            </a:r>
            <a:r>
              <a:rPr dirty="0" sz="1400">
                <a:latin typeface="Noto Sans CJK JP Black"/>
                <a:cs typeface="Noto Sans CJK JP Black"/>
              </a:rPr>
              <a:t>用服务的支持</a:t>
            </a:r>
            <a:r>
              <a:rPr dirty="0" sz="1400" spc="5">
                <a:latin typeface="Noto Sans CJK JP Black"/>
                <a:cs typeface="Noto Sans CJK JP Black"/>
              </a:rPr>
              <a:t>。</a:t>
            </a:r>
            <a:endParaRPr sz="1400">
              <a:latin typeface="Noto Sans CJK JP Black"/>
              <a:cs typeface="Noto Sans CJK JP Black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550">
              <a:latin typeface="Noto Sans CJK JP Black"/>
              <a:cs typeface="Noto Sans CJK JP Black"/>
            </a:endParaRPr>
          </a:p>
          <a:p>
            <a:pPr marL="201930" marR="1240790">
              <a:lnSpc>
                <a:spcPct val="100000"/>
              </a:lnSpc>
            </a:pPr>
            <a:r>
              <a:rPr dirty="0" sz="1400">
                <a:latin typeface="Noto Sans CJK JP Black"/>
                <a:cs typeface="Noto Sans CJK JP Black"/>
              </a:rPr>
              <a:t>表示层：负责数据表示的语法和语义</a:t>
            </a:r>
            <a:r>
              <a:rPr dirty="0" sz="1400" spc="5">
                <a:latin typeface="Noto Sans CJK JP Black"/>
                <a:cs typeface="Noto Sans CJK JP Black"/>
              </a:rPr>
              <a:t>。 </a:t>
            </a:r>
            <a:r>
              <a:rPr dirty="0" sz="1400">
                <a:latin typeface="Noto Sans CJK JP Black"/>
                <a:cs typeface="Noto Sans CJK JP Black"/>
              </a:rPr>
              <a:t>以抽象的方式定义双方交换的数据结构</a:t>
            </a:r>
            <a:r>
              <a:rPr dirty="0" sz="1400" spc="5">
                <a:latin typeface="Noto Sans CJK JP Black"/>
                <a:cs typeface="Noto Sans CJK JP Black"/>
              </a:rPr>
              <a:t>。</a:t>
            </a:r>
            <a:endParaRPr sz="1400">
              <a:latin typeface="Noto Sans CJK JP Black"/>
              <a:cs typeface="Noto Sans CJK JP Black"/>
            </a:endParaRPr>
          </a:p>
          <a:p>
            <a:pPr algn="just" marL="316230" marR="593090">
              <a:lnSpc>
                <a:spcPct val="100000"/>
              </a:lnSpc>
              <a:spcBef>
                <a:spcPts val="1210"/>
              </a:spcBef>
            </a:pPr>
            <a:r>
              <a:rPr dirty="0" sz="1400">
                <a:latin typeface="Noto Sans CJK JP Black"/>
                <a:cs typeface="Noto Sans CJK JP Black"/>
              </a:rPr>
              <a:t>会话层：负责建立（或清除）在两个用户之间</a:t>
            </a:r>
            <a:r>
              <a:rPr dirty="0" sz="1400">
                <a:latin typeface="Noto Sans CJK JP Black"/>
                <a:cs typeface="Noto Sans CJK JP Black"/>
              </a:rPr>
              <a:t>的 </a:t>
            </a:r>
            <a:r>
              <a:rPr dirty="0" sz="1400">
                <a:latin typeface="Noto Sans CJK JP Black"/>
                <a:cs typeface="Noto Sans CJK JP Black"/>
              </a:rPr>
              <a:t>会话，会话提供，包括对话控制、同步，令牌</a:t>
            </a:r>
            <a:r>
              <a:rPr dirty="0" sz="1400">
                <a:latin typeface="Noto Sans CJK JP Black"/>
                <a:cs typeface="Noto Sans CJK JP Black"/>
              </a:rPr>
              <a:t>管 </a:t>
            </a:r>
            <a:r>
              <a:rPr dirty="0" sz="1400">
                <a:latin typeface="Noto Sans CJK JP Black"/>
                <a:cs typeface="Noto Sans CJK JP Black"/>
              </a:rPr>
              <a:t>理等服务</a:t>
            </a:r>
            <a:r>
              <a:rPr dirty="0" sz="1400" spc="5">
                <a:latin typeface="Noto Sans CJK JP Black"/>
                <a:cs typeface="Noto Sans CJK JP Black"/>
              </a:rPr>
              <a:t>。</a:t>
            </a:r>
            <a:endParaRPr sz="1400">
              <a:latin typeface="Noto Sans CJK JP Black"/>
              <a:cs typeface="Noto Sans CJK JP Black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750">
              <a:latin typeface="Noto Sans CJK JP Black"/>
              <a:cs typeface="Noto Sans CJK JP Black"/>
            </a:endParaRPr>
          </a:p>
          <a:p>
            <a:pPr marL="15240">
              <a:lnSpc>
                <a:spcPct val="100000"/>
              </a:lnSpc>
            </a:pPr>
            <a:r>
              <a:rPr dirty="0" sz="1400">
                <a:latin typeface="Noto Sans CJK JP Black"/>
                <a:cs typeface="Noto Sans CJK JP Black"/>
              </a:rPr>
              <a:t>传输层：负责完整报文的进程到进程的交付</a:t>
            </a:r>
            <a:r>
              <a:rPr dirty="0" sz="1400" spc="5">
                <a:latin typeface="Noto Sans CJK JP Black"/>
                <a:cs typeface="Noto Sans CJK JP Black"/>
              </a:rPr>
              <a:t>。</a:t>
            </a:r>
            <a:endParaRPr sz="1400">
              <a:latin typeface="Noto Sans CJK JP Black"/>
              <a:cs typeface="Noto Sans CJK JP Black"/>
            </a:endParaRPr>
          </a:p>
          <a:p>
            <a:pPr marL="15240">
              <a:lnSpc>
                <a:spcPct val="100000"/>
              </a:lnSpc>
              <a:spcBef>
                <a:spcPts val="75"/>
              </a:spcBef>
            </a:pPr>
            <a:r>
              <a:rPr dirty="0" sz="1400">
                <a:latin typeface="Noto Sans CJK JP Black"/>
                <a:cs typeface="Noto Sans CJK JP Black"/>
              </a:rPr>
              <a:t>为会话层提供与下面网络无关的可靠消息传送机</a:t>
            </a:r>
            <a:r>
              <a:rPr dirty="0" sz="1400" spc="5">
                <a:latin typeface="Noto Sans CJK JP Black"/>
                <a:cs typeface="Noto Sans CJK JP Black"/>
              </a:rPr>
              <a:t>制</a:t>
            </a:r>
            <a:endParaRPr sz="1400">
              <a:latin typeface="Noto Sans CJK JP Black"/>
              <a:cs typeface="Noto Sans CJK JP Black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50">
              <a:latin typeface="Noto Sans CJK JP Black"/>
              <a:cs typeface="Noto Sans CJK JP Black"/>
            </a:endParaRPr>
          </a:p>
          <a:p>
            <a:pPr marL="261620" marR="1181100">
              <a:lnSpc>
                <a:spcPct val="100000"/>
              </a:lnSpc>
            </a:pPr>
            <a:r>
              <a:rPr dirty="0" sz="1400">
                <a:latin typeface="Noto Sans CJK JP Black"/>
                <a:cs typeface="Noto Sans CJK JP Black"/>
              </a:rPr>
              <a:t>网络层：负责把分组从源点交付的终点</a:t>
            </a:r>
            <a:r>
              <a:rPr dirty="0" sz="1400">
                <a:latin typeface="Noto Sans CJK JP Black"/>
                <a:cs typeface="Noto Sans CJK JP Black"/>
              </a:rPr>
              <a:t>。 </a:t>
            </a:r>
            <a:r>
              <a:rPr dirty="0" sz="1400">
                <a:latin typeface="Noto Sans CJK JP Black"/>
                <a:cs typeface="Noto Sans CJK JP Black"/>
              </a:rPr>
              <a:t>路由、转发，拥塞控制、网络互</a:t>
            </a:r>
            <a:r>
              <a:rPr dirty="0" sz="1400" spc="5">
                <a:latin typeface="Noto Sans CJK JP Black"/>
                <a:cs typeface="Noto Sans CJK JP Black"/>
              </a:rPr>
              <a:t>联</a:t>
            </a:r>
            <a:endParaRPr sz="1400">
              <a:latin typeface="Noto Sans CJK JP Black"/>
              <a:cs typeface="Noto Sans CJK JP Black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200">
              <a:latin typeface="Noto Sans CJK JP Black"/>
              <a:cs typeface="Noto Sans CJK JP Black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latin typeface="Noto Sans CJK JP Black"/>
                <a:cs typeface="Noto Sans CJK JP Black"/>
              </a:rPr>
              <a:t>数据链路层：把物理层转换成可靠的链</a:t>
            </a:r>
            <a:r>
              <a:rPr dirty="0" sz="1400" spc="5">
                <a:latin typeface="Noto Sans CJK JP Black"/>
                <a:cs typeface="Noto Sans CJK JP Black"/>
              </a:rPr>
              <a:t>路</a:t>
            </a:r>
            <a:endParaRPr sz="1400">
              <a:latin typeface="Noto Sans CJK JP Black"/>
              <a:cs typeface="Noto Sans CJK JP Black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latin typeface="Noto Sans CJK JP Black"/>
                <a:cs typeface="Noto Sans CJK JP Black"/>
              </a:rPr>
              <a:t>成帧，差错控制、流量控制，物理寻址</a:t>
            </a:r>
            <a:r>
              <a:rPr dirty="0" sz="1400">
                <a:solidFill>
                  <a:srgbClr val="B1B1B1"/>
                </a:solidFill>
                <a:latin typeface="Noto Sans CJK JP Black"/>
                <a:cs typeface="Noto Sans CJK JP Black"/>
              </a:rPr>
              <a:t>，</a:t>
            </a:r>
            <a:r>
              <a:rPr dirty="0" sz="1400">
                <a:latin typeface="Noto Sans CJK JP Black"/>
                <a:cs typeface="Noto Sans CJK JP Black"/>
              </a:rPr>
              <a:t>媒体访问控</a:t>
            </a:r>
            <a:r>
              <a:rPr dirty="0" sz="1400" spc="5">
                <a:latin typeface="Noto Sans CJK JP Black"/>
                <a:cs typeface="Noto Sans CJK JP Black"/>
              </a:rPr>
              <a:t>制</a:t>
            </a:r>
            <a:endParaRPr sz="1400">
              <a:latin typeface="Noto Sans CJK JP Black"/>
              <a:cs typeface="Noto Sans CJK JP Black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150">
              <a:latin typeface="Noto Sans CJK JP Black"/>
              <a:cs typeface="Noto Sans CJK JP Black"/>
            </a:endParaRPr>
          </a:p>
          <a:p>
            <a:pPr marL="15240" marR="5080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latin typeface="Noto Sans CJK JP Black"/>
                <a:cs typeface="Noto Sans CJK JP Black"/>
              </a:rPr>
              <a:t>物理层：协调通过物理介质传送比特流时所需要的各种功</a:t>
            </a:r>
            <a:r>
              <a:rPr dirty="0" sz="1400">
                <a:latin typeface="Noto Sans CJK JP Black"/>
                <a:cs typeface="Noto Sans CJK JP Black"/>
              </a:rPr>
              <a:t>能 </a:t>
            </a:r>
            <a:r>
              <a:rPr dirty="0" sz="1400">
                <a:latin typeface="Noto Sans CJK JP Black"/>
                <a:cs typeface="Noto Sans CJK JP Black"/>
              </a:rPr>
              <a:t>缆线，信号的编码，网络接插件的电子、机械接</a:t>
            </a:r>
            <a:r>
              <a:rPr dirty="0" sz="1400" spc="5">
                <a:latin typeface="Noto Sans CJK JP Black"/>
                <a:cs typeface="Noto Sans CJK JP Black"/>
              </a:rPr>
              <a:t>口</a:t>
            </a:r>
            <a:endParaRPr sz="1400">
              <a:latin typeface="Noto Sans CJK JP Black"/>
              <a:cs typeface="Noto Sans CJK JP Black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1754" y="1153769"/>
            <a:ext cx="7965440" cy="4800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  <a:tabLst>
                <a:tab pos="1196975" algn="l"/>
              </a:tabLst>
            </a:pPr>
            <a:r>
              <a:rPr dirty="0" sz="2400" spc="-5">
                <a:latin typeface="Times New Roman"/>
                <a:cs typeface="Times New Roman"/>
              </a:rPr>
              <a:t>TCP/IP </a:t>
            </a:r>
            <a:r>
              <a:rPr dirty="0" sz="2400">
                <a:latin typeface="UKIJ CJK"/>
                <a:cs typeface="UKIJ CJK"/>
              </a:rPr>
              <a:t>参 考 模 型 </a:t>
            </a:r>
            <a:r>
              <a:rPr dirty="0" sz="2400" spc="-10">
                <a:latin typeface="Noto Sans CJK JP Black"/>
                <a:cs typeface="Noto Sans CJK JP Black"/>
              </a:rPr>
              <a:t>（</a:t>
            </a:r>
            <a:r>
              <a:rPr dirty="0" sz="2400" spc="-10">
                <a:latin typeface="Times New Roman"/>
                <a:cs typeface="Times New Roman"/>
              </a:rPr>
              <a:t>Transmission </a:t>
            </a:r>
            <a:r>
              <a:rPr dirty="0" sz="2400" spc="-5">
                <a:latin typeface="Times New Roman"/>
                <a:cs typeface="Times New Roman"/>
              </a:rPr>
              <a:t>Control Protocol/Internet  Protocol	Reference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Model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Noto Sans CJK JP Black"/>
                <a:cs typeface="Noto Sans CJK JP Black"/>
              </a:rPr>
              <a:t>）</a:t>
            </a:r>
            <a:r>
              <a:rPr dirty="0" sz="2400" spc="-5">
                <a:latin typeface="Times New Roman"/>
                <a:cs typeface="Times New Roman"/>
              </a:rPr>
              <a:t>TCP/IP</a:t>
            </a:r>
            <a:r>
              <a:rPr dirty="0" sz="2400">
                <a:latin typeface="UKIJ CJK"/>
                <a:cs typeface="UKIJ CJK"/>
              </a:rPr>
              <a:t>参考模型是计算机网络的 鼻祖</a:t>
            </a:r>
            <a:r>
              <a:rPr dirty="0" sz="2400" spc="-35">
                <a:latin typeface="Times New Roman"/>
                <a:cs typeface="Times New Roman"/>
              </a:rPr>
              <a:t>ARPANET</a:t>
            </a:r>
            <a:r>
              <a:rPr dirty="0" sz="2400">
                <a:latin typeface="UKIJ CJK"/>
                <a:cs typeface="UKIJ CJK"/>
              </a:rPr>
              <a:t>和其后继的互联网使用的参考模型。</a:t>
            </a:r>
            <a:endParaRPr sz="2400">
              <a:latin typeface="UKIJ CJK"/>
              <a:cs typeface="UKIJ CJK"/>
            </a:endParaRPr>
          </a:p>
          <a:p>
            <a:pPr marL="12700">
              <a:lnSpc>
                <a:spcPct val="100000"/>
              </a:lnSpc>
              <a:spcBef>
                <a:spcPts val="2155"/>
              </a:spcBef>
            </a:pPr>
            <a:r>
              <a:rPr dirty="0" sz="2400">
                <a:latin typeface="UKIJ CJK"/>
                <a:cs typeface="UKIJ CJK"/>
              </a:rPr>
              <a:t>两个设计目标：</a:t>
            </a:r>
            <a:endParaRPr sz="2400">
              <a:latin typeface="UKIJ CJK"/>
              <a:cs typeface="UKIJ CJK"/>
            </a:endParaRPr>
          </a:p>
          <a:p>
            <a:pPr algn="just" marL="355600" indent="-342900">
              <a:lnSpc>
                <a:spcPct val="100000"/>
              </a:lnSpc>
              <a:spcBef>
                <a:spcPts val="1075"/>
              </a:spcBef>
              <a:buClr>
                <a:srgbClr val="0000FF"/>
              </a:buClr>
              <a:buSzPct val="84090"/>
              <a:buFont typeface="Wingdings"/>
              <a:buChar char=""/>
              <a:tabLst>
                <a:tab pos="355600" algn="l"/>
              </a:tabLst>
            </a:pPr>
            <a:r>
              <a:rPr dirty="0" sz="2200">
                <a:latin typeface="UKIJ CJK"/>
                <a:cs typeface="UKIJ CJK"/>
              </a:rPr>
              <a:t>实现网络互联</a:t>
            </a:r>
            <a:r>
              <a:rPr dirty="0" sz="2200" spc="-5">
                <a:latin typeface="UKIJ CJK"/>
                <a:cs typeface="UKIJ CJK"/>
              </a:rPr>
              <a:t>；</a:t>
            </a:r>
            <a:endParaRPr sz="2200">
              <a:latin typeface="UKIJ CJK"/>
              <a:cs typeface="UKIJ CJK"/>
            </a:endParaRPr>
          </a:p>
          <a:p>
            <a:pPr algn="just" marL="355600" marR="59055" indent="-342900">
              <a:lnSpc>
                <a:spcPct val="119900"/>
              </a:lnSpc>
              <a:spcBef>
                <a:spcPts val="520"/>
              </a:spcBef>
              <a:buClr>
                <a:srgbClr val="0000FF"/>
              </a:buClr>
              <a:buSzPct val="84090"/>
              <a:buFont typeface="Wingdings"/>
              <a:buChar char=""/>
              <a:tabLst>
                <a:tab pos="355600" algn="l"/>
              </a:tabLst>
            </a:pPr>
            <a:r>
              <a:rPr dirty="0" sz="2200">
                <a:latin typeface="UKIJ CJK"/>
                <a:cs typeface="UKIJ CJK"/>
              </a:rPr>
              <a:t>残存性强，即使中间机器和线路失去控制，只要源和目的机</a:t>
            </a:r>
            <a:r>
              <a:rPr dirty="0" sz="2200" spc="-5">
                <a:latin typeface="UKIJ CJK"/>
                <a:cs typeface="UKIJ CJK"/>
              </a:rPr>
              <a:t>器 </a:t>
            </a:r>
            <a:r>
              <a:rPr dirty="0" sz="2200">
                <a:latin typeface="UKIJ CJK"/>
                <a:cs typeface="UKIJ CJK"/>
              </a:rPr>
              <a:t>在工作通信就不会中断。也就是说网络不受子网硬件损失的</a:t>
            </a:r>
            <a:r>
              <a:rPr dirty="0" sz="2200" spc="-5">
                <a:latin typeface="UKIJ CJK"/>
                <a:cs typeface="UKIJ CJK"/>
              </a:rPr>
              <a:t>影 </a:t>
            </a:r>
            <a:r>
              <a:rPr dirty="0" sz="2200">
                <a:latin typeface="UKIJ CJK"/>
                <a:cs typeface="UKIJ CJK"/>
              </a:rPr>
              <a:t>响，已经建立的会话不会被取消。</a:t>
            </a:r>
            <a:r>
              <a:rPr dirty="0" sz="2200" spc="-5">
                <a:latin typeface="Times New Roman"/>
                <a:cs typeface="Times New Roman"/>
              </a:rPr>
              <a:t>-</a:t>
            </a:r>
            <a:r>
              <a:rPr dirty="0" sz="2200">
                <a:solidFill>
                  <a:srgbClr val="FF0000"/>
                </a:solidFill>
                <a:latin typeface="UKIJ CJK"/>
                <a:cs typeface="UKIJ CJK"/>
              </a:rPr>
              <a:t>动态路由和网状拓</a:t>
            </a:r>
            <a:r>
              <a:rPr dirty="0" sz="2200" spc="-5">
                <a:solidFill>
                  <a:srgbClr val="FF0000"/>
                </a:solidFill>
                <a:latin typeface="UKIJ CJK"/>
                <a:cs typeface="UKIJ CJK"/>
              </a:rPr>
              <a:t>扑</a:t>
            </a:r>
            <a:endParaRPr sz="2200">
              <a:latin typeface="UKIJ CJK"/>
              <a:cs typeface="UKIJ CJK"/>
            </a:endParaRPr>
          </a:p>
          <a:p>
            <a:pPr marL="12700" marR="20320">
              <a:lnSpc>
                <a:spcPct val="120000"/>
              </a:lnSpc>
              <a:spcBef>
                <a:spcPts val="1555"/>
              </a:spcBef>
            </a:pPr>
            <a:r>
              <a:rPr dirty="0" sz="2400" spc="-5">
                <a:latin typeface="Times New Roman"/>
                <a:cs typeface="Times New Roman"/>
              </a:rPr>
              <a:t>TC</a:t>
            </a:r>
            <a:r>
              <a:rPr dirty="0" sz="2400">
                <a:latin typeface="Times New Roman"/>
                <a:cs typeface="Times New Roman"/>
              </a:rPr>
              <a:t>P</a:t>
            </a:r>
            <a:r>
              <a:rPr dirty="0" sz="2400" spc="-5">
                <a:latin typeface="Times New Roman"/>
                <a:cs typeface="Times New Roman"/>
              </a:rPr>
              <a:t>/</a:t>
            </a:r>
            <a:r>
              <a:rPr dirty="0" sz="2400">
                <a:latin typeface="Times New Roman"/>
                <a:cs typeface="Times New Roman"/>
              </a:rPr>
              <a:t>IP</a:t>
            </a:r>
            <a:r>
              <a:rPr dirty="0" sz="2400">
                <a:latin typeface="UKIJ CJK"/>
                <a:cs typeface="UKIJ CJK"/>
              </a:rPr>
              <a:t>协议族由</a:t>
            </a:r>
            <a:r>
              <a:rPr dirty="0" sz="2400">
                <a:solidFill>
                  <a:srgbClr val="FF0000"/>
                </a:solidFill>
                <a:latin typeface="UKIJ CJK"/>
                <a:cs typeface="UKIJ CJK"/>
              </a:rPr>
              <a:t>应用层、传输层、互联网层、网络接口层</a:t>
            </a:r>
            <a:r>
              <a:rPr dirty="0" sz="2400">
                <a:latin typeface="UKIJ CJK"/>
                <a:cs typeface="UKIJ CJK"/>
              </a:rPr>
              <a:t>构 成。每一层的功能由一个或多个协议实现。</a:t>
            </a:r>
            <a:endParaRPr sz="2400">
              <a:latin typeface="UKIJ CJK"/>
              <a:cs typeface="UKIJ CJK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1754" y="463245"/>
            <a:ext cx="2974340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3333CC"/>
                </a:solidFill>
                <a:latin typeface="Times New Roman"/>
                <a:cs typeface="Times New Roman"/>
              </a:rPr>
              <a:t>2.</a:t>
            </a:r>
            <a:r>
              <a:rPr dirty="0" sz="2800" spc="-65" b="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3333CC"/>
                </a:solidFill>
                <a:latin typeface="Times New Roman"/>
                <a:cs typeface="Times New Roman"/>
              </a:rPr>
              <a:t>TCP/IP</a:t>
            </a:r>
            <a:r>
              <a:rPr dirty="0" sz="2800" spc="15" b="0">
                <a:solidFill>
                  <a:srgbClr val="3333CC"/>
                </a:solidFill>
                <a:latin typeface="WenQuanYi Zen Hei Mono"/>
                <a:cs typeface="WenQuanYi Zen Hei Mono"/>
              </a:rPr>
              <a:t>参考模</a:t>
            </a:r>
            <a:r>
              <a:rPr dirty="0" sz="2800" spc="-5" b="0">
                <a:solidFill>
                  <a:srgbClr val="3333CC"/>
                </a:solidFill>
                <a:latin typeface="WenQuanYi Zen Hei Mono"/>
                <a:cs typeface="WenQuanYi Zen Hei Mono"/>
              </a:rPr>
              <a:t>型</a:t>
            </a:r>
            <a:endParaRPr sz="2800">
              <a:latin typeface="WenQuanYi Zen Hei Mono"/>
              <a:cs typeface="WenQuanYi Zen Hei Mon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49334" y="6423025"/>
            <a:ext cx="20383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">
                <a:latin typeface="Times New Roman"/>
                <a:cs typeface="Times New Roman"/>
              </a:rPr>
              <a:t>4</a:t>
            </a:r>
            <a:r>
              <a:rPr dirty="0" sz="1400">
                <a:latin typeface="Times New Roman"/>
                <a:cs typeface="Times New Roman"/>
              </a:rPr>
              <a:t>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6904" y="995718"/>
            <a:ext cx="7584440" cy="1780539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95"/>
              </a:spcBef>
            </a:pPr>
            <a:r>
              <a:rPr dirty="0" spc="-5">
                <a:latin typeface="Times New Roman"/>
                <a:cs typeface="Times New Roman"/>
              </a:rPr>
              <a:t>TCP/IP </a:t>
            </a:r>
            <a:r>
              <a:rPr dirty="0"/>
              <a:t>协 议 族 </a:t>
            </a:r>
            <a:r>
              <a:rPr dirty="0" spc="-10"/>
              <a:t>（</a:t>
            </a:r>
            <a:r>
              <a:rPr dirty="0" spc="-10">
                <a:latin typeface="Times New Roman"/>
                <a:cs typeface="Times New Roman"/>
              </a:rPr>
              <a:t>Transmission </a:t>
            </a:r>
            <a:r>
              <a:rPr dirty="0" spc="-5">
                <a:latin typeface="Times New Roman"/>
                <a:cs typeface="Times New Roman"/>
              </a:rPr>
              <a:t>Control Protocol/Internet  Protocol</a:t>
            </a:r>
            <a:r>
              <a:rPr dirty="0" spc="-20">
                <a:latin typeface="Times New Roman"/>
                <a:cs typeface="Times New Roman"/>
              </a:rPr>
              <a:t> </a:t>
            </a:r>
            <a:r>
              <a:rPr dirty="0" spc="-5">
                <a:latin typeface="Times New Roman"/>
                <a:cs typeface="Times New Roman"/>
              </a:rPr>
              <a:t>Suite</a:t>
            </a:r>
            <a:r>
              <a:rPr dirty="0" spc="-5"/>
              <a:t>）</a:t>
            </a:r>
            <a:r>
              <a:rPr dirty="0"/>
              <a:t>是一个在</a:t>
            </a:r>
            <a:r>
              <a:rPr dirty="0" spc="-5">
                <a:latin typeface="Times New Roman"/>
                <a:cs typeface="Times New Roman"/>
              </a:rPr>
              <a:t>Internet</a:t>
            </a:r>
            <a:r>
              <a:rPr dirty="0"/>
              <a:t>使用的协议系列</a:t>
            </a:r>
            <a:r>
              <a:rPr dirty="0" spc="-5"/>
              <a:t>，</a:t>
            </a:r>
            <a:r>
              <a:rPr dirty="0" spc="-5">
                <a:latin typeface="Times New Roman"/>
                <a:cs typeface="Times New Roman"/>
              </a:rPr>
              <a:t>TCP/IP  </a:t>
            </a:r>
            <a:r>
              <a:rPr dirty="0"/>
              <a:t>协议族包含了大量由</a:t>
            </a:r>
            <a:r>
              <a:rPr dirty="0" spc="-5">
                <a:latin typeface="Times New Roman"/>
                <a:cs typeface="Times New Roman"/>
              </a:rPr>
              <a:t>Internet</a:t>
            </a:r>
            <a:r>
              <a:rPr dirty="0"/>
              <a:t>体系结构委员会</a:t>
            </a:r>
            <a:r>
              <a:rPr dirty="0" spc="-5"/>
              <a:t>（</a:t>
            </a:r>
            <a:r>
              <a:rPr dirty="0" spc="-5">
                <a:latin typeface="Times New Roman"/>
                <a:cs typeface="Times New Roman"/>
              </a:rPr>
              <a:t>Internet  Architecture</a:t>
            </a:r>
            <a:r>
              <a:rPr dirty="0" spc="-10">
                <a:latin typeface="Times New Roman"/>
                <a:cs typeface="Times New Roman"/>
              </a:rPr>
              <a:t> </a:t>
            </a:r>
            <a:r>
              <a:rPr dirty="0" spc="-5">
                <a:latin typeface="Times New Roman"/>
                <a:cs typeface="Times New Roman"/>
              </a:rPr>
              <a:t>Board, IAB</a:t>
            </a:r>
            <a:r>
              <a:rPr dirty="0" spc="-5"/>
              <a:t>）</a:t>
            </a:r>
            <a:r>
              <a:rPr dirty="0"/>
              <a:t>作为</a:t>
            </a:r>
            <a:r>
              <a:rPr dirty="0" spc="-5">
                <a:latin typeface="Times New Roman"/>
                <a:cs typeface="Times New Roman"/>
              </a:rPr>
              <a:t>Internet</a:t>
            </a:r>
            <a:r>
              <a:rPr dirty="0"/>
              <a:t>标准发布的协议。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1812" y="1386839"/>
            <a:ext cx="6858634" cy="5387975"/>
            <a:chOff x="781812" y="1386839"/>
            <a:chExt cx="6858634" cy="5387975"/>
          </a:xfrm>
        </p:grpSpPr>
        <p:sp>
          <p:nvSpPr>
            <p:cNvPr id="3" name="object 3"/>
            <p:cNvSpPr/>
            <p:nvPr/>
          </p:nvSpPr>
          <p:spPr>
            <a:xfrm>
              <a:off x="781812" y="1386839"/>
              <a:ext cx="5430012" cy="401574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2930651" y="5181599"/>
              <a:ext cx="3792220" cy="1588135"/>
            </a:xfrm>
            <a:custGeom>
              <a:avLst/>
              <a:gdLst/>
              <a:ahLst/>
              <a:cxnLst/>
              <a:rect l="l" t="t" r="r" b="b"/>
              <a:pathLst>
                <a:path w="3792220" h="1588134">
                  <a:moveTo>
                    <a:pt x="3791712" y="1588007"/>
                  </a:moveTo>
                  <a:lnTo>
                    <a:pt x="0" y="1588007"/>
                  </a:lnTo>
                  <a:lnTo>
                    <a:pt x="0" y="874776"/>
                  </a:lnTo>
                  <a:lnTo>
                    <a:pt x="632460" y="874776"/>
                  </a:lnTo>
                  <a:lnTo>
                    <a:pt x="24384" y="0"/>
                  </a:lnTo>
                  <a:lnTo>
                    <a:pt x="1580388" y="874776"/>
                  </a:lnTo>
                  <a:lnTo>
                    <a:pt x="3791712" y="874776"/>
                  </a:lnTo>
                  <a:lnTo>
                    <a:pt x="3791712" y="1588007"/>
                  </a:lnTo>
                  <a:close/>
                </a:path>
              </a:pathLst>
            </a:custGeom>
            <a:solidFill>
              <a:srgbClr val="EDF8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926626" y="5166956"/>
              <a:ext cx="3800475" cy="1607820"/>
            </a:xfrm>
            <a:custGeom>
              <a:avLst/>
              <a:gdLst/>
              <a:ahLst/>
              <a:cxnLst/>
              <a:rect l="l" t="t" r="r" b="b"/>
              <a:pathLst>
                <a:path w="3800475" h="1607820">
                  <a:moveTo>
                    <a:pt x="632599" y="892009"/>
                  </a:moveTo>
                  <a:lnTo>
                    <a:pt x="13119" y="0"/>
                  </a:lnTo>
                  <a:lnTo>
                    <a:pt x="33752" y="11607"/>
                  </a:lnTo>
                  <a:lnTo>
                    <a:pt x="32778" y="11607"/>
                  </a:lnTo>
                  <a:lnTo>
                    <a:pt x="26530" y="18465"/>
                  </a:lnTo>
                  <a:lnTo>
                    <a:pt x="44602" y="28632"/>
                  </a:lnTo>
                  <a:lnTo>
                    <a:pt x="639002" y="884529"/>
                  </a:lnTo>
                  <a:lnTo>
                    <a:pt x="636511" y="884529"/>
                  </a:lnTo>
                  <a:lnTo>
                    <a:pt x="632599" y="892009"/>
                  </a:lnTo>
                  <a:close/>
                </a:path>
                <a:path w="3800475" h="1607820">
                  <a:moveTo>
                    <a:pt x="44602" y="28632"/>
                  </a:moveTo>
                  <a:lnTo>
                    <a:pt x="26530" y="18465"/>
                  </a:lnTo>
                  <a:lnTo>
                    <a:pt x="32778" y="11607"/>
                  </a:lnTo>
                  <a:lnTo>
                    <a:pt x="44602" y="28632"/>
                  </a:lnTo>
                  <a:close/>
                </a:path>
                <a:path w="3800475" h="1607820">
                  <a:moveTo>
                    <a:pt x="3790543" y="894054"/>
                  </a:moveTo>
                  <a:lnTo>
                    <a:pt x="1582902" y="894054"/>
                  </a:lnTo>
                  <a:lnTo>
                    <a:pt x="44602" y="28632"/>
                  </a:lnTo>
                  <a:lnTo>
                    <a:pt x="32778" y="11607"/>
                  </a:lnTo>
                  <a:lnTo>
                    <a:pt x="33752" y="11607"/>
                  </a:lnTo>
                  <a:lnTo>
                    <a:pt x="1585400" y="884529"/>
                  </a:lnTo>
                  <a:lnTo>
                    <a:pt x="1584147" y="884529"/>
                  </a:lnTo>
                  <a:lnTo>
                    <a:pt x="1586483" y="885139"/>
                  </a:lnTo>
                  <a:lnTo>
                    <a:pt x="3800068" y="885139"/>
                  </a:lnTo>
                  <a:lnTo>
                    <a:pt x="3800068" y="889292"/>
                  </a:lnTo>
                  <a:lnTo>
                    <a:pt x="3790543" y="889292"/>
                  </a:lnTo>
                  <a:lnTo>
                    <a:pt x="3790543" y="894054"/>
                  </a:lnTo>
                  <a:close/>
                </a:path>
                <a:path w="3800475" h="1607820">
                  <a:moveTo>
                    <a:pt x="3800068" y="1607413"/>
                  </a:moveTo>
                  <a:lnTo>
                    <a:pt x="0" y="1607413"/>
                  </a:lnTo>
                  <a:lnTo>
                    <a:pt x="0" y="884529"/>
                  </a:lnTo>
                  <a:lnTo>
                    <a:pt x="627404" y="884529"/>
                  </a:lnTo>
                  <a:lnTo>
                    <a:pt x="630712" y="889292"/>
                  </a:lnTo>
                  <a:lnTo>
                    <a:pt x="9525" y="889292"/>
                  </a:lnTo>
                  <a:lnTo>
                    <a:pt x="4762" y="894054"/>
                  </a:lnTo>
                  <a:lnTo>
                    <a:pt x="9525" y="894054"/>
                  </a:lnTo>
                  <a:lnTo>
                    <a:pt x="9525" y="1597888"/>
                  </a:lnTo>
                  <a:lnTo>
                    <a:pt x="4762" y="1597888"/>
                  </a:lnTo>
                  <a:lnTo>
                    <a:pt x="9525" y="1602651"/>
                  </a:lnTo>
                  <a:lnTo>
                    <a:pt x="3800068" y="1602651"/>
                  </a:lnTo>
                  <a:lnTo>
                    <a:pt x="3800068" y="1607413"/>
                  </a:lnTo>
                  <a:close/>
                </a:path>
                <a:path w="3800475" h="1607820">
                  <a:moveTo>
                    <a:pt x="644197" y="892009"/>
                  </a:moveTo>
                  <a:lnTo>
                    <a:pt x="632599" y="892009"/>
                  </a:lnTo>
                  <a:lnTo>
                    <a:pt x="636511" y="884529"/>
                  </a:lnTo>
                  <a:lnTo>
                    <a:pt x="639002" y="884529"/>
                  </a:lnTo>
                  <a:lnTo>
                    <a:pt x="644197" y="892009"/>
                  </a:lnTo>
                  <a:close/>
                </a:path>
                <a:path w="3800475" h="1607820">
                  <a:moveTo>
                    <a:pt x="1586483" y="885139"/>
                  </a:moveTo>
                  <a:lnTo>
                    <a:pt x="1584147" y="884529"/>
                  </a:lnTo>
                  <a:lnTo>
                    <a:pt x="1585400" y="884529"/>
                  </a:lnTo>
                  <a:lnTo>
                    <a:pt x="1586483" y="885139"/>
                  </a:lnTo>
                  <a:close/>
                </a:path>
                <a:path w="3800475" h="1607820">
                  <a:moveTo>
                    <a:pt x="3800068" y="885139"/>
                  </a:moveTo>
                  <a:lnTo>
                    <a:pt x="1586483" y="885139"/>
                  </a:lnTo>
                  <a:lnTo>
                    <a:pt x="1585400" y="884529"/>
                  </a:lnTo>
                  <a:lnTo>
                    <a:pt x="3800068" y="884529"/>
                  </a:lnTo>
                  <a:lnTo>
                    <a:pt x="3800068" y="885139"/>
                  </a:lnTo>
                  <a:close/>
                </a:path>
                <a:path w="3800475" h="1607820">
                  <a:moveTo>
                    <a:pt x="9525" y="894054"/>
                  </a:moveTo>
                  <a:lnTo>
                    <a:pt x="4762" y="894054"/>
                  </a:lnTo>
                  <a:lnTo>
                    <a:pt x="9525" y="889292"/>
                  </a:lnTo>
                  <a:lnTo>
                    <a:pt x="9525" y="894054"/>
                  </a:lnTo>
                  <a:close/>
                </a:path>
                <a:path w="3800475" h="1607820">
                  <a:moveTo>
                    <a:pt x="645617" y="894054"/>
                  </a:moveTo>
                  <a:lnTo>
                    <a:pt x="9525" y="894054"/>
                  </a:lnTo>
                  <a:lnTo>
                    <a:pt x="9525" y="889292"/>
                  </a:lnTo>
                  <a:lnTo>
                    <a:pt x="630712" y="889292"/>
                  </a:lnTo>
                  <a:lnTo>
                    <a:pt x="632599" y="892009"/>
                  </a:lnTo>
                  <a:lnTo>
                    <a:pt x="644197" y="892009"/>
                  </a:lnTo>
                  <a:lnTo>
                    <a:pt x="645617" y="894054"/>
                  </a:lnTo>
                  <a:close/>
                </a:path>
                <a:path w="3800475" h="1607820">
                  <a:moveTo>
                    <a:pt x="3790543" y="1602651"/>
                  </a:moveTo>
                  <a:lnTo>
                    <a:pt x="3790543" y="889292"/>
                  </a:lnTo>
                  <a:lnTo>
                    <a:pt x="3795306" y="894054"/>
                  </a:lnTo>
                  <a:lnTo>
                    <a:pt x="3800068" y="894054"/>
                  </a:lnTo>
                  <a:lnTo>
                    <a:pt x="3800068" y="1597888"/>
                  </a:lnTo>
                  <a:lnTo>
                    <a:pt x="3795306" y="1597888"/>
                  </a:lnTo>
                  <a:lnTo>
                    <a:pt x="3790543" y="1602651"/>
                  </a:lnTo>
                  <a:close/>
                </a:path>
                <a:path w="3800475" h="1607820">
                  <a:moveTo>
                    <a:pt x="3800068" y="894054"/>
                  </a:moveTo>
                  <a:lnTo>
                    <a:pt x="3795306" y="894054"/>
                  </a:lnTo>
                  <a:lnTo>
                    <a:pt x="3790543" y="889292"/>
                  </a:lnTo>
                  <a:lnTo>
                    <a:pt x="3800068" y="889292"/>
                  </a:lnTo>
                  <a:lnTo>
                    <a:pt x="3800068" y="894054"/>
                  </a:lnTo>
                  <a:close/>
                </a:path>
                <a:path w="3800475" h="1607820">
                  <a:moveTo>
                    <a:pt x="9525" y="1602651"/>
                  </a:moveTo>
                  <a:lnTo>
                    <a:pt x="4762" y="1597888"/>
                  </a:lnTo>
                  <a:lnTo>
                    <a:pt x="9525" y="1597888"/>
                  </a:lnTo>
                  <a:lnTo>
                    <a:pt x="9525" y="1602651"/>
                  </a:lnTo>
                  <a:close/>
                </a:path>
                <a:path w="3800475" h="1607820">
                  <a:moveTo>
                    <a:pt x="3790543" y="1602651"/>
                  </a:moveTo>
                  <a:lnTo>
                    <a:pt x="9525" y="1602651"/>
                  </a:lnTo>
                  <a:lnTo>
                    <a:pt x="9525" y="1597888"/>
                  </a:lnTo>
                  <a:lnTo>
                    <a:pt x="3790543" y="1597888"/>
                  </a:lnTo>
                  <a:lnTo>
                    <a:pt x="3790543" y="1602651"/>
                  </a:lnTo>
                  <a:close/>
                </a:path>
                <a:path w="3800475" h="1607820">
                  <a:moveTo>
                    <a:pt x="3800068" y="1602651"/>
                  </a:moveTo>
                  <a:lnTo>
                    <a:pt x="3790543" y="1602651"/>
                  </a:lnTo>
                  <a:lnTo>
                    <a:pt x="3795306" y="1597888"/>
                  </a:lnTo>
                  <a:lnTo>
                    <a:pt x="3800068" y="1597888"/>
                  </a:lnTo>
                  <a:lnTo>
                    <a:pt x="3800068" y="16026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363468" y="4466844"/>
              <a:ext cx="4272280" cy="1515110"/>
            </a:xfrm>
            <a:custGeom>
              <a:avLst/>
              <a:gdLst/>
              <a:ahLst/>
              <a:cxnLst/>
              <a:rect l="l" t="t" r="r" b="b"/>
              <a:pathLst>
                <a:path w="4272280" h="1515110">
                  <a:moveTo>
                    <a:pt x="4271772" y="1514855"/>
                  </a:moveTo>
                  <a:lnTo>
                    <a:pt x="1176528" y="1514855"/>
                  </a:lnTo>
                  <a:lnTo>
                    <a:pt x="1176528" y="795527"/>
                  </a:lnTo>
                  <a:lnTo>
                    <a:pt x="1691640" y="795527"/>
                  </a:lnTo>
                  <a:lnTo>
                    <a:pt x="0" y="0"/>
                  </a:lnTo>
                  <a:lnTo>
                    <a:pt x="2465832" y="795527"/>
                  </a:lnTo>
                  <a:lnTo>
                    <a:pt x="4271772" y="795527"/>
                  </a:lnTo>
                  <a:lnTo>
                    <a:pt x="4271772" y="1514855"/>
                  </a:lnTo>
                  <a:close/>
                </a:path>
              </a:pathLst>
            </a:custGeom>
            <a:solidFill>
              <a:srgbClr val="EDF8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326701" y="4450841"/>
              <a:ext cx="4313555" cy="1536065"/>
            </a:xfrm>
            <a:custGeom>
              <a:avLst/>
              <a:gdLst/>
              <a:ahLst/>
              <a:cxnLst/>
              <a:rect l="l" t="t" r="r" b="b"/>
              <a:pathLst>
                <a:path w="4313555" h="1536064">
                  <a:moveTo>
                    <a:pt x="1726831" y="815936"/>
                  </a:moveTo>
                  <a:lnTo>
                    <a:pt x="0" y="4356"/>
                  </a:lnTo>
                  <a:lnTo>
                    <a:pt x="1727" y="0"/>
                  </a:lnTo>
                  <a:lnTo>
                    <a:pt x="38467" y="11849"/>
                  </a:lnTo>
                  <a:lnTo>
                    <a:pt x="38328" y="11849"/>
                  </a:lnTo>
                  <a:lnTo>
                    <a:pt x="34848" y="20688"/>
                  </a:lnTo>
                  <a:lnTo>
                    <a:pt x="105881" y="43597"/>
                  </a:lnTo>
                  <a:lnTo>
                    <a:pt x="1729920" y="806856"/>
                  </a:lnTo>
                  <a:lnTo>
                    <a:pt x="1728863" y="806856"/>
                  </a:lnTo>
                  <a:lnTo>
                    <a:pt x="1726831" y="815936"/>
                  </a:lnTo>
                  <a:close/>
                </a:path>
                <a:path w="4313555" h="1536064">
                  <a:moveTo>
                    <a:pt x="105881" y="43597"/>
                  </a:moveTo>
                  <a:lnTo>
                    <a:pt x="34848" y="20688"/>
                  </a:lnTo>
                  <a:lnTo>
                    <a:pt x="38328" y="11849"/>
                  </a:lnTo>
                  <a:lnTo>
                    <a:pt x="105881" y="43597"/>
                  </a:lnTo>
                  <a:close/>
                </a:path>
                <a:path w="4313555" h="1536064">
                  <a:moveTo>
                    <a:pt x="4303788" y="816381"/>
                  </a:moveTo>
                  <a:lnTo>
                    <a:pt x="2502014" y="816381"/>
                  </a:lnTo>
                  <a:lnTo>
                    <a:pt x="105881" y="43597"/>
                  </a:lnTo>
                  <a:lnTo>
                    <a:pt x="38328" y="11849"/>
                  </a:lnTo>
                  <a:lnTo>
                    <a:pt x="38467" y="11849"/>
                  </a:lnTo>
                  <a:lnTo>
                    <a:pt x="2503515" y="806856"/>
                  </a:lnTo>
                  <a:lnTo>
                    <a:pt x="2502763" y="806856"/>
                  </a:lnTo>
                  <a:lnTo>
                    <a:pt x="2504224" y="807085"/>
                  </a:lnTo>
                  <a:lnTo>
                    <a:pt x="4313313" y="807085"/>
                  </a:lnTo>
                  <a:lnTo>
                    <a:pt x="4313313" y="811618"/>
                  </a:lnTo>
                  <a:lnTo>
                    <a:pt x="4303788" y="811618"/>
                  </a:lnTo>
                  <a:lnTo>
                    <a:pt x="4303788" y="816381"/>
                  </a:lnTo>
                  <a:close/>
                </a:path>
                <a:path w="4313555" h="1536064">
                  <a:moveTo>
                    <a:pt x="4313313" y="1535518"/>
                  </a:moveTo>
                  <a:lnTo>
                    <a:pt x="1208163" y="1535518"/>
                  </a:lnTo>
                  <a:lnTo>
                    <a:pt x="1208163" y="806856"/>
                  </a:lnTo>
                  <a:lnTo>
                    <a:pt x="1707510" y="806856"/>
                  </a:lnTo>
                  <a:lnTo>
                    <a:pt x="1717644" y="811618"/>
                  </a:lnTo>
                  <a:lnTo>
                    <a:pt x="1217688" y="811618"/>
                  </a:lnTo>
                  <a:lnTo>
                    <a:pt x="1212926" y="816381"/>
                  </a:lnTo>
                  <a:lnTo>
                    <a:pt x="1217688" y="816381"/>
                  </a:lnTo>
                  <a:lnTo>
                    <a:pt x="1217688" y="1525993"/>
                  </a:lnTo>
                  <a:lnTo>
                    <a:pt x="1212926" y="1525993"/>
                  </a:lnTo>
                  <a:lnTo>
                    <a:pt x="1217688" y="1530756"/>
                  </a:lnTo>
                  <a:lnTo>
                    <a:pt x="4313313" y="1530756"/>
                  </a:lnTo>
                  <a:lnTo>
                    <a:pt x="4313313" y="1535518"/>
                  </a:lnTo>
                  <a:close/>
                </a:path>
                <a:path w="4313555" h="1536064">
                  <a:moveTo>
                    <a:pt x="1749241" y="815936"/>
                  </a:moveTo>
                  <a:lnTo>
                    <a:pt x="1726831" y="815936"/>
                  </a:lnTo>
                  <a:lnTo>
                    <a:pt x="1728863" y="806856"/>
                  </a:lnTo>
                  <a:lnTo>
                    <a:pt x="1729920" y="806856"/>
                  </a:lnTo>
                  <a:lnTo>
                    <a:pt x="1749241" y="815936"/>
                  </a:lnTo>
                  <a:close/>
                </a:path>
                <a:path w="4313555" h="1536064">
                  <a:moveTo>
                    <a:pt x="2504224" y="807085"/>
                  </a:moveTo>
                  <a:lnTo>
                    <a:pt x="2502763" y="806856"/>
                  </a:lnTo>
                  <a:lnTo>
                    <a:pt x="2503515" y="806856"/>
                  </a:lnTo>
                  <a:lnTo>
                    <a:pt x="2504224" y="807085"/>
                  </a:lnTo>
                  <a:close/>
                </a:path>
                <a:path w="4313555" h="1536064">
                  <a:moveTo>
                    <a:pt x="4313313" y="807085"/>
                  </a:moveTo>
                  <a:lnTo>
                    <a:pt x="2504224" y="807085"/>
                  </a:lnTo>
                  <a:lnTo>
                    <a:pt x="2503515" y="806856"/>
                  </a:lnTo>
                  <a:lnTo>
                    <a:pt x="4313313" y="806856"/>
                  </a:lnTo>
                  <a:lnTo>
                    <a:pt x="4313313" y="807085"/>
                  </a:lnTo>
                  <a:close/>
                </a:path>
                <a:path w="4313555" h="1536064">
                  <a:moveTo>
                    <a:pt x="1217688" y="816381"/>
                  </a:moveTo>
                  <a:lnTo>
                    <a:pt x="1212926" y="816381"/>
                  </a:lnTo>
                  <a:lnTo>
                    <a:pt x="1217688" y="811618"/>
                  </a:lnTo>
                  <a:lnTo>
                    <a:pt x="1217688" y="816381"/>
                  </a:lnTo>
                  <a:close/>
                </a:path>
                <a:path w="4313555" h="1536064">
                  <a:moveTo>
                    <a:pt x="1750187" y="816381"/>
                  </a:moveTo>
                  <a:lnTo>
                    <a:pt x="1217688" y="816381"/>
                  </a:lnTo>
                  <a:lnTo>
                    <a:pt x="1217688" y="811618"/>
                  </a:lnTo>
                  <a:lnTo>
                    <a:pt x="1717644" y="811618"/>
                  </a:lnTo>
                  <a:lnTo>
                    <a:pt x="1726831" y="815936"/>
                  </a:lnTo>
                  <a:lnTo>
                    <a:pt x="1749241" y="815936"/>
                  </a:lnTo>
                  <a:lnTo>
                    <a:pt x="1750187" y="816381"/>
                  </a:lnTo>
                  <a:close/>
                </a:path>
                <a:path w="4313555" h="1536064">
                  <a:moveTo>
                    <a:pt x="4303788" y="1530756"/>
                  </a:moveTo>
                  <a:lnTo>
                    <a:pt x="4303788" y="811618"/>
                  </a:lnTo>
                  <a:lnTo>
                    <a:pt x="4308551" y="816381"/>
                  </a:lnTo>
                  <a:lnTo>
                    <a:pt x="4313313" y="816381"/>
                  </a:lnTo>
                  <a:lnTo>
                    <a:pt x="4313313" y="1525993"/>
                  </a:lnTo>
                  <a:lnTo>
                    <a:pt x="4308551" y="1525993"/>
                  </a:lnTo>
                  <a:lnTo>
                    <a:pt x="4303788" y="1530756"/>
                  </a:lnTo>
                  <a:close/>
                </a:path>
                <a:path w="4313555" h="1536064">
                  <a:moveTo>
                    <a:pt x="4313313" y="816381"/>
                  </a:moveTo>
                  <a:lnTo>
                    <a:pt x="4308551" y="816381"/>
                  </a:lnTo>
                  <a:lnTo>
                    <a:pt x="4303788" y="811618"/>
                  </a:lnTo>
                  <a:lnTo>
                    <a:pt x="4313313" y="811618"/>
                  </a:lnTo>
                  <a:lnTo>
                    <a:pt x="4313313" y="816381"/>
                  </a:lnTo>
                  <a:close/>
                </a:path>
                <a:path w="4313555" h="1536064">
                  <a:moveTo>
                    <a:pt x="1217688" y="1530756"/>
                  </a:moveTo>
                  <a:lnTo>
                    <a:pt x="1212926" y="1525993"/>
                  </a:lnTo>
                  <a:lnTo>
                    <a:pt x="1217688" y="1525993"/>
                  </a:lnTo>
                  <a:lnTo>
                    <a:pt x="1217688" y="1530756"/>
                  </a:lnTo>
                  <a:close/>
                </a:path>
                <a:path w="4313555" h="1536064">
                  <a:moveTo>
                    <a:pt x="4303788" y="1530756"/>
                  </a:moveTo>
                  <a:lnTo>
                    <a:pt x="1217688" y="1530756"/>
                  </a:lnTo>
                  <a:lnTo>
                    <a:pt x="1217688" y="1525993"/>
                  </a:lnTo>
                  <a:lnTo>
                    <a:pt x="4303788" y="1525993"/>
                  </a:lnTo>
                  <a:lnTo>
                    <a:pt x="4303788" y="1530756"/>
                  </a:lnTo>
                  <a:close/>
                </a:path>
                <a:path w="4313555" h="1536064">
                  <a:moveTo>
                    <a:pt x="4313313" y="1530756"/>
                  </a:moveTo>
                  <a:lnTo>
                    <a:pt x="4303788" y="1530756"/>
                  </a:lnTo>
                  <a:lnTo>
                    <a:pt x="4308551" y="1525993"/>
                  </a:lnTo>
                  <a:lnTo>
                    <a:pt x="4313313" y="1525993"/>
                  </a:lnTo>
                  <a:lnTo>
                    <a:pt x="4313313" y="15307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3010128" y="5278335"/>
            <a:ext cx="4377055" cy="13684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2052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UKIJ CJK"/>
                <a:cs typeface="UKIJ CJK"/>
              </a:rPr>
              <a:t>互连网层：提供无连接的分 组交换功能</a:t>
            </a:r>
            <a:endParaRPr sz="1800">
              <a:latin typeface="UKIJ CJK"/>
              <a:cs typeface="UKIJ CJK"/>
            </a:endParaRPr>
          </a:p>
          <a:p>
            <a:pPr marL="12700" marR="927100">
              <a:lnSpc>
                <a:spcPct val="100000"/>
              </a:lnSpc>
              <a:spcBef>
                <a:spcPts val="1930"/>
              </a:spcBef>
            </a:pPr>
            <a:r>
              <a:rPr dirty="0" sz="1800">
                <a:latin typeface="UKIJ CJK"/>
                <a:cs typeface="UKIJ CJK"/>
              </a:rPr>
              <a:t>主机至网络层（或网络接口层）， 在</a:t>
            </a:r>
            <a:r>
              <a:rPr dirty="0" sz="1800" spc="160">
                <a:latin typeface="UKIJ CJK"/>
                <a:cs typeface="UKIJ CJK"/>
              </a:rPr>
              <a:t>TCP/IP</a:t>
            </a:r>
            <a:r>
              <a:rPr dirty="0" sz="1800">
                <a:latin typeface="UKIJ CJK"/>
                <a:cs typeface="UKIJ CJK"/>
              </a:rPr>
              <a:t>模型中很少提及。</a:t>
            </a:r>
            <a:endParaRPr sz="1800">
              <a:latin typeface="UKIJ CJK"/>
              <a:cs typeface="UKIJ CJK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273374" y="527088"/>
            <a:ext cx="5204460" cy="3340100"/>
            <a:chOff x="3273374" y="527088"/>
            <a:chExt cx="5204460" cy="3340100"/>
          </a:xfrm>
        </p:grpSpPr>
        <p:sp>
          <p:nvSpPr>
            <p:cNvPr id="10" name="object 10"/>
            <p:cNvSpPr/>
            <p:nvPr/>
          </p:nvSpPr>
          <p:spPr>
            <a:xfrm>
              <a:off x="3311652" y="1386839"/>
              <a:ext cx="5161915" cy="2475230"/>
            </a:xfrm>
            <a:custGeom>
              <a:avLst/>
              <a:gdLst/>
              <a:ahLst/>
              <a:cxnLst/>
              <a:rect l="l" t="t" r="r" b="b"/>
              <a:pathLst>
                <a:path w="5161915" h="2475229">
                  <a:moveTo>
                    <a:pt x="5161788" y="2474976"/>
                  </a:moveTo>
                  <a:lnTo>
                    <a:pt x="3573779" y="2474976"/>
                  </a:lnTo>
                  <a:lnTo>
                    <a:pt x="3573779" y="2061972"/>
                  </a:lnTo>
                  <a:lnTo>
                    <a:pt x="0" y="2392680"/>
                  </a:lnTo>
                  <a:lnTo>
                    <a:pt x="3573779" y="1444752"/>
                  </a:lnTo>
                  <a:lnTo>
                    <a:pt x="3573779" y="0"/>
                  </a:lnTo>
                  <a:lnTo>
                    <a:pt x="5161788" y="0"/>
                  </a:lnTo>
                  <a:lnTo>
                    <a:pt x="5161788" y="2474976"/>
                  </a:lnTo>
                  <a:close/>
                </a:path>
              </a:pathLst>
            </a:custGeom>
            <a:solidFill>
              <a:srgbClr val="EDF8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273374" y="1382623"/>
              <a:ext cx="5204460" cy="2484120"/>
            </a:xfrm>
            <a:custGeom>
              <a:avLst/>
              <a:gdLst/>
              <a:ahLst/>
              <a:cxnLst/>
              <a:rect l="l" t="t" r="r" b="b"/>
              <a:pathLst>
                <a:path w="5204459" h="2484120">
                  <a:moveTo>
                    <a:pt x="3607854" y="1444561"/>
                  </a:moveTo>
                  <a:lnTo>
                    <a:pt x="3607854" y="0"/>
                  </a:lnTo>
                  <a:lnTo>
                    <a:pt x="5204180" y="0"/>
                  </a:lnTo>
                  <a:lnTo>
                    <a:pt x="5204180" y="4762"/>
                  </a:lnTo>
                  <a:lnTo>
                    <a:pt x="3617379" y="4762"/>
                  </a:lnTo>
                  <a:lnTo>
                    <a:pt x="3612616" y="9525"/>
                  </a:lnTo>
                  <a:lnTo>
                    <a:pt x="3617379" y="9525"/>
                  </a:lnTo>
                  <a:lnTo>
                    <a:pt x="3617379" y="1443621"/>
                  </a:lnTo>
                  <a:lnTo>
                    <a:pt x="3611397" y="1443621"/>
                  </a:lnTo>
                  <a:lnTo>
                    <a:pt x="3607854" y="1444561"/>
                  </a:lnTo>
                  <a:close/>
                </a:path>
                <a:path w="5204459" h="2484120">
                  <a:moveTo>
                    <a:pt x="3617379" y="9525"/>
                  </a:moveTo>
                  <a:lnTo>
                    <a:pt x="3612616" y="9525"/>
                  </a:lnTo>
                  <a:lnTo>
                    <a:pt x="3617379" y="4762"/>
                  </a:lnTo>
                  <a:lnTo>
                    <a:pt x="3617379" y="9525"/>
                  </a:lnTo>
                  <a:close/>
                </a:path>
                <a:path w="5204459" h="2484120">
                  <a:moveTo>
                    <a:pt x="5194655" y="9525"/>
                  </a:moveTo>
                  <a:lnTo>
                    <a:pt x="3617379" y="9525"/>
                  </a:lnTo>
                  <a:lnTo>
                    <a:pt x="3617379" y="4762"/>
                  </a:lnTo>
                  <a:lnTo>
                    <a:pt x="5194655" y="4762"/>
                  </a:lnTo>
                  <a:lnTo>
                    <a:pt x="5194655" y="9525"/>
                  </a:lnTo>
                  <a:close/>
                </a:path>
                <a:path w="5204459" h="2484120">
                  <a:moveTo>
                    <a:pt x="5194655" y="2479268"/>
                  </a:moveTo>
                  <a:lnTo>
                    <a:pt x="5194655" y="4762"/>
                  </a:lnTo>
                  <a:lnTo>
                    <a:pt x="5199418" y="9525"/>
                  </a:lnTo>
                  <a:lnTo>
                    <a:pt x="5204180" y="9525"/>
                  </a:lnTo>
                  <a:lnTo>
                    <a:pt x="5204180" y="2474506"/>
                  </a:lnTo>
                  <a:lnTo>
                    <a:pt x="5199418" y="2474506"/>
                  </a:lnTo>
                  <a:lnTo>
                    <a:pt x="5194655" y="2479268"/>
                  </a:lnTo>
                  <a:close/>
                </a:path>
                <a:path w="5204459" h="2484120">
                  <a:moveTo>
                    <a:pt x="5204180" y="9525"/>
                  </a:moveTo>
                  <a:lnTo>
                    <a:pt x="5199418" y="9525"/>
                  </a:lnTo>
                  <a:lnTo>
                    <a:pt x="5194655" y="4762"/>
                  </a:lnTo>
                  <a:lnTo>
                    <a:pt x="5204180" y="4762"/>
                  </a:lnTo>
                  <a:lnTo>
                    <a:pt x="5204180" y="9525"/>
                  </a:lnTo>
                  <a:close/>
                </a:path>
                <a:path w="5204459" h="2484120">
                  <a:moveTo>
                    <a:pt x="3607854" y="1448219"/>
                  </a:moveTo>
                  <a:lnTo>
                    <a:pt x="3607854" y="1444561"/>
                  </a:lnTo>
                  <a:lnTo>
                    <a:pt x="3611397" y="1443621"/>
                  </a:lnTo>
                  <a:lnTo>
                    <a:pt x="3607854" y="1448219"/>
                  </a:lnTo>
                  <a:close/>
                </a:path>
                <a:path w="5204459" h="2484120">
                  <a:moveTo>
                    <a:pt x="3617379" y="1448219"/>
                  </a:moveTo>
                  <a:lnTo>
                    <a:pt x="3607854" y="1448219"/>
                  </a:lnTo>
                  <a:lnTo>
                    <a:pt x="3611397" y="1443621"/>
                  </a:lnTo>
                  <a:lnTo>
                    <a:pt x="3617379" y="1443621"/>
                  </a:lnTo>
                  <a:lnTo>
                    <a:pt x="3617379" y="1448219"/>
                  </a:lnTo>
                  <a:close/>
                </a:path>
                <a:path w="5204459" h="2484120">
                  <a:moveTo>
                    <a:pt x="546" y="2404630"/>
                  </a:moveTo>
                  <a:lnTo>
                    <a:pt x="0" y="2401519"/>
                  </a:lnTo>
                  <a:lnTo>
                    <a:pt x="3607854" y="1444561"/>
                  </a:lnTo>
                  <a:lnTo>
                    <a:pt x="3607854" y="1448219"/>
                  </a:lnTo>
                  <a:lnTo>
                    <a:pt x="3617379" y="1448219"/>
                  </a:lnTo>
                  <a:lnTo>
                    <a:pt x="3617379" y="1451889"/>
                  </a:lnTo>
                  <a:lnTo>
                    <a:pt x="93895" y="2386463"/>
                  </a:lnTo>
                  <a:lnTo>
                    <a:pt x="37350" y="2391676"/>
                  </a:lnTo>
                  <a:lnTo>
                    <a:pt x="39001" y="2401023"/>
                  </a:lnTo>
                  <a:lnTo>
                    <a:pt x="39668" y="2401023"/>
                  </a:lnTo>
                  <a:lnTo>
                    <a:pt x="546" y="2404630"/>
                  </a:lnTo>
                  <a:close/>
                </a:path>
                <a:path w="5204459" h="2484120">
                  <a:moveTo>
                    <a:pt x="39668" y="2401023"/>
                  </a:moveTo>
                  <a:lnTo>
                    <a:pt x="39001" y="2401023"/>
                  </a:lnTo>
                  <a:lnTo>
                    <a:pt x="93895" y="2386463"/>
                  </a:lnTo>
                  <a:lnTo>
                    <a:pt x="3617379" y="2061629"/>
                  </a:lnTo>
                  <a:lnTo>
                    <a:pt x="3617379" y="2066848"/>
                  </a:lnTo>
                  <a:lnTo>
                    <a:pt x="3607854" y="2066848"/>
                  </a:lnTo>
                  <a:lnTo>
                    <a:pt x="3607854" y="2072065"/>
                  </a:lnTo>
                  <a:lnTo>
                    <a:pt x="39668" y="2401023"/>
                  </a:lnTo>
                  <a:close/>
                </a:path>
                <a:path w="5204459" h="2484120">
                  <a:moveTo>
                    <a:pt x="3607854" y="2072065"/>
                  </a:moveTo>
                  <a:lnTo>
                    <a:pt x="3607854" y="2066848"/>
                  </a:lnTo>
                  <a:lnTo>
                    <a:pt x="3613061" y="2071585"/>
                  </a:lnTo>
                  <a:lnTo>
                    <a:pt x="3607854" y="2072065"/>
                  </a:lnTo>
                  <a:close/>
                </a:path>
                <a:path w="5204459" h="2484120">
                  <a:moveTo>
                    <a:pt x="5204180" y="2484031"/>
                  </a:moveTo>
                  <a:lnTo>
                    <a:pt x="3607854" y="2484031"/>
                  </a:lnTo>
                  <a:lnTo>
                    <a:pt x="3607854" y="2072065"/>
                  </a:lnTo>
                  <a:lnTo>
                    <a:pt x="3613061" y="2071585"/>
                  </a:lnTo>
                  <a:lnTo>
                    <a:pt x="3607854" y="2066848"/>
                  </a:lnTo>
                  <a:lnTo>
                    <a:pt x="3617379" y="2066848"/>
                  </a:lnTo>
                  <a:lnTo>
                    <a:pt x="3617379" y="2474506"/>
                  </a:lnTo>
                  <a:lnTo>
                    <a:pt x="3612616" y="2474506"/>
                  </a:lnTo>
                  <a:lnTo>
                    <a:pt x="3617379" y="2479268"/>
                  </a:lnTo>
                  <a:lnTo>
                    <a:pt x="5204180" y="2479268"/>
                  </a:lnTo>
                  <a:lnTo>
                    <a:pt x="5204180" y="2484031"/>
                  </a:lnTo>
                  <a:close/>
                </a:path>
                <a:path w="5204459" h="2484120">
                  <a:moveTo>
                    <a:pt x="39001" y="2401023"/>
                  </a:moveTo>
                  <a:lnTo>
                    <a:pt x="37350" y="2391676"/>
                  </a:lnTo>
                  <a:lnTo>
                    <a:pt x="93895" y="2386463"/>
                  </a:lnTo>
                  <a:lnTo>
                    <a:pt x="39001" y="2401023"/>
                  </a:lnTo>
                  <a:close/>
                </a:path>
                <a:path w="5204459" h="2484120">
                  <a:moveTo>
                    <a:pt x="3617379" y="2479268"/>
                  </a:moveTo>
                  <a:lnTo>
                    <a:pt x="3612616" y="2474506"/>
                  </a:lnTo>
                  <a:lnTo>
                    <a:pt x="3617379" y="2474506"/>
                  </a:lnTo>
                  <a:lnTo>
                    <a:pt x="3617379" y="2479268"/>
                  </a:lnTo>
                  <a:close/>
                </a:path>
                <a:path w="5204459" h="2484120">
                  <a:moveTo>
                    <a:pt x="5194655" y="2479268"/>
                  </a:moveTo>
                  <a:lnTo>
                    <a:pt x="3617379" y="2479268"/>
                  </a:lnTo>
                  <a:lnTo>
                    <a:pt x="3617379" y="2474506"/>
                  </a:lnTo>
                  <a:lnTo>
                    <a:pt x="5194655" y="2474506"/>
                  </a:lnTo>
                  <a:lnTo>
                    <a:pt x="5194655" y="2479268"/>
                  </a:lnTo>
                  <a:close/>
                </a:path>
                <a:path w="5204459" h="2484120">
                  <a:moveTo>
                    <a:pt x="5204180" y="2479268"/>
                  </a:moveTo>
                  <a:lnTo>
                    <a:pt x="5194655" y="2479268"/>
                  </a:lnTo>
                  <a:lnTo>
                    <a:pt x="5199418" y="2474506"/>
                  </a:lnTo>
                  <a:lnTo>
                    <a:pt x="5204180" y="2474506"/>
                  </a:lnTo>
                  <a:lnTo>
                    <a:pt x="5204180" y="24792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352800" y="531875"/>
              <a:ext cx="4282440" cy="1649095"/>
            </a:xfrm>
            <a:custGeom>
              <a:avLst/>
              <a:gdLst/>
              <a:ahLst/>
              <a:cxnLst/>
              <a:rect l="l" t="t" r="r" b="b"/>
              <a:pathLst>
                <a:path w="4282440" h="1649095">
                  <a:moveTo>
                    <a:pt x="0" y="1648968"/>
                  </a:moveTo>
                  <a:lnTo>
                    <a:pt x="1702308" y="719328"/>
                  </a:lnTo>
                  <a:lnTo>
                    <a:pt x="1187196" y="719328"/>
                  </a:lnTo>
                  <a:lnTo>
                    <a:pt x="1187196" y="0"/>
                  </a:lnTo>
                  <a:lnTo>
                    <a:pt x="4282440" y="0"/>
                  </a:lnTo>
                  <a:lnTo>
                    <a:pt x="4282440" y="719328"/>
                  </a:lnTo>
                  <a:lnTo>
                    <a:pt x="2476500" y="719328"/>
                  </a:lnTo>
                  <a:lnTo>
                    <a:pt x="0" y="1648968"/>
                  </a:lnTo>
                  <a:close/>
                </a:path>
              </a:pathLst>
            </a:custGeom>
            <a:solidFill>
              <a:srgbClr val="EDF8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317659" y="527088"/>
              <a:ext cx="4322445" cy="1671955"/>
            </a:xfrm>
            <a:custGeom>
              <a:avLst/>
              <a:gdLst/>
              <a:ahLst/>
              <a:cxnLst/>
              <a:rect l="l" t="t" r="r" b="b"/>
              <a:pathLst>
                <a:path w="4322445" h="1671955">
                  <a:moveTo>
                    <a:pt x="1719227" y="728662"/>
                  </a:moveTo>
                  <a:lnTo>
                    <a:pt x="1217206" y="728662"/>
                  </a:lnTo>
                  <a:lnTo>
                    <a:pt x="1217206" y="0"/>
                  </a:lnTo>
                  <a:lnTo>
                    <a:pt x="4322356" y="0"/>
                  </a:lnTo>
                  <a:lnTo>
                    <a:pt x="4322356" y="4762"/>
                  </a:lnTo>
                  <a:lnTo>
                    <a:pt x="1226731" y="4762"/>
                  </a:lnTo>
                  <a:lnTo>
                    <a:pt x="1221968" y="9525"/>
                  </a:lnTo>
                  <a:lnTo>
                    <a:pt x="1226731" y="9525"/>
                  </a:lnTo>
                  <a:lnTo>
                    <a:pt x="1226731" y="719137"/>
                  </a:lnTo>
                  <a:lnTo>
                    <a:pt x="1221968" y="719137"/>
                  </a:lnTo>
                  <a:lnTo>
                    <a:pt x="1226731" y="723900"/>
                  </a:lnTo>
                  <a:lnTo>
                    <a:pt x="1727946" y="723900"/>
                  </a:lnTo>
                  <a:lnTo>
                    <a:pt x="1719227" y="728662"/>
                  </a:lnTo>
                  <a:close/>
                </a:path>
                <a:path w="4322445" h="1671955">
                  <a:moveTo>
                    <a:pt x="1226731" y="9525"/>
                  </a:moveTo>
                  <a:lnTo>
                    <a:pt x="1221968" y="9525"/>
                  </a:lnTo>
                  <a:lnTo>
                    <a:pt x="1226731" y="4762"/>
                  </a:lnTo>
                  <a:lnTo>
                    <a:pt x="1226731" y="9525"/>
                  </a:lnTo>
                  <a:close/>
                </a:path>
                <a:path w="4322445" h="1671955">
                  <a:moveTo>
                    <a:pt x="4312831" y="9525"/>
                  </a:moveTo>
                  <a:lnTo>
                    <a:pt x="1226731" y="9525"/>
                  </a:lnTo>
                  <a:lnTo>
                    <a:pt x="1226731" y="4762"/>
                  </a:lnTo>
                  <a:lnTo>
                    <a:pt x="4312831" y="4762"/>
                  </a:lnTo>
                  <a:lnTo>
                    <a:pt x="4312831" y="9525"/>
                  </a:lnTo>
                  <a:close/>
                </a:path>
                <a:path w="4322445" h="1671955">
                  <a:moveTo>
                    <a:pt x="4312831" y="723900"/>
                  </a:moveTo>
                  <a:lnTo>
                    <a:pt x="4312831" y="4762"/>
                  </a:lnTo>
                  <a:lnTo>
                    <a:pt x="4317593" y="9525"/>
                  </a:lnTo>
                  <a:lnTo>
                    <a:pt x="4322356" y="9525"/>
                  </a:lnTo>
                  <a:lnTo>
                    <a:pt x="4322356" y="719137"/>
                  </a:lnTo>
                  <a:lnTo>
                    <a:pt x="4317593" y="719137"/>
                  </a:lnTo>
                  <a:lnTo>
                    <a:pt x="4312831" y="723900"/>
                  </a:lnTo>
                  <a:close/>
                </a:path>
                <a:path w="4322445" h="1671955">
                  <a:moveTo>
                    <a:pt x="4322356" y="9525"/>
                  </a:moveTo>
                  <a:lnTo>
                    <a:pt x="4317593" y="9525"/>
                  </a:lnTo>
                  <a:lnTo>
                    <a:pt x="4312831" y="4762"/>
                  </a:lnTo>
                  <a:lnTo>
                    <a:pt x="4322356" y="4762"/>
                  </a:lnTo>
                  <a:lnTo>
                    <a:pt x="4322356" y="9525"/>
                  </a:lnTo>
                  <a:close/>
                </a:path>
                <a:path w="4322445" h="1671955">
                  <a:moveTo>
                    <a:pt x="1226731" y="723900"/>
                  </a:moveTo>
                  <a:lnTo>
                    <a:pt x="1221968" y="719137"/>
                  </a:lnTo>
                  <a:lnTo>
                    <a:pt x="1226731" y="719137"/>
                  </a:lnTo>
                  <a:lnTo>
                    <a:pt x="1226731" y="723900"/>
                  </a:lnTo>
                  <a:close/>
                </a:path>
                <a:path w="4322445" h="1671955">
                  <a:moveTo>
                    <a:pt x="1727946" y="723900"/>
                  </a:moveTo>
                  <a:lnTo>
                    <a:pt x="1226731" y="723900"/>
                  </a:lnTo>
                  <a:lnTo>
                    <a:pt x="1226731" y="719137"/>
                  </a:lnTo>
                  <a:lnTo>
                    <a:pt x="1756562" y="719137"/>
                  </a:lnTo>
                  <a:lnTo>
                    <a:pt x="1755516" y="719709"/>
                  </a:lnTo>
                  <a:lnTo>
                    <a:pt x="1735620" y="719709"/>
                  </a:lnTo>
                  <a:lnTo>
                    <a:pt x="1727946" y="723900"/>
                  </a:lnTo>
                  <a:close/>
                </a:path>
                <a:path w="4322445" h="1671955">
                  <a:moveTo>
                    <a:pt x="37896" y="1657908"/>
                  </a:moveTo>
                  <a:lnTo>
                    <a:pt x="97137" y="1625489"/>
                  </a:lnTo>
                  <a:lnTo>
                    <a:pt x="2510942" y="719137"/>
                  </a:lnTo>
                  <a:lnTo>
                    <a:pt x="4312831" y="719137"/>
                  </a:lnTo>
                  <a:lnTo>
                    <a:pt x="4312831" y="723900"/>
                  </a:lnTo>
                  <a:lnTo>
                    <a:pt x="4322356" y="723900"/>
                  </a:lnTo>
                  <a:lnTo>
                    <a:pt x="4322356" y="728357"/>
                  </a:lnTo>
                  <a:lnTo>
                    <a:pt x="2513482" y="728357"/>
                  </a:lnTo>
                  <a:lnTo>
                    <a:pt x="2511805" y="728662"/>
                  </a:lnTo>
                  <a:lnTo>
                    <a:pt x="2512670" y="728662"/>
                  </a:lnTo>
                  <a:lnTo>
                    <a:pt x="37896" y="1657908"/>
                  </a:lnTo>
                  <a:close/>
                </a:path>
                <a:path w="4322445" h="1671955">
                  <a:moveTo>
                    <a:pt x="4322356" y="723900"/>
                  </a:moveTo>
                  <a:lnTo>
                    <a:pt x="4312831" y="723900"/>
                  </a:lnTo>
                  <a:lnTo>
                    <a:pt x="4317593" y="719137"/>
                  </a:lnTo>
                  <a:lnTo>
                    <a:pt x="4322356" y="719137"/>
                  </a:lnTo>
                  <a:lnTo>
                    <a:pt x="4322356" y="723900"/>
                  </a:lnTo>
                  <a:close/>
                </a:path>
                <a:path w="4322445" h="1671955">
                  <a:moveTo>
                    <a:pt x="1739" y="1671485"/>
                  </a:moveTo>
                  <a:lnTo>
                    <a:pt x="0" y="1667687"/>
                  </a:lnTo>
                  <a:lnTo>
                    <a:pt x="1735620" y="719709"/>
                  </a:lnTo>
                  <a:lnTo>
                    <a:pt x="1737906" y="728662"/>
                  </a:lnTo>
                  <a:lnTo>
                    <a:pt x="1739123" y="728662"/>
                  </a:lnTo>
                  <a:lnTo>
                    <a:pt x="97137" y="1625489"/>
                  </a:lnTo>
                  <a:lnTo>
                    <a:pt x="33832" y="1649260"/>
                  </a:lnTo>
                  <a:lnTo>
                    <a:pt x="37782" y="1657908"/>
                  </a:lnTo>
                  <a:lnTo>
                    <a:pt x="1739" y="1671485"/>
                  </a:lnTo>
                  <a:close/>
                </a:path>
                <a:path w="4322445" h="1671955">
                  <a:moveTo>
                    <a:pt x="1739123" y="728662"/>
                  </a:moveTo>
                  <a:lnTo>
                    <a:pt x="1737906" y="728662"/>
                  </a:lnTo>
                  <a:lnTo>
                    <a:pt x="1735620" y="719709"/>
                  </a:lnTo>
                  <a:lnTo>
                    <a:pt x="1755516" y="719709"/>
                  </a:lnTo>
                  <a:lnTo>
                    <a:pt x="1739123" y="728662"/>
                  </a:lnTo>
                  <a:close/>
                </a:path>
                <a:path w="4322445" h="1671955">
                  <a:moveTo>
                    <a:pt x="2512670" y="728662"/>
                  </a:moveTo>
                  <a:lnTo>
                    <a:pt x="2511805" y="728662"/>
                  </a:lnTo>
                  <a:lnTo>
                    <a:pt x="2513482" y="728357"/>
                  </a:lnTo>
                  <a:lnTo>
                    <a:pt x="2512670" y="728662"/>
                  </a:lnTo>
                  <a:close/>
                </a:path>
                <a:path w="4322445" h="1671955">
                  <a:moveTo>
                    <a:pt x="4322356" y="728662"/>
                  </a:moveTo>
                  <a:lnTo>
                    <a:pt x="2512670" y="728662"/>
                  </a:lnTo>
                  <a:lnTo>
                    <a:pt x="2513482" y="728357"/>
                  </a:lnTo>
                  <a:lnTo>
                    <a:pt x="4322356" y="728357"/>
                  </a:lnTo>
                  <a:lnTo>
                    <a:pt x="4322356" y="728662"/>
                  </a:lnTo>
                  <a:close/>
                </a:path>
                <a:path w="4322445" h="1671955">
                  <a:moveTo>
                    <a:pt x="37782" y="1657908"/>
                  </a:moveTo>
                  <a:lnTo>
                    <a:pt x="33832" y="1649260"/>
                  </a:lnTo>
                  <a:lnTo>
                    <a:pt x="97137" y="1625489"/>
                  </a:lnTo>
                  <a:lnTo>
                    <a:pt x="37782" y="16579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4618367" y="547725"/>
            <a:ext cx="3743960" cy="2801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97980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UKIJ CJK"/>
                <a:cs typeface="UKIJ CJK"/>
              </a:rPr>
              <a:t>应用层：向用户提供应用服 务。如</a:t>
            </a:r>
            <a:r>
              <a:rPr dirty="0" sz="1800" spc="170">
                <a:latin typeface="UKIJ CJK"/>
                <a:cs typeface="UKIJ CJK"/>
              </a:rPr>
              <a:t>FTP，TELNET</a:t>
            </a:r>
            <a:r>
              <a:rPr dirty="0" sz="1800">
                <a:latin typeface="UKIJ CJK"/>
                <a:cs typeface="UKIJ CJK"/>
              </a:rPr>
              <a:t>等</a:t>
            </a:r>
            <a:endParaRPr sz="1800">
              <a:latin typeface="UKIJ CJK"/>
              <a:cs typeface="UKIJ CJK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00">
              <a:latin typeface="UKIJ CJK"/>
              <a:cs typeface="UKIJ CJK"/>
            </a:endParaRPr>
          </a:p>
          <a:p>
            <a:pPr marL="2359025" marR="508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UKIJ CJK"/>
                <a:cs typeface="UKIJ CJK"/>
              </a:rPr>
              <a:t>传输层：提供 可靠的面向连 接的传输层协 议</a:t>
            </a:r>
            <a:r>
              <a:rPr dirty="0" sz="1800" spc="175">
                <a:latin typeface="UKIJ CJK"/>
                <a:cs typeface="UKIJ CJK"/>
              </a:rPr>
              <a:t>T</a:t>
            </a:r>
            <a:r>
              <a:rPr dirty="0" sz="1800" spc="240">
                <a:latin typeface="UKIJ CJK"/>
                <a:cs typeface="UKIJ CJK"/>
              </a:rPr>
              <a:t>C</a:t>
            </a:r>
            <a:r>
              <a:rPr dirty="0" sz="1800" spc="70">
                <a:latin typeface="UKIJ CJK"/>
                <a:cs typeface="UKIJ CJK"/>
              </a:rPr>
              <a:t>P</a:t>
            </a:r>
            <a:r>
              <a:rPr dirty="0" sz="1800">
                <a:latin typeface="UKIJ CJK"/>
                <a:cs typeface="UKIJ CJK"/>
              </a:rPr>
              <a:t>和不可 靠的非连接传 输层协议 </a:t>
            </a:r>
            <a:r>
              <a:rPr dirty="0" sz="1800" spc="140">
                <a:latin typeface="UKIJ CJK"/>
                <a:cs typeface="UKIJ CJK"/>
              </a:rPr>
              <a:t>UDP</a:t>
            </a:r>
            <a:r>
              <a:rPr dirty="0" sz="1800">
                <a:latin typeface="UKIJ CJK"/>
                <a:cs typeface="UKIJ CJK"/>
              </a:rPr>
              <a:t>。</a:t>
            </a:r>
            <a:endParaRPr sz="1800">
              <a:latin typeface="UKIJ CJK"/>
              <a:cs typeface="UKIJ CJK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5065" y="387527"/>
            <a:ext cx="532320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solidFill>
                  <a:srgbClr val="3333CC"/>
                </a:solidFill>
                <a:latin typeface="Times New Roman"/>
                <a:cs typeface="Times New Roman"/>
              </a:rPr>
              <a:t>OSI</a:t>
            </a:r>
            <a:r>
              <a:rPr dirty="0" sz="3200" spc="15" b="0">
                <a:solidFill>
                  <a:srgbClr val="3333CC"/>
                </a:solidFill>
                <a:latin typeface="WenQuanYi Zen Hei Mono"/>
                <a:cs typeface="WenQuanYi Zen Hei Mono"/>
              </a:rPr>
              <a:t>与</a:t>
            </a:r>
            <a:r>
              <a:rPr dirty="0" sz="3200" spc="-5" b="1">
                <a:solidFill>
                  <a:srgbClr val="3333CC"/>
                </a:solidFill>
                <a:latin typeface="Times New Roman"/>
                <a:cs typeface="Times New Roman"/>
              </a:rPr>
              <a:t>TCP/IP</a:t>
            </a:r>
            <a:r>
              <a:rPr dirty="0" sz="3200" spc="15" b="0">
                <a:solidFill>
                  <a:srgbClr val="3333CC"/>
                </a:solidFill>
                <a:latin typeface="WenQuanYi Zen Hei Mono"/>
                <a:cs typeface="WenQuanYi Zen Hei Mono"/>
              </a:rPr>
              <a:t>参考模型的比</a:t>
            </a:r>
            <a:r>
              <a:rPr dirty="0" sz="3200" spc="5" b="0">
                <a:solidFill>
                  <a:srgbClr val="3333CC"/>
                </a:solidFill>
                <a:latin typeface="WenQuanYi Zen Hei Mono"/>
                <a:cs typeface="WenQuanYi Zen Hei Mono"/>
              </a:rPr>
              <a:t>较</a:t>
            </a:r>
            <a:endParaRPr sz="3200">
              <a:latin typeface="WenQuanYi Zen Hei Mono"/>
              <a:cs typeface="WenQuanYi Zen Hei Mon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4293" y="1184605"/>
            <a:ext cx="8090534" cy="5378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5" b="0">
                <a:latin typeface="Noto Sans CJK JP Medium"/>
                <a:cs typeface="Noto Sans CJK JP Medium"/>
              </a:rPr>
              <a:t>相同点：</a:t>
            </a:r>
            <a:endParaRPr sz="2000">
              <a:latin typeface="Noto Sans CJK JP Medium"/>
              <a:cs typeface="Noto Sans CJK JP Medium"/>
            </a:endParaRPr>
          </a:p>
          <a:p>
            <a:pPr marL="203835" indent="-191770">
              <a:lnSpc>
                <a:spcPct val="100000"/>
              </a:lnSpc>
              <a:spcBef>
                <a:spcPts val="1680"/>
              </a:spcBef>
              <a:buSzPct val="95000"/>
              <a:buFont typeface="Times New Roman"/>
              <a:buAutoNum type="arabicPeriod"/>
              <a:tabLst>
                <a:tab pos="204470" algn="l"/>
              </a:tabLst>
            </a:pPr>
            <a:r>
              <a:rPr dirty="0" sz="2000">
                <a:latin typeface="UKIJ CJK"/>
                <a:cs typeface="UKIJ CJK"/>
              </a:rPr>
              <a:t>两者都以协议栈的概念为基础，并且协议栈中的协议彼此互相独立</a:t>
            </a:r>
            <a:r>
              <a:rPr dirty="0" sz="2000" spc="5">
                <a:latin typeface="UKIJ CJK"/>
                <a:cs typeface="UKIJ CJK"/>
              </a:rPr>
              <a:t>。</a:t>
            </a:r>
            <a:endParaRPr sz="2000">
              <a:latin typeface="UKIJ CJK"/>
              <a:cs typeface="UKIJ CJK"/>
            </a:endParaRPr>
          </a:p>
          <a:p>
            <a:pPr marL="12700" marR="5080">
              <a:lnSpc>
                <a:spcPct val="120000"/>
              </a:lnSpc>
              <a:spcBef>
                <a:spcPts val="1200"/>
              </a:spcBef>
              <a:buSzPct val="95000"/>
              <a:buFont typeface="Times New Roman"/>
              <a:buAutoNum type="arabicPeriod"/>
              <a:tabLst>
                <a:tab pos="204470" algn="l"/>
              </a:tabLst>
            </a:pPr>
            <a:r>
              <a:rPr dirty="0" sz="2000">
                <a:latin typeface="UKIJ CJK"/>
                <a:cs typeface="UKIJ CJK"/>
              </a:rPr>
              <a:t>两个模型中的各个层的功能大致相似，如两者都有功能相似的应用层</a:t>
            </a:r>
            <a:r>
              <a:rPr dirty="0" sz="2000">
                <a:latin typeface="UKIJ CJK"/>
                <a:cs typeface="UKIJ CJK"/>
              </a:rPr>
              <a:t>、 </a:t>
            </a:r>
            <a:r>
              <a:rPr dirty="0" sz="2000">
                <a:latin typeface="UKIJ CJK"/>
                <a:cs typeface="UKIJ CJK"/>
              </a:rPr>
              <a:t>传输层、网络层</a:t>
            </a:r>
            <a:r>
              <a:rPr dirty="0" sz="2000" spc="5">
                <a:latin typeface="UKIJ CJK"/>
                <a:cs typeface="UKIJ CJK"/>
              </a:rPr>
              <a:t>。</a:t>
            </a:r>
            <a:endParaRPr sz="2000">
              <a:latin typeface="UKIJ CJK"/>
              <a:cs typeface="UKIJ CJK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dirty="0" sz="2000" spc="5" b="0">
                <a:latin typeface="Noto Sans CJK JP Medium"/>
                <a:cs typeface="Noto Sans CJK JP Medium"/>
              </a:rPr>
              <a:t>不同点：</a:t>
            </a:r>
            <a:endParaRPr sz="2000">
              <a:latin typeface="Noto Sans CJK JP Medium"/>
              <a:cs typeface="Noto Sans CJK JP Medium"/>
            </a:endParaRPr>
          </a:p>
          <a:p>
            <a:pPr marL="12700" marR="359410">
              <a:lnSpc>
                <a:spcPct val="120000"/>
              </a:lnSpc>
              <a:spcBef>
                <a:spcPts val="1200"/>
              </a:spcBef>
              <a:buSzPct val="95000"/>
              <a:buFont typeface="Times New Roman"/>
              <a:buAutoNum type="arabicPeriod"/>
              <a:tabLst>
                <a:tab pos="204470" algn="l"/>
              </a:tabLst>
            </a:pPr>
            <a:r>
              <a:rPr dirty="0" sz="2000">
                <a:latin typeface="UKIJ CJK"/>
                <a:cs typeface="UKIJ CJK"/>
              </a:rPr>
              <a:t>在</a:t>
            </a:r>
            <a:r>
              <a:rPr dirty="0" sz="2000" spc="-5">
                <a:latin typeface="Times New Roman"/>
                <a:cs typeface="Times New Roman"/>
              </a:rPr>
              <a:t>O</a:t>
            </a:r>
            <a:r>
              <a:rPr dirty="0" sz="2000" spc="-10">
                <a:latin typeface="Times New Roman"/>
                <a:cs typeface="Times New Roman"/>
              </a:rPr>
              <a:t>S</a:t>
            </a:r>
            <a:r>
              <a:rPr dirty="0" sz="2000" spc="-5">
                <a:latin typeface="Times New Roman"/>
                <a:cs typeface="Times New Roman"/>
              </a:rPr>
              <a:t>I</a:t>
            </a:r>
            <a:r>
              <a:rPr dirty="0" sz="2000">
                <a:latin typeface="UKIJ CJK"/>
                <a:cs typeface="UKIJ CJK"/>
              </a:rPr>
              <a:t>模型中，严格地定义了服务、接口、协议；在</a:t>
            </a:r>
            <a:r>
              <a:rPr dirty="0" sz="2000" spc="-5">
                <a:latin typeface="Times New Roman"/>
                <a:cs typeface="Times New Roman"/>
              </a:rPr>
              <a:t>TC</a:t>
            </a:r>
            <a:r>
              <a:rPr dirty="0" sz="2000" spc="-10">
                <a:latin typeface="Times New Roman"/>
                <a:cs typeface="Times New Roman"/>
              </a:rPr>
              <a:t>P</a:t>
            </a:r>
            <a:r>
              <a:rPr dirty="0" sz="2000" spc="-5">
                <a:latin typeface="Times New Roman"/>
                <a:cs typeface="Times New Roman"/>
              </a:rPr>
              <a:t>/I</a:t>
            </a:r>
            <a:r>
              <a:rPr dirty="0" sz="2000" spc="-10">
                <a:latin typeface="Times New Roman"/>
                <a:cs typeface="Times New Roman"/>
              </a:rPr>
              <a:t>P</a:t>
            </a:r>
            <a:r>
              <a:rPr dirty="0" sz="2000">
                <a:latin typeface="UKIJ CJK"/>
                <a:cs typeface="UKIJ CJK"/>
              </a:rPr>
              <a:t>模型中</a:t>
            </a:r>
            <a:r>
              <a:rPr dirty="0" sz="2000">
                <a:latin typeface="UKIJ CJK"/>
                <a:cs typeface="UKIJ CJK"/>
              </a:rPr>
              <a:t>， </a:t>
            </a:r>
            <a:r>
              <a:rPr dirty="0" sz="2000">
                <a:latin typeface="UKIJ CJK"/>
                <a:cs typeface="UKIJ CJK"/>
              </a:rPr>
              <a:t>并没有严格区分服务、接口与协议</a:t>
            </a:r>
            <a:r>
              <a:rPr dirty="0" sz="2000" spc="5">
                <a:latin typeface="UKIJ CJK"/>
                <a:cs typeface="UKIJ CJK"/>
              </a:rPr>
              <a:t>。</a:t>
            </a:r>
            <a:endParaRPr sz="2000">
              <a:latin typeface="UKIJ CJK"/>
              <a:cs typeface="UKIJ CJK"/>
            </a:endParaRPr>
          </a:p>
          <a:p>
            <a:pPr marL="203835" indent="-191770">
              <a:lnSpc>
                <a:spcPct val="100000"/>
              </a:lnSpc>
              <a:spcBef>
                <a:spcPts val="1680"/>
              </a:spcBef>
              <a:buSzPct val="95000"/>
              <a:buAutoNum type="arabicPeriod"/>
              <a:tabLst>
                <a:tab pos="204470" algn="l"/>
              </a:tabLst>
            </a:pPr>
            <a:r>
              <a:rPr dirty="0" sz="2000" spc="-5">
                <a:latin typeface="Times New Roman"/>
                <a:cs typeface="Times New Roman"/>
              </a:rPr>
              <a:t>OSI</a:t>
            </a:r>
            <a:r>
              <a:rPr dirty="0" sz="2000">
                <a:latin typeface="UKIJ CJK"/>
                <a:cs typeface="UKIJ CJK"/>
              </a:rPr>
              <a:t>模型更具通用性</a:t>
            </a:r>
            <a:r>
              <a:rPr dirty="0" sz="2000" spc="-5">
                <a:latin typeface="UKIJ CJK"/>
                <a:cs typeface="UKIJ CJK"/>
              </a:rPr>
              <a:t>，</a:t>
            </a:r>
            <a:r>
              <a:rPr dirty="0" sz="2000" spc="-5">
                <a:latin typeface="Times New Roman"/>
                <a:cs typeface="Times New Roman"/>
              </a:rPr>
              <a:t>TCP/IP</a:t>
            </a:r>
            <a:r>
              <a:rPr dirty="0" sz="2000">
                <a:latin typeface="UKIJ CJK"/>
                <a:cs typeface="UKIJ CJK"/>
              </a:rPr>
              <a:t>模型一点也不通用</a:t>
            </a:r>
            <a:r>
              <a:rPr dirty="0" sz="2000" spc="5">
                <a:latin typeface="UKIJ CJK"/>
                <a:cs typeface="UKIJ CJK"/>
              </a:rPr>
              <a:t>。</a:t>
            </a:r>
            <a:endParaRPr sz="2000">
              <a:latin typeface="UKIJ CJK"/>
              <a:cs typeface="UKIJ CJK"/>
            </a:endParaRPr>
          </a:p>
          <a:p>
            <a:pPr marL="12700" marR="196850">
              <a:lnSpc>
                <a:spcPct val="120000"/>
              </a:lnSpc>
              <a:spcBef>
                <a:spcPts val="1200"/>
              </a:spcBef>
              <a:buSzPct val="95000"/>
              <a:buAutoNum type="arabicPeriod"/>
              <a:tabLst>
                <a:tab pos="204470" algn="l"/>
              </a:tabLst>
            </a:pPr>
            <a:r>
              <a:rPr dirty="0" sz="2000" spc="-5">
                <a:latin typeface="Times New Roman"/>
                <a:cs typeface="Times New Roman"/>
              </a:rPr>
              <a:t>OSI</a:t>
            </a:r>
            <a:r>
              <a:rPr dirty="0" sz="2000">
                <a:latin typeface="UKIJ CJK"/>
                <a:cs typeface="UKIJ CJK"/>
              </a:rPr>
              <a:t>模型支持无连接和面向连接的网络层通信，但在传输层只支持</a:t>
            </a:r>
            <a:r>
              <a:rPr dirty="0" sz="2000" spc="5">
                <a:latin typeface="UKIJ CJK"/>
                <a:cs typeface="UKIJ CJK"/>
              </a:rPr>
              <a:t>面 </a:t>
            </a:r>
            <a:r>
              <a:rPr dirty="0" sz="2000">
                <a:latin typeface="UKIJ CJK"/>
                <a:cs typeface="UKIJ CJK"/>
              </a:rPr>
              <a:t>向连接的通信；</a:t>
            </a:r>
            <a:r>
              <a:rPr dirty="0" sz="2000" spc="-5">
                <a:latin typeface="Times New Roman"/>
                <a:cs typeface="Times New Roman"/>
              </a:rPr>
              <a:t>TC</a:t>
            </a:r>
            <a:r>
              <a:rPr dirty="0" sz="2000" spc="-10">
                <a:latin typeface="Times New Roman"/>
                <a:cs typeface="Times New Roman"/>
              </a:rPr>
              <a:t>P</a:t>
            </a:r>
            <a:r>
              <a:rPr dirty="0" sz="2000" spc="-5">
                <a:latin typeface="Times New Roman"/>
                <a:cs typeface="Times New Roman"/>
              </a:rPr>
              <a:t>/I</a:t>
            </a:r>
            <a:r>
              <a:rPr dirty="0" sz="2000" spc="-10">
                <a:latin typeface="Times New Roman"/>
                <a:cs typeface="Times New Roman"/>
              </a:rPr>
              <a:t>P</a:t>
            </a:r>
            <a:r>
              <a:rPr dirty="0" sz="2000">
                <a:latin typeface="UKIJ CJK"/>
                <a:cs typeface="UKIJ CJK"/>
              </a:rPr>
              <a:t>模型只支持无连接的网络层通信，但在传输层</a:t>
            </a:r>
            <a:r>
              <a:rPr dirty="0" sz="2000">
                <a:latin typeface="UKIJ CJK"/>
                <a:cs typeface="UKIJ CJK"/>
              </a:rPr>
              <a:t>有 </a:t>
            </a:r>
            <a:r>
              <a:rPr dirty="0" sz="2000">
                <a:latin typeface="UKIJ CJK"/>
                <a:cs typeface="UKIJ CJK"/>
              </a:rPr>
              <a:t>支持无连接和面向连接的两种协议可供用户选择</a:t>
            </a:r>
            <a:r>
              <a:rPr dirty="0" sz="2000" spc="5">
                <a:latin typeface="UKIJ CJK"/>
                <a:cs typeface="UKIJ CJK"/>
              </a:rPr>
              <a:t>。</a:t>
            </a:r>
            <a:endParaRPr sz="2000">
              <a:latin typeface="UKIJ CJK"/>
              <a:cs typeface="UKIJ CJK"/>
            </a:endParaRPr>
          </a:p>
          <a:p>
            <a:pPr marL="203835" indent="-191770">
              <a:lnSpc>
                <a:spcPct val="100000"/>
              </a:lnSpc>
              <a:spcBef>
                <a:spcPts val="1680"/>
              </a:spcBef>
              <a:buSzPct val="95000"/>
              <a:buAutoNum type="arabicPeriod"/>
              <a:tabLst>
                <a:tab pos="204470" algn="l"/>
              </a:tabLst>
            </a:pPr>
            <a:r>
              <a:rPr dirty="0" sz="2000" spc="-5">
                <a:latin typeface="Times New Roman"/>
                <a:cs typeface="Times New Roman"/>
              </a:rPr>
              <a:t>TCP/IP</a:t>
            </a:r>
            <a:r>
              <a:rPr dirty="0" sz="2000">
                <a:latin typeface="UKIJ CJK"/>
                <a:cs typeface="UKIJ CJK"/>
              </a:rPr>
              <a:t>模型中不区分、甚至不提起物理层和数据链路层</a:t>
            </a:r>
            <a:r>
              <a:rPr dirty="0" sz="2000" spc="5">
                <a:latin typeface="UKIJ CJK"/>
                <a:cs typeface="UKIJ CJK"/>
              </a:rPr>
              <a:t>。</a:t>
            </a:r>
            <a:endParaRPr sz="2000">
              <a:latin typeface="UKIJ CJK"/>
              <a:cs typeface="UKIJ CJK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479361"/>
            <a:ext cx="511238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3333CC"/>
                </a:solidFill>
                <a:latin typeface="Times New Roman"/>
                <a:cs typeface="Times New Roman"/>
              </a:rPr>
              <a:t>3.</a:t>
            </a:r>
            <a:r>
              <a:rPr dirty="0" sz="2800" spc="-120" b="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3333CC"/>
                </a:solidFill>
                <a:latin typeface="Times New Roman"/>
                <a:cs typeface="Times New Roman"/>
              </a:rPr>
              <a:t>TCP/IP</a:t>
            </a:r>
            <a:r>
              <a:rPr dirty="0" sz="2800" spc="15" b="0">
                <a:solidFill>
                  <a:srgbClr val="3333CC"/>
                </a:solidFill>
                <a:latin typeface="WenQuanYi Zen Hei Mono"/>
                <a:cs typeface="WenQuanYi Zen Hei Mono"/>
              </a:rPr>
              <a:t>分层模型中的两个边</a:t>
            </a:r>
            <a:r>
              <a:rPr dirty="0" sz="2800" spc="-5" b="0">
                <a:solidFill>
                  <a:srgbClr val="3333CC"/>
                </a:solidFill>
                <a:latin typeface="WenQuanYi Zen Hei Mono"/>
                <a:cs typeface="WenQuanYi Zen Hei Mono"/>
              </a:rPr>
              <a:t>界</a:t>
            </a:r>
            <a:endParaRPr sz="2800">
              <a:latin typeface="WenQuanYi Zen Hei Mono"/>
              <a:cs typeface="WenQuanYi Zen Hei Mon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973641" y="1158074"/>
            <a:ext cx="2743835" cy="426084"/>
          </a:xfrm>
          <a:custGeom>
            <a:avLst/>
            <a:gdLst/>
            <a:ahLst/>
            <a:cxnLst/>
            <a:rect l="l" t="t" r="r" b="b"/>
            <a:pathLst>
              <a:path w="2743835" h="426084">
                <a:moveTo>
                  <a:pt x="2743326" y="425780"/>
                </a:moveTo>
                <a:lnTo>
                  <a:pt x="0" y="425780"/>
                </a:lnTo>
                <a:lnTo>
                  <a:pt x="0" y="0"/>
                </a:lnTo>
                <a:lnTo>
                  <a:pt x="2743326" y="0"/>
                </a:lnTo>
                <a:lnTo>
                  <a:pt x="2743326" y="4762"/>
                </a:lnTo>
                <a:lnTo>
                  <a:pt x="9525" y="4762"/>
                </a:lnTo>
                <a:lnTo>
                  <a:pt x="4762" y="9524"/>
                </a:lnTo>
                <a:lnTo>
                  <a:pt x="9525" y="9524"/>
                </a:lnTo>
                <a:lnTo>
                  <a:pt x="9525" y="416255"/>
                </a:lnTo>
                <a:lnTo>
                  <a:pt x="4762" y="416255"/>
                </a:lnTo>
                <a:lnTo>
                  <a:pt x="9525" y="421017"/>
                </a:lnTo>
                <a:lnTo>
                  <a:pt x="2743326" y="421017"/>
                </a:lnTo>
                <a:lnTo>
                  <a:pt x="2743326" y="425780"/>
                </a:lnTo>
                <a:close/>
              </a:path>
              <a:path w="2743835" h="426084">
                <a:moveTo>
                  <a:pt x="9525" y="9524"/>
                </a:moveTo>
                <a:lnTo>
                  <a:pt x="4762" y="9524"/>
                </a:lnTo>
                <a:lnTo>
                  <a:pt x="9525" y="4762"/>
                </a:lnTo>
                <a:lnTo>
                  <a:pt x="9525" y="9524"/>
                </a:lnTo>
                <a:close/>
              </a:path>
              <a:path w="2743835" h="426084">
                <a:moveTo>
                  <a:pt x="2733801" y="9524"/>
                </a:moveTo>
                <a:lnTo>
                  <a:pt x="9525" y="9524"/>
                </a:lnTo>
                <a:lnTo>
                  <a:pt x="9525" y="4762"/>
                </a:lnTo>
                <a:lnTo>
                  <a:pt x="2733801" y="4762"/>
                </a:lnTo>
                <a:lnTo>
                  <a:pt x="2733801" y="9524"/>
                </a:lnTo>
                <a:close/>
              </a:path>
              <a:path w="2743835" h="426084">
                <a:moveTo>
                  <a:pt x="2733801" y="421017"/>
                </a:moveTo>
                <a:lnTo>
                  <a:pt x="2733801" y="4762"/>
                </a:lnTo>
                <a:lnTo>
                  <a:pt x="2738564" y="9524"/>
                </a:lnTo>
                <a:lnTo>
                  <a:pt x="2743326" y="9524"/>
                </a:lnTo>
                <a:lnTo>
                  <a:pt x="2743326" y="416255"/>
                </a:lnTo>
                <a:lnTo>
                  <a:pt x="2738564" y="416255"/>
                </a:lnTo>
                <a:lnTo>
                  <a:pt x="2733801" y="421017"/>
                </a:lnTo>
                <a:close/>
              </a:path>
              <a:path w="2743835" h="426084">
                <a:moveTo>
                  <a:pt x="2743326" y="9524"/>
                </a:moveTo>
                <a:lnTo>
                  <a:pt x="2738564" y="9524"/>
                </a:lnTo>
                <a:lnTo>
                  <a:pt x="2733801" y="4762"/>
                </a:lnTo>
                <a:lnTo>
                  <a:pt x="2743326" y="4762"/>
                </a:lnTo>
                <a:lnTo>
                  <a:pt x="2743326" y="9524"/>
                </a:lnTo>
                <a:close/>
              </a:path>
              <a:path w="2743835" h="426084">
                <a:moveTo>
                  <a:pt x="9525" y="421017"/>
                </a:moveTo>
                <a:lnTo>
                  <a:pt x="4762" y="416255"/>
                </a:lnTo>
                <a:lnTo>
                  <a:pt x="9525" y="416255"/>
                </a:lnTo>
                <a:lnTo>
                  <a:pt x="9525" y="421017"/>
                </a:lnTo>
                <a:close/>
              </a:path>
              <a:path w="2743835" h="426084">
                <a:moveTo>
                  <a:pt x="2733801" y="421017"/>
                </a:moveTo>
                <a:lnTo>
                  <a:pt x="9525" y="421017"/>
                </a:lnTo>
                <a:lnTo>
                  <a:pt x="9525" y="416255"/>
                </a:lnTo>
                <a:lnTo>
                  <a:pt x="2733801" y="416255"/>
                </a:lnTo>
                <a:lnTo>
                  <a:pt x="2733801" y="421017"/>
                </a:lnTo>
                <a:close/>
              </a:path>
              <a:path w="2743835" h="426084">
                <a:moveTo>
                  <a:pt x="2743326" y="421017"/>
                </a:moveTo>
                <a:lnTo>
                  <a:pt x="2733801" y="421017"/>
                </a:lnTo>
                <a:lnTo>
                  <a:pt x="2738564" y="416255"/>
                </a:lnTo>
                <a:lnTo>
                  <a:pt x="2743326" y="416255"/>
                </a:lnTo>
                <a:lnTo>
                  <a:pt x="2743326" y="4210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951223" y="1185697"/>
            <a:ext cx="788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UKIJ CJK"/>
                <a:cs typeface="UKIJ CJK"/>
              </a:rPr>
              <a:t>应用</a:t>
            </a:r>
            <a:r>
              <a:rPr dirty="0" sz="2000" spc="5">
                <a:latin typeface="UKIJ CJK"/>
                <a:cs typeface="UKIJ CJK"/>
              </a:rPr>
              <a:t>层</a:t>
            </a:r>
            <a:endParaRPr sz="2000">
              <a:latin typeface="UKIJ CJK"/>
              <a:cs typeface="UKIJ CJK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73641" y="1574329"/>
            <a:ext cx="2743835" cy="842644"/>
          </a:xfrm>
          <a:custGeom>
            <a:avLst/>
            <a:gdLst/>
            <a:ahLst/>
            <a:cxnLst/>
            <a:rect l="l" t="t" r="r" b="b"/>
            <a:pathLst>
              <a:path w="2743835" h="842644">
                <a:moveTo>
                  <a:pt x="2743327" y="0"/>
                </a:moveTo>
                <a:lnTo>
                  <a:pt x="2733802" y="0"/>
                </a:lnTo>
                <a:lnTo>
                  <a:pt x="2733802" y="9525"/>
                </a:lnTo>
                <a:lnTo>
                  <a:pt x="2733802" y="416255"/>
                </a:lnTo>
                <a:lnTo>
                  <a:pt x="2733802" y="425780"/>
                </a:lnTo>
                <a:lnTo>
                  <a:pt x="2733802" y="832510"/>
                </a:lnTo>
                <a:lnTo>
                  <a:pt x="9525" y="832510"/>
                </a:lnTo>
                <a:lnTo>
                  <a:pt x="9525" y="425780"/>
                </a:lnTo>
                <a:lnTo>
                  <a:pt x="2733802" y="425780"/>
                </a:lnTo>
                <a:lnTo>
                  <a:pt x="2733802" y="416255"/>
                </a:lnTo>
                <a:lnTo>
                  <a:pt x="9525" y="416255"/>
                </a:lnTo>
                <a:lnTo>
                  <a:pt x="9525" y="9525"/>
                </a:lnTo>
                <a:lnTo>
                  <a:pt x="2733802" y="9525"/>
                </a:lnTo>
                <a:lnTo>
                  <a:pt x="2733802" y="0"/>
                </a:lnTo>
                <a:lnTo>
                  <a:pt x="0" y="0"/>
                </a:lnTo>
                <a:lnTo>
                  <a:pt x="0" y="416255"/>
                </a:lnTo>
                <a:lnTo>
                  <a:pt x="0" y="425780"/>
                </a:lnTo>
                <a:lnTo>
                  <a:pt x="0" y="842035"/>
                </a:lnTo>
                <a:lnTo>
                  <a:pt x="2743327" y="842035"/>
                </a:lnTo>
                <a:lnTo>
                  <a:pt x="2743327" y="837272"/>
                </a:lnTo>
                <a:lnTo>
                  <a:pt x="2743327" y="832510"/>
                </a:lnTo>
                <a:lnTo>
                  <a:pt x="2743327" y="4762"/>
                </a:lnTo>
                <a:lnTo>
                  <a:pt x="27433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951223" y="1491259"/>
            <a:ext cx="788035" cy="858519"/>
          </a:xfrm>
          <a:prstGeom prst="rect">
            <a:avLst/>
          </a:prstGeom>
        </p:spPr>
        <p:txBody>
          <a:bodyPr wrap="square" lIns="0" tIns="1238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dirty="0" sz="2000">
                <a:latin typeface="UKIJ CJK"/>
                <a:cs typeface="UKIJ CJK"/>
              </a:rPr>
              <a:t>传输</a:t>
            </a:r>
            <a:r>
              <a:rPr dirty="0" sz="2000" spc="5">
                <a:latin typeface="UKIJ CJK"/>
                <a:cs typeface="UKIJ CJK"/>
              </a:rPr>
              <a:t>层</a:t>
            </a:r>
            <a:endParaRPr sz="2000">
              <a:latin typeface="UKIJ CJK"/>
              <a:cs typeface="UKIJ CJK"/>
            </a:endParaRPr>
          </a:p>
          <a:p>
            <a:pPr marL="153670">
              <a:lnSpc>
                <a:spcPct val="100000"/>
              </a:lnSpc>
              <a:spcBef>
                <a:spcPts val="880"/>
              </a:spcBef>
            </a:pPr>
            <a:r>
              <a:rPr dirty="0" sz="2000" spc="-10">
                <a:latin typeface="Times New Roman"/>
                <a:cs typeface="Times New Roman"/>
              </a:rPr>
              <a:t>IP</a:t>
            </a:r>
            <a:r>
              <a:rPr dirty="0" sz="2000" spc="5">
                <a:latin typeface="UKIJ CJK"/>
                <a:cs typeface="UKIJ CJK"/>
              </a:rPr>
              <a:t>层</a:t>
            </a:r>
            <a:endParaRPr sz="2000">
              <a:latin typeface="UKIJ CJK"/>
              <a:cs typeface="UKIJ CJK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973641" y="2406840"/>
            <a:ext cx="2743835" cy="842644"/>
          </a:xfrm>
          <a:custGeom>
            <a:avLst/>
            <a:gdLst/>
            <a:ahLst/>
            <a:cxnLst/>
            <a:rect l="l" t="t" r="r" b="b"/>
            <a:pathLst>
              <a:path w="2743835" h="842644">
                <a:moveTo>
                  <a:pt x="2743327" y="0"/>
                </a:moveTo>
                <a:lnTo>
                  <a:pt x="2733802" y="0"/>
                </a:lnTo>
                <a:lnTo>
                  <a:pt x="2733802" y="9525"/>
                </a:lnTo>
                <a:lnTo>
                  <a:pt x="2733802" y="416255"/>
                </a:lnTo>
                <a:lnTo>
                  <a:pt x="2733802" y="425780"/>
                </a:lnTo>
                <a:lnTo>
                  <a:pt x="2733802" y="832510"/>
                </a:lnTo>
                <a:lnTo>
                  <a:pt x="9525" y="832510"/>
                </a:lnTo>
                <a:lnTo>
                  <a:pt x="9525" y="425780"/>
                </a:lnTo>
                <a:lnTo>
                  <a:pt x="2733802" y="425780"/>
                </a:lnTo>
                <a:lnTo>
                  <a:pt x="2733802" y="416255"/>
                </a:lnTo>
                <a:lnTo>
                  <a:pt x="9525" y="416255"/>
                </a:lnTo>
                <a:lnTo>
                  <a:pt x="9525" y="9525"/>
                </a:lnTo>
                <a:lnTo>
                  <a:pt x="2733802" y="9525"/>
                </a:lnTo>
                <a:lnTo>
                  <a:pt x="2733802" y="0"/>
                </a:lnTo>
                <a:lnTo>
                  <a:pt x="0" y="0"/>
                </a:lnTo>
                <a:lnTo>
                  <a:pt x="0" y="416255"/>
                </a:lnTo>
                <a:lnTo>
                  <a:pt x="0" y="425780"/>
                </a:lnTo>
                <a:lnTo>
                  <a:pt x="0" y="842035"/>
                </a:lnTo>
                <a:lnTo>
                  <a:pt x="2743327" y="842035"/>
                </a:lnTo>
                <a:lnTo>
                  <a:pt x="2743327" y="837272"/>
                </a:lnTo>
                <a:lnTo>
                  <a:pt x="2743327" y="832510"/>
                </a:lnTo>
                <a:lnTo>
                  <a:pt x="2743327" y="4762"/>
                </a:lnTo>
                <a:lnTo>
                  <a:pt x="27433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697223" y="2323769"/>
            <a:ext cx="1296035" cy="85851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66700" marR="5080" indent="-254000">
              <a:lnSpc>
                <a:spcPct val="136600"/>
              </a:lnSpc>
              <a:spcBef>
                <a:spcPts val="95"/>
              </a:spcBef>
            </a:pPr>
            <a:r>
              <a:rPr dirty="0" sz="2000">
                <a:latin typeface="UKIJ CJK"/>
                <a:cs typeface="UKIJ CJK"/>
              </a:rPr>
              <a:t>网络接口</a:t>
            </a:r>
            <a:r>
              <a:rPr dirty="0" sz="2000">
                <a:latin typeface="UKIJ CJK"/>
                <a:cs typeface="UKIJ CJK"/>
              </a:rPr>
              <a:t>层 </a:t>
            </a:r>
            <a:r>
              <a:rPr dirty="0" sz="2000">
                <a:latin typeface="UKIJ CJK"/>
                <a:cs typeface="UKIJ CJK"/>
              </a:rPr>
              <a:t>硬件</a:t>
            </a:r>
            <a:r>
              <a:rPr dirty="0" sz="2000" spc="5">
                <a:latin typeface="UKIJ CJK"/>
                <a:cs typeface="UKIJ CJK"/>
              </a:rPr>
              <a:t>层</a:t>
            </a:r>
            <a:endParaRPr sz="2000">
              <a:latin typeface="UKIJ CJK"/>
              <a:cs typeface="UKIJ CJK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04873" y="1560042"/>
            <a:ext cx="304800" cy="38100"/>
          </a:xfrm>
          <a:custGeom>
            <a:avLst/>
            <a:gdLst/>
            <a:ahLst/>
            <a:cxnLst/>
            <a:rect l="l" t="t" r="r" b="b"/>
            <a:pathLst>
              <a:path w="304800" h="38100">
                <a:moveTo>
                  <a:pt x="304800" y="38100"/>
                </a:moveTo>
                <a:lnTo>
                  <a:pt x="0" y="38100"/>
                </a:lnTo>
                <a:lnTo>
                  <a:pt x="0" y="0"/>
                </a:lnTo>
                <a:lnTo>
                  <a:pt x="304800" y="0"/>
                </a:lnTo>
                <a:lnTo>
                  <a:pt x="304800" y="38100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343073" y="1560042"/>
            <a:ext cx="304800" cy="38100"/>
          </a:xfrm>
          <a:custGeom>
            <a:avLst/>
            <a:gdLst/>
            <a:ahLst/>
            <a:cxnLst/>
            <a:rect l="l" t="t" r="r" b="b"/>
            <a:pathLst>
              <a:path w="304800" h="38100">
                <a:moveTo>
                  <a:pt x="304800" y="38100"/>
                </a:moveTo>
                <a:lnTo>
                  <a:pt x="0" y="38100"/>
                </a:lnTo>
                <a:lnTo>
                  <a:pt x="0" y="0"/>
                </a:lnTo>
                <a:lnTo>
                  <a:pt x="304800" y="0"/>
                </a:lnTo>
                <a:lnTo>
                  <a:pt x="304800" y="38100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114973" y="1560042"/>
            <a:ext cx="304800" cy="38100"/>
          </a:xfrm>
          <a:custGeom>
            <a:avLst/>
            <a:gdLst/>
            <a:ahLst/>
            <a:cxnLst/>
            <a:rect l="l" t="t" r="r" b="b"/>
            <a:pathLst>
              <a:path w="304800" h="38100">
                <a:moveTo>
                  <a:pt x="304800" y="38100"/>
                </a:moveTo>
                <a:lnTo>
                  <a:pt x="0" y="38100"/>
                </a:lnTo>
                <a:lnTo>
                  <a:pt x="0" y="0"/>
                </a:lnTo>
                <a:lnTo>
                  <a:pt x="304800" y="0"/>
                </a:lnTo>
                <a:lnTo>
                  <a:pt x="304800" y="38100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534074" y="1560042"/>
            <a:ext cx="304800" cy="38100"/>
          </a:xfrm>
          <a:custGeom>
            <a:avLst/>
            <a:gdLst/>
            <a:ahLst/>
            <a:cxnLst/>
            <a:rect l="l" t="t" r="r" b="b"/>
            <a:pathLst>
              <a:path w="304800" h="38100">
                <a:moveTo>
                  <a:pt x="304800" y="38100"/>
                </a:moveTo>
                <a:lnTo>
                  <a:pt x="0" y="38100"/>
                </a:lnTo>
                <a:lnTo>
                  <a:pt x="0" y="0"/>
                </a:lnTo>
                <a:lnTo>
                  <a:pt x="304800" y="0"/>
                </a:lnTo>
                <a:lnTo>
                  <a:pt x="304800" y="38100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953174" y="1560042"/>
            <a:ext cx="301625" cy="38100"/>
          </a:xfrm>
          <a:custGeom>
            <a:avLst/>
            <a:gdLst/>
            <a:ahLst/>
            <a:cxnLst/>
            <a:rect l="l" t="t" r="r" b="b"/>
            <a:pathLst>
              <a:path w="301625" h="38100">
                <a:moveTo>
                  <a:pt x="301167" y="38100"/>
                </a:moveTo>
                <a:lnTo>
                  <a:pt x="0" y="38100"/>
                </a:lnTo>
                <a:lnTo>
                  <a:pt x="0" y="0"/>
                </a:lnTo>
                <a:lnTo>
                  <a:pt x="301167" y="0"/>
                </a:lnTo>
                <a:lnTo>
                  <a:pt x="301167" y="38100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4" name="object 14"/>
          <p:cNvGrpSpPr/>
          <p:nvPr/>
        </p:nvGrpSpPr>
        <p:grpSpPr>
          <a:xfrm>
            <a:off x="2730182" y="1560042"/>
            <a:ext cx="3371850" cy="880744"/>
            <a:chOff x="2730182" y="1560042"/>
            <a:chExt cx="3371850" cy="880744"/>
          </a:xfrm>
        </p:grpSpPr>
        <p:sp>
          <p:nvSpPr>
            <p:cNvPr id="15" name="object 15"/>
            <p:cNvSpPr/>
            <p:nvPr/>
          </p:nvSpPr>
          <p:spPr>
            <a:xfrm>
              <a:off x="2762174" y="1560042"/>
              <a:ext cx="3238500" cy="38100"/>
            </a:xfrm>
            <a:custGeom>
              <a:avLst/>
              <a:gdLst/>
              <a:ahLst/>
              <a:cxnLst/>
              <a:rect l="l" t="t" r="r" b="b"/>
              <a:pathLst>
                <a:path w="3238500" h="38100">
                  <a:moveTo>
                    <a:pt x="304800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304800" y="38100"/>
                  </a:lnTo>
                  <a:lnTo>
                    <a:pt x="304800" y="0"/>
                  </a:lnTo>
                  <a:close/>
                </a:path>
                <a:path w="3238500" h="38100">
                  <a:moveTo>
                    <a:pt x="723900" y="0"/>
                  </a:moveTo>
                  <a:lnTo>
                    <a:pt x="419100" y="0"/>
                  </a:lnTo>
                  <a:lnTo>
                    <a:pt x="419100" y="38100"/>
                  </a:lnTo>
                  <a:lnTo>
                    <a:pt x="723900" y="38100"/>
                  </a:lnTo>
                  <a:lnTo>
                    <a:pt x="723900" y="0"/>
                  </a:lnTo>
                  <a:close/>
                </a:path>
                <a:path w="3238500" h="38100">
                  <a:moveTo>
                    <a:pt x="1143000" y="0"/>
                  </a:moveTo>
                  <a:lnTo>
                    <a:pt x="838200" y="0"/>
                  </a:lnTo>
                  <a:lnTo>
                    <a:pt x="838200" y="38100"/>
                  </a:lnTo>
                  <a:lnTo>
                    <a:pt x="1143000" y="38100"/>
                  </a:lnTo>
                  <a:lnTo>
                    <a:pt x="1143000" y="0"/>
                  </a:lnTo>
                  <a:close/>
                </a:path>
                <a:path w="3238500" h="38100">
                  <a:moveTo>
                    <a:pt x="1562100" y="0"/>
                  </a:moveTo>
                  <a:lnTo>
                    <a:pt x="1257300" y="0"/>
                  </a:lnTo>
                  <a:lnTo>
                    <a:pt x="1257300" y="38100"/>
                  </a:lnTo>
                  <a:lnTo>
                    <a:pt x="1562100" y="38100"/>
                  </a:lnTo>
                  <a:lnTo>
                    <a:pt x="1562100" y="0"/>
                  </a:lnTo>
                  <a:close/>
                </a:path>
                <a:path w="3238500" h="38100">
                  <a:moveTo>
                    <a:pt x="1981200" y="0"/>
                  </a:moveTo>
                  <a:lnTo>
                    <a:pt x="1676400" y="0"/>
                  </a:lnTo>
                  <a:lnTo>
                    <a:pt x="1676400" y="38100"/>
                  </a:lnTo>
                  <a:lnTo>
                    <a:pt x="1981200" y="38100"/>
                  </a:lnTo>
                  <a:lnTo>
                    <a:pt x="1981200" y="0"/>
                  </a:lnTo>
                  <a:close/>
                </a:path>
                <a:path w="3238500" h="38100">
                  <a:moveTo>
                    <a:pt x="2400300" y="0"/>
                  </a:moveTo>
                  <a:lnTo>
                    <a:pt x="2095500" y="0"/>
                  </a:lnTo>
                  <a:lnTo>
                    <a:pt x="2095500" y="38100"/>
                  </a:lnTo>
                  <a:lnTo>
                    <a:pt x="2400300" y="38100"/>
                  </a:lnTo>
                  <a:lnTo>
                    <a:pt x="2400300" y="0"/>
                  </a:lnTo>
                  <a:close/>
                </a:path>
                <a:path w="3238500" h="38100">
                  <a:moveTo>
                    <a:pt x="2819400" y="0"/>
                  </a:moveTo>
                  <a:lnTo>
                    <a:pt x="2514600" y="0"/>
                  </a:lnTo>
                  <a:lnTo>
                    <a:pt x="2514600" y="38100"/>
                  </a:lnTo>
                  <a:lnTo>
                    <a:pt x="2819400" y="38100"/>
                  </a:lnTo>
                  <a:lnTo>
                    <a:pt x="2819400" y="0"/>
                  </a:lnTo>
                  <a:close/>
                </a:path>
                <a:path w="3238500" h="38100">
                  <a:moveTo>
                    <a:pt x="3238500" y="0"/>
                  </a:moveTo>
                  <a:lnTo>
                    <a:pt x="2933700" y="0"/>
                  </a:lnTo>
                  <a:lnTo>
                    <a:pt x="2933700" y="38100"/>
                  </a:lnTo>
                  <a:lnTo>
                    <a:pt x="3238500" y="38100"/>
                  </a:lnTo>
                  <a:lnTo>
                    <a:pt x="3238500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730182" y="2383027"/>
              <a:ext cx="3371850" cy="57150"/>
            </a:xfrm>
            <a:custGeom>
              <a:avLst/>
              <a:gdLst/>
              <a:ahLst/>
              <a:cxnLst/>
              <a:rect l="l" t="t" r="r" b="b"/>
              <a:pathLst>
                <a:path w="3371850" h="57150">
                  <a:moveTo>
                    <a:pt x="57150" y="0"/>
                  </a:moveTo>
                  <a:lnTo>
                    <a:pt x="0" y="0"/>
                  </a:lnTo>
                  <a:lnTo>
                    <a:pt x="0" y="57150"/>
                  </a:lnTo>
                  <a:lnTo>
                    <a:pt x="57150" y="57150"/>
                  </a:lnTo>
                  <a:lnTo>
                    <a:pt x="57150" y="0"/>
                  </a:lnTo>
                  <a:close/>
                </a:path>
                <a:path w="3371850" h="57150">
                  <a:moveTo>
                    <a:pt x="171450" y="0"/>
                  </a:moveTo>
                  <a:lnTo>
                    <a:pt x="114300" y="0"/>
                  </a:lnTo>
                  <a:lnTo>
                    <a:pt x="114300" y="57150"/>
                  </a:lnTo>
                  <a:lnTo>
                    <a:pt x="171450" y="57150"/>
                  </a:lnTo>
                  <a:lnTo>
                    <a:pt x="171450" y="0"/>
                  </a:lnTo>
                  <a:close/>
                </a:path>
                <a:path w="3371850" h="57150">
                  <a:moveTo>
                    <a:pt x="285750" y="0"/>
                  </a:moveTo>
                  <a:lnTo>
                    <a:pt x="228600" y="0"/>
                  </a:lnTo>
                  <a:lnTo>
                    <a:pt x="228600" y="57150"/>
                  </a:lnTo>
                  <a:lnTo>
                    <a:pt x="285750" y="57150"/>
                  </a:lnTo>
                  <a:lnTo>
                    <a:pt x="285750" y="0"/>
                  </a:lnTo>
                  <a:close/>
                </a:path>
                <a:path w="3371850" h="57150">
                  <a:moveTo>
                    <a:pt x="400050" y="0"/>
                  </a:moveTo>
                  <a:lnTo>
                    <a:pt x="342900" y="0"/>
                  </a:lnTo>
                  <a:lnTo>
                    <a:pt x="342900" y="57150"/>
                  </a:lnTo>
                  <a:lnTo>
                    <a:pt x="400050" y="57150"/>
                  </a:lnTo>
                  <a:lnTo>
                    <a:pt x="400050" y="0"/>
                  </a:lnTo>
                  <a:close/>
                </a:path>
                <a:path w="3371850" h="57150">
                  <a:moveTo>
                    <a:pt x="514350" y="0"/>
                  </a:moveTo>
                  <a:lnTo>
                    <a:pt x="457200" y="0"/>
                  </a:lnTo>
                  <a:lnTo>
                    <a:pt x="457200" y="57150"/>
                  </a:lnTo>
                  <a:lnTo>
                    <a:pt x="514350" y="57150"/>
                  </a:lnTo>
                  <a:lnTo>
                    <a:pt x="514350" y="0"/>
                  </a:lnTo>
                  <a:close/>
                </a:path>
                <a:path w="3371850" h="57150">
                  <a:moveTo>
                    <a:pt x="628650" y="0"/>
                  </a:moveTo>
                  <a:lnTo>
                    <a:pt x="571500" y="0"/>
                  </a:lnTo>
                  <a:lnTo>
                    <a:pt x="571500" y="57150"/>
                  </a:lnTo>
                  <a:lnTo>
                    <a:pt x="628650" y="57150"/>
                  </a:lnTo>
                  <a:lnTo>
                    <a:pt x="628650" y="0"/>
                  </a:lnTo>
                  <a:close/>
                </a:path>
                <a:path w="3371850" h="57150">
                  <a:moveTo>
                    <a:pt x="742950" y="0"/>
                  </a:moveTo>
                  <a:lnTo>
                    <a:pt x="685800" y="0"/>
                  </a:lnTo>
                  <a:lnTo>
                    <a:pt x="685800" y="57150"/>
                  </a:lnTo>
                  <a:lnTo>
                    <a:pt x="742950" y="57150"/>
                  </a:lnTo>
                  <a:lnTo>
                    <a:pt x="742950" y="0"/>
                  </a:lnTo>
                  <a:close/>
                </a:path>
                <a:path w="3371850" h="57150">
                  <a:moveTo>
                    <a:pt x="857250" y="0"/>
                  </a:moveTo>
                  <a:lnTo>
                    <a:pt x="800100" y="0"/>
                  </a:lnTo>
                  <a:lnTo>
                    <a:pt x="800100" y="57150"/>
                  </a:lnTo>
                  <a:lnTo>
                    <a:pt x="857250" y="57150"/>
                  </a:lnTo>
                  <a:lnTo>
                    <a:pt x="857250" y="0"/>
                  </a:lnTo>
                  <a:close/>
                </a:path>
                <a:path w="3371850" h="57150">
                  <a:moveTo>
                    <a:pt x="971550" y="0"/>
                  </a:moveTo>
                  <a:lnTo>
                    <a:pt x="914400" y="0"/>
                  </a:lnTo>
                  <a:lnTo>
                    <a:pt x="914400" y="57150"/>
                  </a:lnTo>
                  <a:lnTo>
                    <a:pt x="971550" y="57150"/>
                  </a:lnTo>
                  <a:lnTo>
                    <a:pt x="971550" y="0"/>
                  </a:lnTo>
                  <a:close/>
                </a:path>
                <a:path w="3371850" h="57150">
                  <a:moveTo>
                    <a:pt x="1085850" y="0"/>
                  </a:moveTo>
                  <a:lnTo>
                    <a:pt x="1028700" y="0"/>
                  </a:lnTo>
                  <a:lnTo>
                    <a:pt x="1028700" y="57150"/>
                  </a:lnTo>
                  <a:lnTo>
                    <a:pt x="1085850" y="57150"/>
                  </a:lnTo>
                  <a:lnTo>
                    <a:pt x="1085850" y="0"/>
                  </a:lnTo>
                  <a:close/>
                </a:path>
                <a:path w="3371850" h="57150">
                  <a:moveTo>
                    <a:pt x="1200150" y="0"/>
                  </a:moveTo>
                  <a:lnTo>
                    <a:pt x="1143000" y="0"/>
                  </a:lnTo>
                  <a:lnTo>
                    <a:pt x="1143000" y="57150"/>
                  </a:lnTo>
                  <a:lnTo>
                    <a:pt x="1200150" y="57150"/>
                  </a:lnTo>
                  <a:lnTo>
                    <a:pt x="1200150" y="0"/>
                  </a:lnTo>
                  <a:close/>
                </a:path>
                <a:path w="3371850" h="57150">
                  <a:moveTo>
                    <a:pt x="1314450" y="0"/>
                  </a:moveTo>
                  <a:lnTo>
                    <a:pt x="1257300" y="0"/>
                  </a:lnTo>
                  <a:lnTo>
                    <a:pt x="1257300" y="57150"/>
                  </a:lnTo>
                  <a:lnTo>
                    <a:pt x="1314450" y="57150"/>
                  </a:lnTo>
                  <a:lnTo>
                    <a:pt x="1314450" y="0"/>
                  </a:lnTo>
                  <a:close/>
                </a:path>
                <a:path w="3371850" h="57150">
                  <a:moveTo>
                    <a:pt x="1428750" y="0"/>
                  </a:moveTo>
                  <a:lnTo>
                    <a:pt x="1371600" y="0"/>
                  </a:lnTo>
                  <a:lnTo>
                    <a:pt x="1371600" y="57150"/>
                  </a:lnTo>
                  <a:lnTo>
                    <a:pt x="1428750" y="57150"/>
                  </a:lnTo>
                  <a:lnTo>
                    <a:pt x="1428750" y="0"/>
                  </a:lnTo>
                  <a:close/>
                </a:path>
                <a:path w="3371850" h="57150">
                  <a:moveTo>
                    <a:pt x="1543050" y="0"/>
                  </a:moveTo>
                  <a:lnTo>
                    <a:pt x="1485900" y="0"/>
                  </a:lnTo>
                  <a:lnTo>
                    <a:pt x="1485900" y="57150"/>
                  </a:lnTo>
                  <a:lnTo>
                    <a:pt x="1543050" y="57150"/>
                  </a:lnTo>
                  <a:lnTo>
                    <a:pt x="1543050" y="0"/>
                  </a:lnTo>
                  <a:close/>
                </a:path>
                <a:path w="3371850" h="57150">
                  <a:moveTo>
                    <a:pt x="1657350" y="0"/>
                  </a:moveTo>
                  <a:lnTo>
                    <a:pt x="1600200" y="0"/>
                  </a:lnTo>
                  <a:lnTo>
                    <a:pt x="1600200" y="57150"/>
                  </a:lnTo>
                  <a:lnTo>
                    <a:pt x="1657350" y="57150"/>
                  </a:lnTo>
                  <a:lnTo>
                    <a:pt x="1657350" y="0"/>
                  </a:lnTo>
                  <a:close/>
                </a:path>
                <a:path w="3371850" h="57150">
                  <a:moveTo>
                    <a:pt x="1771650" y="0"/>
                  </a:moveTo>
                  <a:lnTo>
                    <a:pt x="1714500" y="0"/>
                  </a:lnTo>
                  <a:lnTo>
                    <a:pt x="1714500" y="57150"/>
                  </a:lnTo>
                  <a:lnTo>
                    <a:pt x="1771650" y="57150"/>
                  </a:lnTo>
                  <a:lnTo>
                    <a:pt x="1771650" y="0"/>
                  </a:lnTo>
                  <a:close/>
                </a:path>
                <a:path w="3371850" h="57150">
                  <a:moveTo>
                    <a:pt x="1885950" y="0"/>
                  </a:moveTo>
                  <a:lnTo>
                    <a:pt x="1828800" y="0"/>
                  </a:lnTo>
                  <a:lnTo>
                    <a:pt x="1828800" y="57150"/>
                  </a:lnTo>
                  <a:lnTo>
                    <a:pt x="1885950" y="57150"/>
                  </a:lnTo>
                  <a:lnTo>
                    <a:pt x="1885950" y="0"/>
                  </a:lnTo>
                  <a:close/>
                </a:path>
                <a:path w="3371850" h="57150">
                  <a:moveTo>
                    <a:pt x="2000250" y="0"/>
                  </a:moveTo>
                  <a:lnTo>
                    <a:pt x="1943100" y="0"/>
                  </a:lnTo>
                  <a:lnTo>
                    <a:pt x="1943100" y="57150"/>
                  </a:lnTo>
                  <a:lnTo>
                    <a:pt x="2000250" y="57150"/>
                  </a:lnTo>
                  <a:lnTo>
                    <a:pt x="2000250" y="0"/>
                  </a:lnTo>
                  <a:close/>
                </a:path>
                <a:path w="3371850" h="57150">
                  <a:moveTo>
                    <a:pt x="2114550" y="0"/>
                  </a:moveTo>
                  <a:lnTo>
                    <a:pt x="2057400" y="0"/>
                  </a:lnTo>
                  <a:lnTo>
                    <a:pt x="2057400" y="57150"/>
                  </a:lnTo>
                  <a:lnTo>
                    <a:pt x="2114550" y="57150"/>
                  </a:lnTo>
                  <a:lnTo>
                    <a:pt x="2114550" y="0"/>
                  </a:lnTo>
                  <a:close/>
                </a:path>
                <a:path w="3371850" h="57150">
                  <a:moveTo>
                    <a:pt x="2228850" y="0"/>
                  </a:moveTo>
                  <a:lnTo>
                    <a:pt x="2171700" y="0"/>
                  </a:lnTo>
                  <a:lnTo>
                    <a:pt x="2171700" y="57150"/>
                  </a:lnTo>
                  <a:lnTo>
                    <a:pt x="2228850" y="57150"/>
                  </a:lnTo>
                  <a:lnTo>
                    <a:pt x="2228850" y="0"/>
                  </a:lnTo>
                  <a:close/>
                </a:path>
                <a:path w="3371850" h="57150">
                  <a:moveTo>
                    <a:pt x="2343150" y="0"/>
                  </a:moveTo>
                  <a:lnTo>
                    <a:pt x="2286000" y="0"/>
                  </a:lnTo>
                  <a:lnTo>
                    <a:pt x="2286000" y="57150"/>
                  </a:lnTo>
                  <a:lnTo>
                    <a:pt x="2343150" y="57150"/>
                  </a:lnTo>
                  <a:lnTo>
                    <a:pt x="2343150" y="0"/>
                  </a:lnTo>
                  <a:close/>
                </a:path>
                <a:path w="3371850" h="57150">
                  <a:moveTo>
                    <a:pt x="2457450" y="0"/>
                  </a:moveTo>
                  <a:lnTo>
                    <a:pt x="2400300" y="0"/>
                  </a:lnTo>
                  <a:lnTo>
                    <a:pt x="2400300" y="57150"/>
                  </a:lnTo>
                  <a:lnTo>
                    <a:pt x="2457450" y="57150"/>
                  </a:lnTo>
                  <a:lnTo>
                    <a:pt x="2457450" y="0"/>
                  </a:lnTo>
                  <a:close/>
                </a:path>
                <a:path w="3371850" h="57150">
                  <a:moveTo>
                    <a:pt x="2571750" y="0"/>
                  </a:moveTo>
                  <a:lnTo>
                    <a:pt x="2514600" y="0"/>
                  </a:lnTo>
                  <a:lnTo>
                    <a:pt x="2514600" y="57150"/>
                  </a:lnTo>
                  <a:lnTo>
                    <a:pt x="2571750" y="57150"/>
                  </a:lnTo>
                  <a:lnTo>
                    <a:pt x="2571750" y="0"/>
                  </a:lnTo>
                  <a:close/>
                </a:path>
                <a:path w="3371850" h="57150">
                  <a:moveTo>
                    <a:pt x="2686050" y="0"/>
                  </a:moveTo>
                  <a:lnTo>
                    <a:pt x="2628900" y="0"/>
                  </a:lnTo>
                  <a:lnTo>
                    <a:pt x="2628900" y="57150"/>
                  </a:lnTo>
                  <a:lnTo>
                    <a:pt x="2686050" y="57150"/>
                  </a:lnTo>
                  <a:lnTo>
                    <a:pt x="2686050" y="0"/>
                  </a:lnTo>
                  <a:close/>
                </a:path>
                <a:path w="3371850" h="57150">
                  <a:moveTo>
                    <a:pt x="2800350" y="0"/>
                  </a:moveTo>
                  <a:lnTo>
                    <a:pt x="2743200" y="0"/>
                  </a:lnTo>
                  <a:lnTo>
                    <a:pt x="2743200" y="57150"/>
                  </a:lnTo>
                  <a:lnTo>
                    <a:pt x="2800350" y="57150"/>
                  </a:lnTo>
                  <a:lnTo>
                    <a:pt x="2800350" y="0"/>
                  </a:lnTo>
                  <a:close/>
                </a:path>
                <a:path w="3371850" h="57150">
                  <a:moveTo>
                    <a:pt x="2914650" y="0"/>
                  </a:moveTo>
                  <a:lnTo>
                    <a:pt x="2857500" y="0"/>
                  </a:lnTo>
                  <a:lnTo>
                    <a:pt x="2857500" y="57150"/>
                  </a:lnTo>
                  <a:lnTo>
                    <a:pt x="2914650" y="57150"/>
                  </a:lnTo>
                  <a:lnTo>
                    <a:pt x="2914650" y="0"/>
                  </a:lnTo>
                  <a:close/>
                </a:path>
                <a:path w="3371850" h="57150">
                  <a:moveTo>
                    <a:pt x="3028950" y="0"/>
                  </a:moveTo>
                  <a:lnTo>
                    <a:pt x="2971800" y="0"/>
                  </a:lnTo>
                  <a:lnTo>
                    <a:pt x="2971800" y="57150"/>
                  </a:lnTo>
                  <a:lnTo>
                    <a:pt x="3028950" y="57150"/>
                  </a:lnTo>
                  <a:lnTo>
                    <a:pt x="3028950" y="0"/>
                  </a:lnTo>
                  <a:close/>
                </a:path>
                <a:path w="3371850" h="57150">
                  <a:moveTo>
                    <a:pt x="3143250" y="0"/>
                  </a:moveTo>
                  <a:lnTo>
                    <a:pt x="3086100" y="0"/>
                  </a:lnTo>
                  <a:lnTo>
                    <a:pt x="3086100" y="57150"/>
                  </a:lnTo>
                  <a:lnTo>
                    <a:pt x="3143250" y="57150"/>
                  </a:lnTo>
                  <a:lnTo>
                    <a:pt x="3143250" y="0"/>
                  </a:lnTo>
                  <a:close/>
                </a:path>
                <a:path w="3371850" h="57150">
                  <a:moveTo>
                    <a:pt x="3257550" y="0"/>
                  </a:moveTo>
                  <a:lnTo>
                    <a:pt x="3200400" y="0"/>
                  </a:lnTo>
                  <a:lnTo>
                    <a:pt x="3200400" y="57150"/>
                  </a:lnTo>
                  <a:lnTo>
                    <a:pt x="3257550" y="57150"/>
                  </a:lnTo>
                  <a:lnTo>
                    <a:pt x="3257550" y="0"/>
                  </a:lnTo>
                  <a:close/>
                </a:path>
                <a:path w="3371850" h="57150">
                  <a:moveTo>
                    <a:pt x="3371850" y="0"/>
                  </a:moveTo>
                  <a:lnTo>
                    <a:pt x="3314700" y="0"/>
                  </a:lnTo>
                  <a:lnTo>
                    <a:pt x="3314700" y="57150"/>
                  </a:lnTo>
                  <a:lnTo>
                    <a:pt x="3371850" y="57150"/>
                  </a:lnTo>
                  <a:lnTo>
                    <a:pt x="3371850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1073073" y="1208824"/>
            <a:ext cx="162941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heavy" sz="2000" spc="120">
                <a:uFill>
                  <a:solidFill>
                    <a:srgbClr val="CCCC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000">
                <a:uFill>
                  <a:solidFill>
                    <a:srgbClr val="CCCCFF"/>
                  </a:solidFill>
                </a:uFill>
                <a:latin typeface="UKIJ CJK"/>
                <a:cs typeface="UKIJ CJK"/>
              </a:rPr>
              <a:t>操</a:t>
            </a:r>
            <a:r>
              <a:rPr dirty="0" sz="2000">
                <a:latin typeface="UKIJ CJK"/>
                <a:cs typeface="UKIJ CJK"/>
              </a:rPr>
              <a:t>作系</a:t>
            </a:r>
            <a:r>
              <a:rPr dirty="0" u="heavy" sz="2000">
                <a:uFill>
                  <a:solidFill>
                    <a:srgbClr val="CCCCFF"/>
                  </a:solidFill>
                </a:uFill>
                <a:latin typeface="UKIJ CJK"/>
                <a:cs typeface="UKIJ CJK"/>
              </a:rPr>
              <a:t>统边</a:t>
            </a:r>
            <a:r>
              <a:rPr dirty="0" sz="2000" spc="5">
                <a:latin typeface="UKIJ CJK"/>
                <a:cs typeface="UKIJ CJK"/>
              </a:rPr>
              <a:t>界</a:t>
            </a:r>
            <a:endParaRPr sz="2000">
              <a:latin typeface="UKIJ CJK"/>
              <a:cs typeface="UKIJ CJK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27077" y="1186484"/>
            <a:ext cx="111252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">
                <a:latin typeface="Times New Roman"/>
                <a:cs typeface="Times New Roman"/>
              </a:rPr>
              <a:t>O</a:t>
            </a:r>
            <a:r>
              <a:rPr dirty="0" sz="2000" spc="-10">
                <a:latin typeface="Times New Roman"/>
                <a:cs typeface="Times New Roman"/>
              </a:rPr>
              <a:t>S</a:t>
            </a:r>
            <a:r>
              <a:rPr dirty="0" sz="2000">
                <a:latin typeface="UKIJ CJK"/>
                <a:cs typeface="UKIJ CJK"/>
              </a:rPr>
              <a:t>外实</a:t>
            </a:r>
            <a:r>
              <a:rPr dirty="0" sz="2000" spc="5">
                <a:latin typeface="UKIJ CJK"/>
                <a:cs typeface="UKIJ CJK"/>
              </a:rPr>
              <a:t>现</a:t>
            </a:r>
            <a:endParaRPr sz="2000">
              <a:latin typeface="UKIJ CJK"/>
              <a:cs typeface="UKIJ CJK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015682" y="2383027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7150" y="57150"/>
                </a:moveTo>
                <a:lnTo>
                  <a:pt x="0" y="57150"/>
                </a:lnTo>
                <a:lnTo>
                  <a:pt x="0" y="0"/>
                </a:lnTo>
                <a:lnTo>
                  <a:pt x="57150" y="0"/>
                </a:lnTo>
                <a:lnTo>
                  <a:pt x="57150" y="5715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129982" y="2383027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7150" y="57150"/>
                </a:moveTo>
                <a:lnTo>
                  <a:pt x="0" y="57150"/>
                </a:lnTo>
                <a:lnTo>
                  <a:pt x="0" y="0"/>
                </a:lnTo>
                <a:lnTo>
                  <a:pt x="57150" y="0"/>
                </a:lnTo>
                <a:lnTo>
                  <a:pt x="57150" y="5715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244282" y="2383027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7150" y="57150"/>
                </a:moveTo>
                <a:lnTo>
                  <a:pt x="0" y="57150"/>
                </a:lnTo>
                <a:lnTo>
                  <a:pt x="0" y="0"/>
                </a:lnTo>
                <a:lnTo>
                  <a:pt x="57150" y="0"/>
                </a:lnTo>
                <a:lnTo>
                  <a:pt x="57150" y="5715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358582" y="2383027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7150" y="57150"/>
                </a:moveTo>
                <a:lnTo>
                  <a:pt x="0" y="57150"/>
                </a:lnTo>
                <a:lnTo>
                  <a:pt x="0" y="0"/>
                </a:lnTo>
                <a:lnTo>
                  <a:pt x="57150" y="0"/>
                </a:lnTo>
                <a:lnTo>
                  <a:pt x="57150" y="5715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472882" y="2383027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7150" y="57150"/>
                </a:moveTo>
                <a:lnTo>
                  <a:pt x="0" y="57150"/>
                </a:lnTo>
                <a:lnTo>
                  <a:pt x="0" y="0"/>
                </a:lnTo>
                <a:lnTo>
                  <a:pt x="57150" y="0"/>
                </a:lnTo>
                <a:lnTo>
                  <a:pt x="57150" y="5715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587182" y="2383027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7150" y="57150"/>
                </a:moveTo>
                <a:lnTo>
                  <a:pt x="0" y="57150"/>
                </a:lnTo>
                <a:lnTo>
                  <a:pt x="0" y="0"/>
                </a:lnTo>
                <a:lnTo>
                  <a:pt x="57150" y="0"/>
                </a:lnTo>
                <a:lnTo>
                  <a:pt x="57150" y="5715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701482" y="2383027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7150" y="57150"/>
                </a:moveTo>
                <a:lnTo>
                  <a:pt x="0" y="57150"/>
                </a:lnTo>
                <a:lnTo>
                  <a:pt x="0" y="0"/>
                </a:lnTo>
                <a:lnTo>
                  <a:pt x="57150" y="0"/>
                </a:lnTo>
                <a:lnTo>
                  <a:pt x="57150" y="5715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815782" y="2383027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7150" y="57150"/>
                </a:moveTo>
                <a:lnTo>
                  <a:pt x="0" y="57150"/>
                </a:lnTo>
                <a:lnTo>
                  <a:pt x="0" y="0"/>
                </a:lnTo>
                <a:lnTo>
                  <a:pt x="57150" y="0"/>
                </a:lnTo>
                <a:lnTo>
                  <a:pt x="57150" y="5715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930082" y="2383027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7150" y="57150"/>
                </a:moveTo>
                <a:lnTo>
                  <a:pt x="0" y="57150"/>
                </a:lnTo>
                <a:lnTo>
                  <a:pt x="0" y="0"/>
                </a:lnTo>
                <a:lnTo>
                  <a:pt x="57150" y="0"/>
                </a:lnTo>
                <a:lnTo>
                  <a:pt x="57150" y="5715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044382" y="2383027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7150" y="57150"/>
                </a:moveTo>
                <a:lnTo>
                  <a:pt x="0" y="57150"/>
                </a:lnTo>
                <a:lnTo>
                  <a:pt x="0" y="0"/>
                </a:lnTo>
                <a:lnTo>
                  <a:pt x="57150" y="0"/>
                </a:lnTo>
                <a:lnTo>
                  <a:pt x="57150" y="5715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158682" y="2383027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7150" y="57150"/>
                </a:moveTo>
                <a:lnTo>
                  <a:pt x="0" y="57150"/>
                </a:lnTo>
                <a:lnTo>
                  <a:pt x="0" y="0"/>
                </a:lnTo>
                <a:lnTo>
                  <a:pt x="57150" y="0"/>
                </a:lnTo>
                <a:lnTo>
                  <a:pt x="57150" y="5715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272982" y="2383027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7150" y="57150"/>
                </a:moveTo>
                <a:lnTo>
                  <a:pt x="0" y="57150"/>
                </a:lnTo>
                <a:lnTo>
                  <a:pt x="0" y="0"/>
                </a:lnTo>
                <a:lnTo>
                  <a:pt x="57150" y="0"/>
                </a:lnTo>
                <a:lnTo>
                  <a:pt x="57150" y="5715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387282" y="2383027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7150" y="57150"/>
                </a:moveTo>
                <a:lnTo>
                  <a:pt x="0" y="57150"/>
                </a:lnTo>
                <a:lnTo>
                  <a:pt x="0" y="0"/>
                </a:lnTo>
                <a:lnTo>
                  <a:pt x="57150" y="0"/>
                </a:lnTo>
                <a:lnTo>
                  <a:pt x="57150" y="5715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501582" y="2383027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7150" y="57150"/>
                </a:moveTo>
                <a:lnTo>
                  <a:pt x="0" y="57150"/>
                </a:lnTo>
                <a:lnTo>
                  <a:pt x="0" y="0"/>
                </a:lnTo>
                <a:lnTo>
                  <a:pt x="57150" y="0"/>
                </a:lnTo>
                <a:lnTo>
                  <a:pt x="57150" y="5715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615882" y="2383027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7150" y="57150"/>
                </a:moveTo>
                <a:lnTo>
                  <a:pt x="0" y="57150"/>
                </a:lnTo>
                <a:lnTo>
                  <a:pt x="0" y="0"/>
                </a:lnTo>
                <a:lnTo>
                  <a:pt x="57150" y="0"/>
                </a:lnTo>
                <a:lnTo>
                  <a:pt x="57150" y="5715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159182" y="2383027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7150" y="57150"/>
                </a:moveTo>
                <a:lnTo>
                  <a:pt x="0" y="57150"/>
                </a:lnTo>
                <a:lnTo>
                  <a:pt x="0" y="0"/>
                </a:lnTo>
                <a:lnTo>
                  <a:pt x="57150" y="0"/>
                </a:lnTo>
                <a:lnTo>
                  <a:pt x="57150" y="5715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273482" y="2383027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7150" y="57150"/>
                </a:moveTo>
                <a:lnTo>
                  <a:pt x="0" y="57150"/>
                </a:lnTo>
                <a:lnTo>
                  <a:pt x="0" y="0"/>
                </a:lnTo>
                <a:lnTo>
                  <a:pt x="57150" y="0"/>
                </a:lnTo>
                <a:lnTo>
                  <a:pt x="57150" y="5715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387782" y="2383027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7150" y="57150"/>
                </a:moveTo>
                <a:lnTo>
                  <a:pt x="0" y="57150"/>
                </a:lnTo>
                <a:lnTo>
                  <a:pt x="0" y="0"/>
                </a:lnTo>
                <a:lnTo>
                  <a:pt x="57150" y="0"/>
                </a:lnTo>
                <a:lnTo>
                  <a:pt x="57150" y="5715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502082" y="2383027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7150" y="57150"/>
                </a:moveTo>
                <a:lnTo>
                  <a:pt x="0" y="57150"/>
                </a:lnTo>
                <a:lnTo>
                  <a:pt x="0" y="0"/>
                </a:lnTo>
                <a:lnTo>
                  <a:pt x="57150" y="0"/>
                </a:lnTo>
                <a:lnTo>
                  <a:pt x="57150" y="5715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616382" y="2383027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7150" y="57150"/>
                </a:moveTo>
                <a:lnTo>
                  <a:pt x="0" y="57150"/>
                </a:lnTo>
                <a:lnTo>
                  <a:pt x="0" y="0"/>
                </a:lnTo>
                <a:lnTo>
                  <a:pt x="57150" y="0"/>
                </a:lnTo>
                <a:lnTo>
                  <a:pt x="57150" y="5715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6730682" y="2383027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7150" y="57150"/>
                </a:moveTo>
                <a:lnTo>
                  <a:pt x="0" y="57150"/>
                </a:lnTo>
                <a:lnTo>
                  <a:pt x="0" y="0"/>
                </a:lnTo>
                <a:lnTo>
                  <a:pt x="57150" y="0"/>
                </a:lnTo>
                <a:lnTo>
                  <a:pt x="57150" y="5715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844982" y="2383027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7150" y="57150"/>
                </a:moveTo>
                <a:lnTo>
                  <a:pt x="0" y="57150"/>
                </a:lnTo>
                <a:lnTo>
                  <a:pt x="0" y="0"/>
                </a:lnTo>
                <a:lnTo>
                  <a:pt x="57150" y="0"/>
                </a:lnTo>
                <a:lnTo>
                  <a:pt x="57150" y="5715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6959282" y="2383027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7150" y="57150"/>
                </a:moveTo>
                <a:lnTo>
                  <a:pt x="0" y="57150"/>
                </a:lnTo>
                <a:lnTo>
                  <a:pt x="0" y="0"/>
                </a:lnTo>
                <a:lnTo>
                  <a:pt x="57150" y="0"/>
                </a:lnTo>
                <a:lnTo>
                  <a:pt x="57150" y="5715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7073582" y="2383027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7150" y="57150"/>
                </a:moveTo>
                <a:lnTo>
                  <a:pt x="0" y="57150"/>
                </a:lnTo>
                <a:lnTo>
                  <a:pt x="0" y="0"/>
                </a:lnTo>
                <a:lnTo>
                  <a:pt x="57150" y="0"/>
                </a:lnTo>
                <a:lnTo>
                  <a:pt x="57150" y="5715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187882" y="2383027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7150" y="57150"/>
                </a:moveTo>
                <a:lnTo>
                  <a:pt x="0" y="57150"/>
                </a:lnTo>
                <a:lnTo>
                  <a:pt x="0" y="0"/>
                </a:lnTo>
                <a:lnTo>
                  <a:pt x="57150" y="0"/>
                </a:lnTo>
                <a:lnTo>
                  <a:pt x="57150" y="5715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1152207" y="2422905"/>
            <a:ext cx="1550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UKIJ CJK"/>
                <a:cs typeface="UKIJ CJK"/>
              </a:rPr>
              <a:t>协议地址边</a:t>
            </a:r>
            <a:r>
              <a:rPr dirty="0" sz="2000" spc="5">
                <a:latin typeface="UKIJ CJK"/>
                <a:cs typeface="UKIJ CJK"/>
              </a:rPr>
              <a:t>界</a:t>
            </a:r>
            <a:endParaRPr sz="2000">
              <a:latin typeface="UKIJ CJK"/>
              <a:cs typeface="UKIJ CJK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708002" y="2435263"/>
            <a:ext cx="1550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UKIJ CJK"/>
                <a:cs typeface="UKIJ CJK"/>
              </a:rPr>
              <a:t>使用硬件地</a:t>
            </a:r>
            <a:r>
              <a:rPr dirty="0" sz="2000" spc="5">
                <a:latin typeface="UKIJ CJK"/>
                <a:cs typeface="UKIJ CJK"/>
              </a:rPr>
              <a:t>址</a:t>
            </a:r>
            <a:endParaRPr sz="2000">
              <a:latin typeface="UKIJ CJK"/>
              <a:cs typeface="UKIJ CJK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874016" y="1449578"/>
            <a:ext cx="1267460" cy="9429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52705">
              <a:lnSpc>
                <a:spcPct val="150500"/>
              </a:lnSpc>
              <a:spcBef>
                <a:spcPts val="95"/>
              </a:spcBef>
            </a:pPr>
            <a:r>
              <a:rPr dirty="0" sz="2000" spc="-5">
                <a:latin typeface="Times New Roman"/>
                <a:cs typeface="Times New Roman"/>
              </a:rPr>
              <a:t>OS</a:t>
            </a:r>
            <a:r>
              <a:rPr dirty="0" sz="2000">
                <a:latin typeface="UKIJ CJK"/>
                <a:cs typeface="UKIJ CJK"/>
              </a:rPr>
              <a:t>内实</a:t>
            </a:r>
            <a:r>
              <a:rPr dirty="0" sz="2000" spc="5">
                <a:latin typeface="UKIJ CJK"/>
                <a:cs typeface="UKIJ CJK"/>
              </a:rPr>
              <a:t>现 </a:t>
            </a:r>
            <a:r>
              <a:rPr dirty="0" sz="2000">
                <a:latin typeface="UKIJ CJK"/>
                <a:cs typeface="UKIJ CJK"/>
              </a:rPr>
              <a:t>使用</a:t>
            </a:r>
            <a:r>
              <a:rPr dirty="0" sz="2000" spc="-5">
                <a:latin typeface="Times New Roman"/>
                <a:cs typeface="Times New Roman"/>
              </a:rPr>
              <a:t>I</a:t>
            </a:r>
            <a:r>
              <a:rPr dirty="0" sz="2000" spc="-10">
                <a:latin typeface="Times New Roman"/>
                <a:cs typeface="Times New Roman"/>
              </a:rPr>
              <a:t>P</a:t>
            </a:r>
            <a:r>
              <a:rPr dirty="0" sz="2000">
                <a:latin typeface="UKIJ CJK"/>
                <a:cs typeface="UKIJ CJK"/>
              </a:rPr>
              <a:t>地</a:t>
            </a:r>
            <a:r>
              <a:rPr dirty="0" sz="2000" spc="5">
                <a:latin typeface="UKIJ CJK"/>
                <a:cs typeface="UKIJ CJK"/>
              </a:rPr>
              <a:t>址</a:t>
            </a:r>
            <a:endParaRPr sz="2000">
              <a:latin typeface="UKIJ CJK"/>
              <a:cs typeface="UKIJ CJK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81037" y="3495433"/>
            <a:ext cx="8255000" cy="2966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UKIJ CJK"/>
                <a:cs typeface="UKIJ CJK"/>
              </a:rPr>
              <a:t>传输层及其以下的各层协议，应用层中被</a:t>
            </a:r>
            <a:r>
              <a:rPr dirty="0" sz="2400" spc="260">
                <a:latin typeface="UKIJ CJK"/>
                <a:cs typeface="UKIJ CJK"/>
              </a:rPr>
              <a:t>IETF</a:t>
            </a:r>
            <a:r>
              <a:rPr dirty="0" sz="2400">
                <a:latin typeface="UKIJ CJK"/>
                <a:cs typeface="UKIJ CJK"/>
              </a:rPr>
              <a:t>标准化的协议 和操作系统厂商自定义的协议属于操作系统内部实现。用户自 己开发的应用程序所制定的相应协议属于操作系统外部实现。</a:t>
            </a:r>
            <a:endParaRPr sz="2400">
              <a:latin typeface="UKIJ CJK"/>
              <a:cs typeface="UKIJ CJK"/>
            </a:endParaRPr>
          </a:p>
          <a:p>
            <a:pPr marL="12700" marR="905510">
              <a:lnSpc>
                <a:spcPct val="120800"/>
              </a:lnSpc>
            </a:pPr>
            <a:r>
              <a:rPr dirty="0" sz="2400" spc="5" b="0">
                <a:latin typeface="Noto Sans CJK JP Medium"/>
                <a:cs typeface="Noto Sans CJK JP Medium"/>
              </a:rPr>
              <a:t>编写网络应用程序时如何访问操作系统内部的服务？</a:t>
            </a:r>
            <a:r>
              <a:rPr dirty="0" sz="2400" b="0">
                <a:latin typeface="Noto Sans CJK JP Medium"/>
                <a:cs typeface="Noto Sans CJK JP Medium"/>
              </a:rPr>
              <a:t>？  </a:t>
            </a:r>
            <a:r>
              <a:rPr dirty="0" sz="2400" spc="300">
                <a:latin typeface="UKIJ CJK"/>
                <a:cs typeface="UKIJ CJK"/>
              </a:rPr>
              <a:t>SOKET</a:t>
            </a:r>
            <a:r>
              <a:rPr dirty="0" sz="2400">
                <a:latin typeface="UKIJ CJK"/>
                <a:cs typeface="UKIJ CJK"/>
              </a:rPr>
              <a:t>是连接网络应用与操作系统的一个常用接口。</a:t>
            </a:r>
            <a:endParaRPr sz="2400">
              <a:latin typeface="UKIJ CJK"/>
              <a:cs typeface="UKIJ CJK"/>
            </a:endParaRPr>
          </a:p>
          <a:p>
            <a:pPr marL="12700" marR="2138680">
              <a:lnSpc>
                <a:spcPct val="120800"/>
              </a:lnSpc>
              <a:spcBef>
                <a:spcPts val="600"/>
              </a:spcBef>
            </a:pPr>
            <a:r>
              <a:rPr dirty="0" sz="2400" spc="5" b="0">
                <a:latin typeface="Noto Sans CJK JP Medium"/>
                <a:cs typeface="Noto Sans CJK JP Medium"/>
              </a:rPr>
              <a:t>问题：如何实现</a:t>
            </a:r>
            <a:r>
              <a:rPr dirty="0" sz="2400" spc="70" b="0">
                <a:latin typeface="Noto Sans CJK JP Medium"/>
                <a:cs typeface="Noto Sans CJK JP Medium"/>
              </a:rPr>
              <a:t>I</a:t>
            </a:r>
            <a:r>
              <a:rPr dirty="0" sz="2400" spc="-60" b="0">
                <a:latin typeface="Noto Sans CJK JP Medium"/>
                <a:cs typeface="Noto Sans CJK JP Medium"/>
              </a:rPr>
              <a:t>P</a:t>
            </a:r>
            <a:r>
              <a:rPr dirty="0" sz="2400" spc="5" b="0">
                <a:latin typeface="Noto Sans CJK JP Medium"/>
                <a:cs typeface="Noto Sans CJK JP Medium"/>
              </a:rPr>
              <a:t>地址和到物理地址的映射</a:t>
            </a:r>
            <a:r>
              <a:rPr dirty="0" sz="2400" b="0">
                <a:latin typeface="Noto Sans CJK JP Medium"/>
                <a:cs typeface="Noto Sans CJK JP Medium"/>
              </a:rPr>
              <a:t>？ </a:t>
            </a:r>
            <a:r>
              <a:rPr dirty="0" sz="2400" spc="5" b="0">
                <a:solidFill>
                  <a:srgbClr val="FF0000"/>
                </a:solidFill>
                <a:latin typeface="Noto Sans CJK JP Medium"/>
                <a:cs typeface="Noto Sans CJK JP Medium"/>
              </a:rPr>
              <a:t>解答：使用</a:t>
            </a:r>
            <a:r>
              <a:rPr dirty="0" sz="2400" spc="80" b="0">
                <a:solidFill>
                  <a:srgbClr val="FF0000"/>
                </a:solidFill>
                <a:latin typeface="Noto Sans CJK JP Medium"/>
                <a:cs typeface="Noto Sans CJK JP Medium"/>
              </a:rPr>
              <a:t>ARP</a:t>
            </a:r>
            <a:r>
              <a:rPr dirty="0" sz="2400" spc="5" b="0">
                <a:solidFill>
                  <a:srgbClr val="FF0000"/>
                </a:solidFill>
                <a:latin typeface="Noto Sans CJK JP Medium"/>
                <a:cs typeface="Noto Sans CJK JP Medium"/>
              </a:rPr>
              <a:t>和</a:t>
            </a:r>
            <a:r>
              <a:rPr dirty="0" sz="2400" spc="100" b="0">
                <a:solidFill>
                  <a:srgbClr val="FF0000"/>
                </a:solidFill>
                <a:latin typeface="Noto Sans CJK JP Medium"/>
                <a:cs typeface="Noto Sans CJK JP Medium"/>
              </a:rPr>
              <a:t>RARP</a:t>
            </a:r>
            <a:r>
              <a:rPr dirty="0" sz="2400" spc="5" b="0">
                <a:solidFill>
                  <a:srgbClr val="FF0000"/>
                </a:solidFill>
                <a:latin typeface="Noto Sans CJK JP Medium"/>
                <a:cs typeface="Noto Sans CJK JP Medium"/>
              </a:rPr>
              <a:t>协</a:t>
            </a:r>
            <a:r>
              <a:rPr dirty="0" sz="2400" b="0">
                <a:solidFill>
                  <a:srgbClr val="FF0000"/>
                </a:solidFill>
                <a:latin typeface="Noto Sans CJK JP Medium"/>
                <a:cs typeface="Noto Sans CJK JP Medium"/>
              </a:rPr>
              <a:t>议</a:t>
            </a:r>
            <a:endParaRPr sz="2400">
              <a:latin typeface="Noto Sans CJK JP Medium"/>
              <a:cs typeface="Noto Sans CJK JP Medium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598062" y="1370215"/>
            <a:ext cx="173355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r>
              <a:rPr dirty="0" sz="2000" spc="-5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dirty="0" sz="2000">
                <a:solidFill>
                  <a:srgbClr val="FF0000"/>
                </a:solidFill>
                <a:latin typeface="Times New Roman"/>
                <a:cs typeface="Times New Roman"/>
              </a:rPr>
              <a:t>c</a:t>
            </a:r>
            <a:r>
              <a:rPr dirty="0" sz="2000" spc="-5">
                <a:solidFill>
                  <a:srgbClr val="FF0000"/>
                </a:solidFill>
                <a:latin typeface="Times New Roman"/>
                <a:cs typeface="Times New Roman"/>
              </a:rPr>
              <a:t>k</a:t>
            </a:r>
            <a:r>
              <a:rPr dirty="0" sz="200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dirty="0" sz="2000" spc="-5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dirty="0" sz="2000">
                <a:solidFill>
                  <a:srgbClr val="FF0000"/>
                </a:solidFill>
                <a:latin typeface="UKIJ CJK"/>
                <a:cs typeface="UKIJ CJK"/>
              </a:rPr>
              <a:t>编程接</a:t>
            </a:r>
            <a:r>
              <a:rPr dirty="0" sz="2000" spc="5">
                <a:solidFill>
                  <a:srgbClr val="FF0000"/>
                </a:solidFill>
                <a:latin typeface="UKIJ CJK"/>
                <a:cs typeface="UKIJ CJK"/>
              </a:rPr>
              <a:t>口</a:t>
            </a:r>
            <a:endParaRPr sz="2000">
              <a:latin typeface="UKIJ CJK"/>
              <a:cs typeface="UKIJ CJK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6552" y="325310"/>
            <a:ext cx="288099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3333CC"/>
                </a:solidFill>
                <a:latin typeface="Times New Roman"/>
                <a:cs typeface="Times New Roman"/>
              </a:rPr>
              <a:t>4.</a:t>
            </a:r>
            <a:r>
              <a:rPr dirty="0" sz="2800" spc="-85" b="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z="2800" spc="15" b="0">
                <a:solidFill>
                  <a:srgbClr val="3333CC"/>
                </a:solidFill>
                <a:latin typeface="WenQuanYi Zen Hei Mono"/>
                <a:cs typeface="WenQuanYi Zen Hei Mono"/>
              </a:rPr>
              <a:t>点到点和端到</a:t>
            </a:r>
            <a:r>
              <a:rPr dirty="0" sz="2800" spc="-5" b="0">
                <a:solidFill>
                  <a:srgbClr val="3333CC"/>
                </a:solidFill>
                <a:latin typeface="WenQuanYi Zen Hei Mono"/>
                <a:cs typeface="WenQuanYi Zen Hei Mono"/>
              </a:rPr>
              <a:t>端</a:t>
            </a:r>
            <a:endParaRPr sz="2800">
              <a:latin typeface="WenQuanYi Zen Hei Mono"/>
              <a:cs typeface="WenQuanYi Zen Hei Mon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0342" y="4553779"/>
            <a:ext cx="8422005" cy="2114550"/>
          </a:xfrm>
          <a:prstGeom prst="rect">
            <a:avLst/>
          </a:prstGeom>
        </p:spPr>
        <p:txBody>
          <a:bodyPr wrap="square" lIns="0" tIns="186690" rIns="0" bIns="0" rtlCol="0" vert="horz">
            <a:spAutoFit/>
          </a:bodyPr>
          <a:lstStyle/>
          <a:p>
            <a:pPr algn="ctr" marL="139700">
              <a:lnSpc>
                <a:spcPct val="100000"/>
              </a:lnSpc>
              <a:spcBef>
                <a:spcPts val="1470"/>
              </a:spcBef>
            </a:pPr>
            <a:r>
              <a:rPr dirty="0" sz="2400" spc="-5" b="1">
                <a:latin typeface="Times New Roman"/>
                <a:cs typeface="Times New Roman"/>
              </a:rPr>
              <a:t>TCP/IP</a:t>
            </a:r>
            <a:r>
              <a:rPr dirty="0" sz="2400" spc="10" b="0">
                <a:latin typeface="WenQuanYi Zen Hei Mono"/>
                <a:cs typeface="WenQuanYi Zen Hei Mono"/>
              </a:rPr>
              <a:t>分层模型中点到点和端到端概念示</a:t>
            </a:r>
            <a:r>
              <a:rPr dirty="0" sz="2400" b="0">
                <a:latin typeface="WenQuanYi Zen Hei Mono"/>
                <a:cs typeface="WenQuanYi Zen Hei Mono"/>
              </a:rPr>
              <a:t>意</a:t>
            </a:r>
            <a:endParaRPr sz="2400">
              <a:latin typeface="WenQuanYi Zen Hei Mono"/>
              <a:cs typeface="WenQuanYi Zen Hei Mono"/>
            </a:endParaRPr>
          </a:p>
          <a:p>
            <a:pPr marL="12700" marR="5080">
              <a:lnSpc>
                <a:spcPct val="120000"/>
              </a:lnSpc>
              <a:spcBef>
                <a:spcPts val="675"/>
              </a:spcBef>
            </a:pPr>
            <a:r>
              <a:rPr dirty="0" sz="2000">
                <a:latin typeface="UKIJ CJK"/>
                <a:cs typeface="UKIJ CJK"/>
              </a:rPr>
              <a:t>主机</a:t>
            </a:r>
            <a:r>
              <a:rPr dirty="0" sz="2000" spc="-5">
                <a:latin typeface="Times New Roman"/>
                <a:cs typeface="Times New Roman"/>
              </a:rPr>
              <a:t>A</a:t>
            </a:r>
            <a:r>
              <a:rPr dirty="0" sz="2000">
                <a:latin typeface="UKIJ CJK"/>
                <a:cs typeface="UKIJ CJK"/>
              </a:rPr>
              <a:t>发出的数据在自己的协议栈中</a:t>
            </a:r>
            <a:r>
              <a:rPr dirty="0" sz="2000">
                <a:solidFill>
                  <a:srgbClr val="FF0000"/>
                </a:solidFill>
                <a:latin typeface="UKIJ CJK"/>
                <a:cs typeface="UKIJ CJK"/>
              </a:rPr>
              <a:t>逐层向下</a:t>
            </a:r>
            <a:r>
              <a:rPr dirty="0" sz="2000">
                <a:latin typeface="UKIJ CJK"/>
                <a:cs typeface="UKIJ CJK"/>
              </a:rPr>
              <a:t>递交并通过</a:t>
            </a:r>
            <a:r>
              <a:rPr dirty="0" sz="2000" spc="-5">
                <a:latin typeface="Times New Roman"/>
                <a:cs typeface="Times New Roman"/>
              </a:rPr>
              <a:t>LAN1</a:t>
            </a:r>
            <a:r>
              <a:rPr dirty="0" sz="2000">
                <a:latin typeface="UKIJ CJK"/>
                <a:cs typeface="UKIJ CJK"/>
              </a:rPr>
              <a:t>投递给</a:t>
            </a:r>
            <a:r>
              <a:rPr dirty="0" sz="2000">
                <a:latin typeface="Times New Roman"/>
                <a:cs typeface="Times New Roman"/>
              </a:rPr>
              <a:t>R1</a:t>
            </a:r>
            <a:r>
              <a:rPr dirty="0" sz="2000">
                <a:latin typeface="UKIJ CJK"/>
                <a:cs typeface="UKIJ CJK"/>
              </a:rPr>
              <a:t>，  </a:t>
            </a:r>
            <a:r>
              <a:rPr dirty="0" sz="2000" spc="-5">
                <a:latin typeface="Times New Roman"/>
                <a:cs typeface="Times New Roman"/>
              </a:rPr>
              <a:t>R1</a:t>
            </a:r>
            <a:r>
              <a:rPr dirty="0" sz="2000">
                <a:latin typeface="UKIJ CJK"/>
                <a:cs typeface="UKIJ CJK"/>
              </a:rPr>
              <a:t>收到数据后，提取其中包含的</a:t>
            </a:r>
            <a:r>
              <a:rPr dirty="0" sz="2000" spc="-5">
                <a:latin typeface="Times New Roman"/>
                <a:cs typeface="Times New Roman"/>
              </a:rPr>
              <a:t>I</a:t>
            </a:r>
            <a:r>
              <a:rPr dirty="0" sz="2000" spc="-10">
                <a:latin typeface="Times New Roman"/>
                <a:cs typeface="Times New Roman"/>
              </a:rPr>
              <a:t>P</a:t>
            </a:r>
            <a:r>
              <a:rPr dirty="0" sz="2000">
                <a:latin typeface="UKIJ CJK"/>
                <a:cs typeface="UKIJ CJK"/>
              </a:rPr>
              <a:t>数据报选路后沿着自己的协议栈</a:t>
            </a:r>
            <a:r>
              <a:rPr dirty="0" sz="2000">
                <a:solidFill>
                  <a:srgbClr val="FF0000"/>
                </a:solidFill>
                <a:latin typeface="UKIJ CJK"/>
                <a:cs typeface="UKIJ CJK"/>
              </a:rPr>
              <a:t>逐层向</a:t>
            </a:r>
            <a:r>
              <a:rPr dirty="0" sz="2000">
                <a:solidFill>
                  <a:srgbClr val="FF0000"/>
                </a:solidFill>
                <a:latin typeface="UKIJ CJK"/>
                <a:cs typeface="UKIJ CJK"/>
              </a:rPr>
              <a:t>下 </a:t>
            </a:r>
            <a:r>
              <a:rPr dirty="0" sz="2000">
                <a:latin typeface="UKIJ CJK"/>
                <a:cs typeface="UKIJ CJK"/>
              </a:rPr>
              <a:t>递交，并通过</a:t>
            </a:r>
            <a:r>
              <a:rPr dirty="0" sz="2000" spc="-80">
                <a:latin typeface="Times New Roman"/>
                <a:cs typeface="Times New Roman"/>
              </a:rPr>
              <a:t>WAN</a:t>
            </a:r>
            <a:r>
              <a:rPr dirty="0" sz="2000">
                <a:solidFill>
                  <a:srgbClr val="FF0000"/>
                </a:solidFill>
                <a:latin typeface="UKIJ CJK"/>
                <a:cs typeface="UKIJ CJK"/>
              </a:rPr>
              <a:t>转发</a:t>
            </a:r>
            <a:r>
              <a:rPr dirty="0" sz="2000">
                <a:latin typeface="UKIJ CJK"/>
                <a:cs typeface="UKIJ CJK"/>
              </a:rPr>
              <a:t>给</a:t>
            </a:r>
            <a:r>
              <a:rPr dirty="0" sz="2000" spc="-5">
                <a:latin typeface="Times New Roman"/>
                <a:cs typeface="Times New Roman"/>
              </a:rPr>
              <a:t>R2</a:t>
            </a:r>
            <a:r>
              <a:rPr dirty="0" sz="2000" spc="-5">
                <a:latin typeface="UKIJ CJK"/>
                <a:cs typeface="UKIJ CJK"/>
              </a:rPr>
              <a:t>，</a:t>
            </a:r>
            <a:r>
              <a:rPr dirty="0" sz="2000" spc="-5">
                <a:latin typeface="Times New Roman"/>
                <a:cs typeface="Times New Roman"/>
              </a:rPr>
              <a:t>R2</a:t>
            </a:r>
            <a:r>
              <a:rPr dirty="0" sz="2000">
                <a:latin typeface="UKIJ CJK"/>
                <a:cs typeface="UKIJ CJK"/>
              </a:rPr>
              <a:t>经过与</a:t>
            </a:r>
            <a:r>
              <a:rPr dirty="0" sz="2000" spc="-5">
                <a:latin typeface="Times New Roman"/>
                <a:cs typeface="Times New Roman"/>
              </a:rPr>
              <a:t>R1</a:t>
            </a:r>
            <a:r>
              <a:rPr dirty="0" sz="2000">
                <a:latin typeface="UKIJ CJK"/>
                <a:cs typeface="UKIJ CJK"/>
              </a:rPr>
              <a:t>相似的过程，经过</a:t>
            </a:r>
            <a:r>
              <a:rPr dirty="0" sz="2000" spc="-5">
                <a:latin typeface="Times New Roman"/>
                <a:cs typeface="Times New Roman"/>
              </a:rPr>
              <a:t>LAN2</a:t>
            </a:r>
            <a:r>
              <a:rPr dirty="0" sz="2000">
                <a:latin typeface="UKIJ CJK"/>
                <a:cs typeface="UKIJ CJK"/>
              </a:rPr>
              <a:t>转发</a:t>
            </a:r>
            <a:r>
              <a:rPr dirty="0" sz="2000" spc="5">
                <a:latin typeface="UKIJ CJK"/>
                <a:cs typeface="UKIJ CJK"/>
              </a:rPr>
              <a:t>给 </a:t>
            </a:r>
            <a:r>
              <a:rPr dirty="0" sz="2000">
                <a:latin typeface="UKIJ CJK"/>
                <a:cs typeface="UKIJ CJK"/>
              </a:rPr>
              <a:t>主机</a:t>
            </a:r>
            <a:r>
              <a:rPr dirty="0" sz="2000" spc="-5">
                <a:latin typeface="Times New Roman"/>
                <a:cs typeface="Times New Roman"/>
              </a:rPr>
              <a:t>B</a:t>
            </a:r>
            <a:r>
              <a:rPr dirty="0" sz="2000" spc="-5">
                <a:latin typeface="UKIJ CJK"/>
                <a:cs typeface="UKIJ CJK"/>
              </a:rPr>
              <a:t>，</a:t>
            </a:r>
            <a:r>
              <a:rPr dirty="0" sz="2000">
                <a:latin typeface="UKIJ CJK"/>
                <a:cs typeface="UKIJ CJK"/>
              </a:rPr>
              <a:t>主机</a:t>
            </a:r>
            <a:r>
              <a:rPr dirty="0" sz="2000" spc="-5">
                <a:latin typeface="Times New Roman"/>
                <a:cs typeface="Times New Roman"/>
              </a:rPr>
              <a:t>2</a:t>
            </a:r>
            <a:r>
              <a:rPr dirty="0" sz="2000">
                <a:latin typeface="UKIJ CJK"/>
                <a:cs typeface="UKIJ CJK"/>
              </a:rPr>
              <a:t>沿着自己的协议栈</a:t>
            </a:r>
            <a:r>
              <a:rPr dirty="0" sz="2000">
                <a:solidFill>
                  <a:srgbClr val="FF0000"/>
                </a:solidFill>
                <a:latin typeface="UKIJ CJK"/>
                <a:cs typeface="UKIJ CJK"/>
              </a:rPr>
              <a:t>逐层向上</a:t>
            </a:r>
            <a:r>
              <a:rPr dirty="0" sz="2000">
                <a:latin typeface="UKIJ CJK"/>
                <a:cs typeface="UKIJ CJK"/>
              </a:rPr>
              <a:t>递交，最后到达相应的应用层</a:t>
            </a:r>
            <a:r>
              <a:rPr dirty="0" sz="2000" spc="5">
                <a:latin typeface="UKIJ CJK"/>
                <a:cs typeface="UKIJ CJK"/>
              </a:rPr>
              <a:t>。</a:t>
            </a:r>
            <a:endParaRPr sz="2000">
              <a:latin typeface="UKIJ CJK"/>
              <a:cs typeface="UKIJ CJK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99808" y="1099413"/>
            <a:ext cx="8402320" cy="2023745"/>
            <a:chOff x="299808" y="1099413"/>
            <a:chExt cx="8402320" cy="2023745"/>
          </a:xfrm>
        </p:grpSpPr>
        <p:sp>
          <p:nvSpPr>
            <p:cNvPr id="5" name="object 5"/>
            <p:cNvSpPr/>
            <p:nvPr/>
          </p:nvSpPr>
          <p:spPr>
            <a:xfrm>
              <a:off x="306324" y="1106424"/>
              <a:ext cx="1397635" cy="2010410"/>
            </a:xfrm>
            <a:custGeom>
              <a:avLst/>
              <a:gdLst/>
              <a:ahLst/>
              <a:cxnLst/>
              <a:rect l="l" t="t" r="r" b="b"/>
              <a:pathLst>
                <a:path w="1397635" h="2010410">
                  <a:moveTo>
                    <a:pt x="1397508" y="2010156"/>
                  </a:moveTo>
                  <a:lnTo>
                    <a:pt x="0" y="2010156"/>
                  </a:lnTo>
                  <a:lnTo>
                    <a:pt x="0" y="0"/>
                  </a:lnTo>
                  <a:lnTo>
                    <a:pt x="1397508" y="0"/>
                  </a:lnTo>
                  <a:lnTo>
                    <a:pt x="1397508" y="2010156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99808" y="1099413"/>
              <a:ext cx="1410335" cy="2023745"/>
            </a:xfrm>
            <a:custGeom>
              <a:avLst/>
              <a:gdLst/>
              <a:ahLst/>
              <a:cxnLst/>
              <a:rect l="l" t="t" r="r" b="b"/>
              <a:pathLst>
                <a:path w="1410335" h="2023745">
                  <a:moveTo>
                    <a:pt x="1410157" y="2023617"/>
                  </a:moveTo>
                  <a:lnTo>
                    <a:pt x="0" y="2023618"/>
                  </a:lnTo>
                  <a:lnTo>
                    <a:pt x="0" y="0"/>
                  </a:lnTo>
                  <a:lnTo>
                    <a:pt x="1410157" y="0"/>
                  </a:lnTo>
                  <a:lnTo>
                    <a:pt x="1410157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2010917"/>
                  </a:lnTo>
                  <a:lnTo>
                    <a:pt x="6349" y="2010917"/>
                  </a:lnTo>
                  <a:lnTo>
                    <a:pt x="12700" y="2017268"/>
                  </a:lnTo>
                  <a:lnTo>
                    <a:pt x="1410157" y="2017268"/>
                  </a:lnTo>
                  <a:lnTo>
                    <a:pt x="1410157" y="2023617"/>
                  </a:lnTo>
                  <a:close/>
                </a:path>
                <a:path w="1410335" h="2023745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1410335" h="2023745">
                  <a:moveTo>
                    <a:pt x="1397457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1397457" y="6350"/>
                  </a:lnTo>
                  <a:lnTo>
                    <a:pt x="1397457" y="12700"/>
                  </a:lnTo>
                  <a:close/>
                </a:path>
                <a:path w="1410335" h="2023745">
                  <a:moveTo>
                    <a:pt x="1397457" y="2017268"/>
                  </a:moveTo>
                  <a:lnTo>
                    <a:pt x="1397457" y="6350"/>
                  </a:lnTo>
                  <a:lnTo>
                    <a:pt x="1403807" y="12700"/>
                  </a:lnTo>
                  <a:lnTo>
                    <a:pt x="1410157" y="12700"/>
                  </a:lnTo>
                  <a:lnTo>
                    <a:pt x="1410157" y="2010917"/>
                  </a:lnTo>
                  <a:lnTo>
                    <a:pt x="1403807" y="2010917"/>
                  </a:lnTo>
                  <a:lnTo>
                    <a:pt x="1397457" y="2017268"/>
                  </a:lnTo>
                  <a:close/>
                </a:path>
                <a:path w="1410335" h="2023745">
                  <a:moveTo>
                    <a:pt x="1410157" y="12700"/>
                  </a:moveTo>
                  <a:lnTo>
                    <a:pt x="1403807" y="12700"/>
                  </a:lnTo>
                  <a:lnTo>
                    <a:pt x="1397457" y="6350"/>
                  </a:lnTo>
                  <a:lnTo>
                    <a:pt x="1410157" y="6350"/>
                  </a:lnTo>
                  <a:lnTo>
                    <a:pt x="1410157" y="12700"/>
                  </a:lnTo>
                  <a:close/>
                </a:path>
                <a:path w="1410335" h="2023745">
                  <a:moveTo>
                    <a:pt x="12700" y="2017268"/>
                  </a:moveTo>
                  <a:lnTo>
                    <a:pt x="6349" y="2010917"/>
                  </a:lnTo>
                  <a:lnTo>
                    <a:pt x="12700" y="2010917"/>
                  </a:lnTo>
                  <a:lnTo>
                    <a:pt x="12700" y="2017268"/>
                  </a:lnTo>
                  <a:close/>
                </a:path>
                <a:path w="1410335" h="2023745">
                  <a:moveTo>
                    <a:pt x="1397457" y="2017268"/>
                  </a:moveTo>
                  <a:lnTo>
                    <a:pt x="12700" y="2017268"/>
                  </a:lnTo>
                  <a:lnTo>
                    <a:pt x="12700" y="2010917"/>
                  </a:lnTo>
                  <a:lnTo>
                    <a:pt x="1397457" y="2010917"/>
                  </a:lnTo>
                  <a:lnTo>
                    <a:pt x="1397457" y="2017268"/>
                  </a:lnTo>
                  <a:close/>
                </a:path>
                <a:path w="1410335" h="2023745">
                  <a:moveTo>
                    <a:pt x="1410157" y="2017268"/>
                  </a:moveTo>
                  <a:lnTo>
                    <a:pt x="1397457" y="2017268"/>
                  </a:lnTo>
                  <a:lnTo>
                    <a:pt x="1403807" y="2010917"/>
                  </a:lnTo>
                  <a:lnTo>
                    <a:pt x="1410157" y="2010917"/>
                  </a:lnTo>
                  <a:lnTo>
                    <a:pt x="1410157" y="2017268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06158" y="2643542"/>
              <a:ext cx="1396365" cy="480059"/>
            </a:xfrm>
            <a:custGeom>
              <a:avLst/>
              <a:gdLst/>
              <a:ahLst/>
              <a:cxnLst/>
              <a:rect l="l" t="t" r="r" b="b"/>
              <a:pathLst>
                <a:path w="1396364" h="480060">
                  <a:moveTo>
                    <a:pt x="1395933" y="466788"/>
                  </a:moveTo>
                  <a:lnTo>
                    <a:pt x="0" y="466788"/>
                  </a:lnTo>
                  <a:lnTo>
                    <a:pt x="0" y="479488"/>
                  </a:lnTo>
                  <a:lnTo>
                    <a:pt x="1395933" y="479488"/>
                  </a:lnTo>
                  <a:lnTo>
                    <a:pt x="1395933" y="466788"/>
                  </a:lnTo>
                  <a:close/>
                </a:path>
                <a:path w="1396364" h="480060">
                  <a:moveTo>
                    <a:pt x="1395933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395933" y="12700"/>
                  </a:lnTo>
                  <a:lnTo>
                    <a:pt x="13959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12420" y="1749552"/>
              <a:ext cx="1388745" cy="437515"/>
            </a:xfrm>
            <a:custGeom>
              <a:avLst/>
              <a:gdLst/>
              <a:ahLst/>
              <a:cxnLst/>
              <a:rect l="l" t="t" r="r" b="b"/>
              <a:pathLst>
                <a:path w="1388745" h="437514">
                  <a:moveTo>
                    <a:pt x="1388364" y="437388"/>
                  </a:moveTo>
                  <a:lnTo>
                    <a:pt x="0" y="437388"/>
                  </a:lnTo>
                  <a:lnTo>
                    <a:pt x="0" y="0"/>
                  </a:lnTo>
                  <a:lnTo>
                    <a:pt x="1388364" y="0"/>
                  </a:lnTo>
                  <a:lnTo>
                    <a:pt x="1388364" y="437388"/>
                  </a:lnTo>
                  <a:close/>
                </a:path>
              </a:pathLst>
            </a:custGeom>
            <a:solidFill>
              <a:srgbClr val="99FF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02755" y="1740788"/>
              <a:ext cx="1407795" cy="455295"/>
            </a:xfrm>
            <a:custGeom>
              <a:avLst/>
              <a:gdLst/>
              <a:ahLst/>
              <a:cxnLst/>
              <a:rect l="l" t="t" r="r" b="b"/>
              <a:pathLst>
                <a:path w="1407795" h="455294">
                  <a:moveTo>
                    <a:pt x="1407325" y="454926"/>
                  </a:moveTo>
                  <a:lnTo>
                    <a:pt x="0" y="454926"/>
                  </a:lnTo>
                  <a:lnTo>
                    <a:pt x="0" y="0"/>
                  </a:lnTo>
                  <a:lnTo>
                    <a:pt x="1407325" y="0"/>
                  </a:lnTo>
                  <a:lnTo>
                    <a:pt x="1407325" y="9525"/>
                  </a:lnTo>
                  <a:lnTo>
                    <a:pt x="19050" y="9525"/>
                  </a:lnTo>
                  <a:lnTo>
                    <a:pt x="9525" y="19050"/>
                  </a:lnTo>
                  <a:lnTo>
                    <a:pt x="19050" y="19050"/>
                  </a:lnTo>
                  <a:lnTo>
                    <a:pt x="19050" y="435876"/>
                  </a:lnTo>
                  <a:lnTo>
                    <a:pt x="9525" y="435876"/>
                  </a:lnTo>
                  <a:lnTo>
                    <a:pt x="19050" y="445401"/>
                  </a:lnTo>
                  <a:lnTo>
                    <a:pt x="1407325" y="445401"/>
                  </a:lnTo>
                  <a:lnTo>
                    <a:pt x="1407325" y="454926"/>
                  </a:lnTo>
                  <a:close/>
                </a:path>
                <a:path w="1407795" h="455294">
                  <a:moveTo>
                    <a:pt x="19050" y="19050"/>
                  </a:moveTo>
                  <a:lnTo>
                    <a:pt x="9525" y="19050"/>
                  </a:lnTo>
                  <a:lnTo>
                    <a:pt x="19050" y="9525"/>
                  </a:lnTo>
                  <a:lnTo>
                    <a:pt x="19050" y="19050"/>
                  </a:lnTo>
                  <a:close/>
                </a:path>
                <a:path w="1407795" h="455294">
                  <a:moveTo>
                    <a:pt x="1388275" y="19050"/>
                  </a:moveTo>
                  <a:lnTo>
                    <a:pt x="19050" y="19050"/>
                  </a:lnTo>
                  <a:lnTo>
                    <a:pt x="19050" y="9525"/>
                  </a:lnTo>
                  <a:lnTo>
                    <a:pt x="1388275" y="9525"/>
                  </a:lnTo>
                  <a:lnTo>
                    <a:pt x="1388275" y="19050"/>
                  </a:lnTo>
                  <a:close/>
                </a:path>
                <a:path w="1407795" h="455294">
                  <a:moveTo>
                    <a:pt x="1388275" y="445401"/>
                  </a:moveTo>
                  <a:lnTo>
                    <a:pt x="1388275" y="9525"/>
                  </a:lnTo>
                  <a:lnTo>
                    <a:pt x="1397800" y="19050"/>
                  </a:lnTo>
                  <a:lnTo>
                    <a:pt x="1407325" y="19050"/>
                  </a:lnTo>
                  <a:lnTo>
                    <a:pt x="1407325" y="435876"/>
                  </a:lnTo>
                  <a:lnTo>
                    <a:pt x="1397800" y="435876"/>
                  </a:lnTo>
                  <a:lnTo>
                    <a:pt x="1388275" y="445401"/>
                  </a:lnTo>
                  <a:close/>
                </a:path>
                <a:path w="1407795" h="455294">
                  <a:moveTo>
                    <a:pt x="1407325" y="19050"/>
                  </a:moveTo>
                  <a:lnTo>
                    <a:pt x="1397800" y="19050"/>
                  </a:lnTo>
                  <a:lnTo>
                    <a:pt x="1388275" y="9525"/>
                  </a:lnTo>
                  <a:lnTo>
                    <a:pt x="1407325" y="9525"/>
                  </a:lnTo>
                  <a:lnTo>
                    <a:pt x="1407325" y="19050"/>
                  </a:lnTo>
                  <a:close/>
                </a:path>
                <a:path w="1407795" h="455294">
                  <a:moveTo>
                    <a:pt x="19050" y="445401"/>
                  </a:moveTo>
                  <a:lnTo>
                    <a:pt x="9525" y="435876"/>
                  </a:lnTo>
                  <a:lnTo>
                    <a:pt x="19050" y="435876"/>
                  </a:lnTo>
                  <a:lnTo>
                    <a:pt x="19050" y="445401"/>
                  </a:lnTo>
                  <a:close/>
                </a:path>
                <a:path w="1407795" h="455294">
                  <a:moveTo>
                    <a:pt x="1388275" y="445401"/>
                  </a:moveTo>
                  <a:lnTo>
                    <a:pt x="19050" y="445401"/>
                  </a:lnTo>
                  <a:lnTo>
                    <a:pt x="19050" y="435876"/>
                  </a:lnTo>
                  <a:lnTo>
                    <a:pt x="1388275" y="435876"/>
                  </a:lnTo>
                  <a:lnTo>
                    <a:pt x="1388275" y="445401"/>
                  </a:lnTo>
                  <a:close/>
                </a:path>
                <a:path w="1407795" h="455294">
                  <a:moveTo>
                    <a:pt x="1407325" y="445401"/>
                  </a:moveTo>
                  <a:lnTo>
                    <a:pt x="1388275" y="445401"/>
                  </a:lnTo>
                  <a:lnTo>
                    <a:pt x="1397800" y="435876"/>
                  </a:lnTo>
                  <a:lnTo>
                    <a:pt x="1407325" y="435876"/>
                  </a:lnTo>
                  <a:lnTo>
                    <a:pt x="1407325" y="4454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295388" y="1106424"/>
              <a:ext cx="1400810" cy="2010410"/>
            </a:xfrm>
            <a:custGeom>
              <a:avLst/>
              <a:gdLst/>
              <a:ahLst/>
              <a:cxnLst/>
              <a:rect l="l" t="t" r="r" b="b"/>
              <a:pathLst>
                <a:path w="1400809" h="2010410">
                  <a:moveTo>
                    <a:pt x="1400555" y="2010156"/>
                  </a:moveTo>
                  <a:lnTo>
                    <a:pt x="0" y="2010156"/>
                  </a:lnTo>
                  <a:lnTo>
                    <a:pt x="0" y="0"/>
                  </a:lnTo>
                  <a:lnTo>
                    <a:pt x="1400555" y="0"/>
                  </a:lnTo>
                  <a:lnTo>
                    <a:pt x="1400555" y="2010156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7288669" y="1099413"/>
              <a:ext cx="1413510" cy="2023745"/>
            </a:xfrm>
            <a:custGeom>
              <a:avLst/>
              <a:gdLst/>
              <a:ahLst/>
              <a:cxnLst/>
              <a:rect l="l" t="t" r="r" b="b"/>
              <a:pathLst>
                <a:path w="1413509" h="2023745">
                  <a:moveTo>
                    <a:pt x="1413230" y="2023617"/>
                  </a:moveTo>
                  <a:lnTo>
                    <a:pt x="0" y="2023618"/>
                  </a:lnTo>
                  <a:lnTo>
                    <a:pt x="0" y="0"/>
                  </a:lnTo>
                  <a:lnTo>
                    <a:pt x="1413230" y="0"/>
                  </a:lnTo>
                  <a:lnTo>
                    <a:pt x="141323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2010917"/>
                  </a:lnTo>
                  <a:lnTo>
                    <a:pt x="6350" y="2010917"/>
                  </a:lnTo>
                  <a:lnTo>
                    <a:pt x="12700" y="2017268"/>
                  </a:lnTo>
                  <a:lnTo>
                    <a:pt x="1413230" y="2017267"/>
                  </a:lnTo>
                  <a:lnTo>
                    <a:pt x="1413230" y="2023617"/>
                  </a:lnTo>
                  <a:close/>
                </a:path>
                <a:path w="1413509" h="2023745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1413509" h="2023745">
                  <a:moveTo>
                    <a:pt x="140053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1400530" y="6350"/>
                  </a:lnTo>
                  <a:lnTo>
                    <a:pt x="1400530" y="12700"/>
                  </a:lnTo>
                  <a:close/>
                </a:path>
                <a:path w="1413509" h="2023745">
                  <a:moveTo>
                    <a:pt x="1400530" y="2017268"/>
                  </a:moveTo>
                  <a:lnTo>
                    <a:pt x="1400530" y="6350"/>
                  </a:lnTo>
                  <a:lnTo>
                    <a:pt x="1406880" y="12700"/>
                  </a:lnTo>
                  <a:lnTo>
                    <a:pt x="1413230" y="12700"/>
                  </a:lnTo>
                  <a:lnTo>
                    <a:pt x="1413230" y="2010917"/>
                  </a:lnTo>
                  <a:lnTo>
                    <a:pt x="1406880" y="2010917"/>
                  </a:lnTo>
                  <a:lnTo>
                    <a:pt x="1400530" y="2017268"/>
                  </a:lnTo>
                  <a:close/>
                </a:path>
                <a:path w="1413509" h="2023745">
                  <a:moveTo>
                    <a:pt x="1413230" y="12700"/>
                  </a:moveTo>
                  <a:lnTo>
                    <a:pt x="1406880" y="12700"/>
                  </a:lnTo>
                  <a:lnTo>
                    <a:pt x="1400530" y="6350"/>
                  </a:lnTo>
                  <a:lnTo>
                    <a:pt x="1413230" y="6350"/>
                  </a:lnTo>
                  <a:lnTo>
                    <a:pt x="1413230" y="12700"/>
                  </a:lnTo>
                  <a:close/>
                </a:path>
                <a:path w="1413509" h="2023745">
                  <a:moveTo>
                    <a:pt x="12700" y="2017268"/>
                  </a:moveTo>
                  <a:lnTo>
                    <a:pt x="6350" y="2010917"/>
                  </a:lnTo>
                  <a:lnTo>
                    <a:pt x="12700" y="2010917"/>
                  </a:lnTo>
                  <a:lnTo>
                    <a:pt x="12700" y="2017268"/>
                  </a:lnTo>
                  <a:close/>
                </a:path>
                <a:path w="1413509" h="2023745">
                  <a:moveTo>
                    <a:pt x="1400530" y="2017268"/>
                  </a:moveTo>
                  <a:lnTo>
                    <a:pt x="12700" y="2017268"/>
                  </a:lnTo>
                  <a:lnTo>
                    <a:pt x="12700" y="2010917"/>
                  </a:lnTo>
                  <a:lnTo>
                    <a:pt x="1400530" y="2010917"/>
                  </a:lnTo>
                  <a:lnTo>
                    <a:pt x="1400530" y="2017268"/>
                  </a:lnTo>
                  <a:close/>
                </a:path>
                <a:path w="1413509" h="2023745">
                  <a:moveTo>
                    <a:pt x="1413230" y="2017267"/>
                  </a:moveTo>
                  <a:lnTo>
                    <a:pt x="1400530" y="2017268"/>
                  </a:lnTo>
                  <a:lnTo>
                    <a:pt x="1406880" y="2010917"/>
                  </a:lnTo>
                  <a:lnTo>
                    <a:pt x="1413230" y="2010917"/>
                  </a:lnTo>
                  <a:lnTo>
                    <a:pt x="1413230" y="2017267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281393" y="3990949"/>
            <a:ext cx="8455660" cy="603885"/>
            <a:chOff x="281393" y="3990949"/>
            <a:chExt cx="8455660" cy="603885"/>
          </a:xfrm>
        </p:grpSpPr>
        <p:sp>
          <p:nvSpPr>
            <p:cNvPr id="13" name="object 13"/>
            <p:cNvSpPr/>
            <p:nvPr/>
          </p:nvSpPr>
          <p:spPr>
            <a:xfrm>
              <a:off x="1694434" y="4274629"/>
              <a:ext cx="1355725" cy="57150"/>
            </a:xfrm>
            <a:custGeom>
              <a:avLst/>
              <a:gdLst/>
              <a:ahLst/>
              <a:cxnLst/>
              <a:rect l="l" t="t" r="r" b="b"/>
              <a:pathLst>
                <a:path w="1355725" h="57150">
                  <a:moveTo>
                    <a:pt x="0" y="57150"/>
                  </a:moveTo>
                  <a:lnTo>
                    <a:pt x="1355242" y="57150"/>
                  </a:lnTo>
                  <a:lnTo>
                    <a:pt x="1355242" y="0"/>
                  </a:lnTo>
                  <a:lnTo>
                    <a:pt x="0" y="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81393" y="3990949"/>
              <a:ext cx="1470863" cy="60355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006957" y="4281754"/>
              <a:ext cx="692150" cy="79375"/>
            </a:xfrm>
            <a:custGeom>
              <a:avLst/>
              <a:gdLst/>
              <a:ahLst/>
              <a:cxnLst/>
              <a:rect l="l" t="t" r="r" b="b"/>
              <a:pathLst>
                <a:path w="692150" h="79375">
                  <a:moveTo>
                    <a:pt x="691458" y="4521"/>
                  </a:moveTo>
                  <a:lnTo>
                    <a:pt x="658609" y="4521"/>
                  </a:lnTo>
                  <a:lnTo>
                    <a:pt x="660717" y="4076"/>
                  </a:lnTo>
                  <a:lnTo>
                    <a:pt x="659717" y="4076"/>
                  </a:lnTo>
                  <a:lnTo>
                    <a:pt x="664717" y="2070"/>
                  </a:lnTo>
                  <a:lnTo>
                    <a:pt x="666521" y="1638"/>
                  </a:lnTo>
                  <a:lnTo>
                    <a:pt x="684872" y="0"/>
                  </a:lnTo>
                  <a:lnTo>
                    <a:pt x="686854" y="139"/>
                  </a:lnTo>
                  <a:lnTo>
                    <a:pt x="688708" y="876"/>
                  </a:lnTo>
                  <a:lnTo>
                    <a:pt x="690232" y="2146"/>
                  </a:lnTo>
                  <a:lnTo>
                    <a:pt x="691286" y="3835"/>
                  </a:lnTo>
                  <a:lnTo>
                    <a:pt x="691347" y="4076"/>
                  </a:lnTo>
                  <a:lnTo>
                    <a:pt x="660717" y="4076"/>
                  </a:lnTo>
                  <a:lnTo>
                    <a:pt x="659606" y="4120"/>
                  </a:lnTo>
                  <a:lnTo>
                    <a:pt x="691358" y="4120"/>
                  </a:lnTo>
                  <a:lnTo>
                    <a:pt x="691458" y="4521"/>
                  </a:lnTo>
                  <a:close/>
                </a:path>
                <a:path w="692150" h="79375">
                  <a:moveTo>
                    <a:pt x="658609" y="4521"/>
                  </a:moveTo>
                  <a:lnTo>
                    <a:pt x="659606" y="4120"/>
                  </a:lnTo>
                  <a:lnTo>
                    <a:pt x="660717" y="4076"/>
                  </a:lnTo>
                  <a:lnTo>
                    <a:pt x="658609" y="4521"/>
                  </a:lnTo>
                  <a:close/>
                </a:path>
                <a:path w="692150" h="79375">
                  <a:moveTo>
                    <a:pt x="632962" y="7449"/>
                  </a:moveTo>
                  <a:lnTo>
                    <a:pt x="638213" y="5346"/>
                  </a:lnTo>
                  <a:lnTo>
                    <a:pt x="639241" y="5029"/>
                  </a:lnTo>
                  <a:lnTo>
                    <a:pt x="640321" y="4889"/>
                  </a:lnTo>
                  <a:lnTo>
                    <a:pt x="659606" y="4120"/>
                  </a:lnTo>
                  <a:lnTo>
                    <a:pt x="658609" y="4521"/>
                  </a:lnTo>
                  <a:lnTo>
                    <a:pt x="691458" y="4521"/>
                  </a:lnTo>
                  <a:lnTo>
                    <a:pt x="691666" y="5346"/>
                  </a:lnTo>
                  <a:lnTo>
                    <a:pt x="691655" y="7365"/>
                  </a:lnTo>
                  <a:lnTo>
                    <a:pt x="633895" y="7365"/>
                  </a:lnTo>
                  <a:lnTo>
                    <a:pt x="632962" y="7449"/>
                  </a:lnTo>
                  <a:close/>
                </a:path>
                <a:path w="692150" h="79375">
                  <a:moveTo>
                    <a:pt x="632091" y="7797"/>
                  </a:moveTo>
                  <a:lnTo>
                    <a:pt x="632962" y="7449"/>
                  </a:lnTo>
                  <a:lnTo>
                    <a:pt x="633895" y="7365"/>
                  </a:lnTo>
                  <a:lnTo>
                    <a:pt x="632091" y="7797"/>
                  </a:lnTo>
                  <a:close/>
                </a:path>
                <a:path w="692150" h="79375">
                  <a:moveTo>
                    <a:pt x="691608" y="7797"/>
                  </a:moveTo>
                  <a:lnTo>
                    <a:pt x="632091" y="7797"/>
                  </a:lnTo>
                  <a:lnTo>
                    <a:pt x="633895" y="7365"/>
                  </a:lnTo>
                  <a:lnTo>
                    <a:pt x="691655" y="7365"/>
                  </a:lnTo>
                  <a:lnTo>
                    <a:pt x="691608" y="7797"/>
                  </a:lnTo>
                  <a:close/>
                </a:path>
                <a:path w="692150" h="79375">
                  <a:moveTo>
                    <a:pt x="595973" y="14115"/>
                  </a:moveTo>
                  <a:lnTo>
                    <a:pt x="632962" y="7449"/>
                  </a:lnTo>
                  <a:lnTo>
                    <a:pt x="632091" y="7797"/>
                  </a:lnTo>
                  <a:lnTo>
                    <a:pt x="691608" y="7797"/>
                  </a:lnTo>
                  <a:lnTo>
                    <a:pt x="672488" y="13855"/>
                  </a:lnTo>
                  <a:lnTo>
                    <a:pt x="669455" y="13855"/>
                  </a:lnTo>
                  <a:lnTo>
                    <a:pt x="668818" y="14008"/>
                  </a:lnTo>
                  <a:lnTo>
                    <a:pt x="596506" y="14008"/>
                  </a:lnTo>
                  <a:lnTo>
                    <a:pt x="595973" y="14115"/>
                  </a:lnTo>
                  <a:close/>
                </a:path>
                <a:path w="692150" h="79375">
                  <a:moveTo>
                    <a:pt x="667651" y="14287"/>
                  </a:moveTo>
                  <a:lnTo>
                    <a:pt x="669455" y="13855"/>
                  </a:lnTo>
                  <a:lnTo>
                    <a:pt x="668584" y="14204"/>
                  </a:lnTo>
                  <a:lnTo>
                    <a:pt x="667651" y="14287"/>
                  </a:lnTo>
                  <a:close/>
                </a:path>
                <a:path w="692150" h="79375">
                  <a:moveTo>
                    <a:pt x="668584" y="14204"/>
                  </a:moveTo>
                  <a:lnTo>
                    <a:pt x="669455" y="13855"/>
                  </a:lnTo>
                  <a:lnTo>
                    <a:pt x="672488" y="13855"/>
                  </a:lnTo>
                  <a:lnTo>
                    <a:pt x="668584" y="14204"/>
                  </a:lnTo>
                  <a:close/>
                </a:path>
                <a:path w="692150" h="79375">
                  <a:moveTo>
                    <a:pt x="595388" y="14350"/>
                  </a:moveTo>
                  <a:lnTo>
                    <a:pt x="595973" y="14115"/>
                  </a:lnTo>
                  <a:lnTo>
                    <a:pt x="596506" y="14008"/>
                  </a:lnTo>
                  <a:lnTo>
                    <a:pt x="595388" y="14350"/>
                  </a:lnTo>
                  <a:close/>
                </a:path>
                <a:path w="692150" h="79375">
                  <a:moveTo>
                    <a:pt x="668218" y="14350"/>
                  </a:moveTo>
                  <a:lnTo>
                    <a:pt x="595388" y="14350"/>
                  </a:lnTo>
                  <a:lnTo>
                    <a:pt x="596506" y="14008"/>
                  </a:lnTo>
                  <a:lnTo>
                    <a:pt x="668818" y="14008"/>
                  </a:lnTo>
                  <a:lnTo>
                    <a:pt x="667651" y="14287"/>
                  </a:lnTo>
                  <a:lnTo>
                    <a:pt x="668376" y="14287"/>
                  </a:lnTo>
                  <a:lnTo>
                    <a:pt x="668218" y="14350"/>
                  </a:lnTo>
                  <a:close/>
                </a:path>
                <a:path w="692150" h="79375">
                  <a:moveTo>
                    <a:pt x="551389" y="23819"/>
                  </a:moveTo>
                  <a:lnTo>
                    <a:pt x="556641" y="21716"/>
                  </a:lnTo>
                  <a:lnTo>
                    <a:pt x="557923" y="21348"/>
                  </a:lnTo>
                  <a:lnTo>
                    <a:pt x="572198" y="18897"/>
                  </a:lnTo>
                  <a:lnTo>
                    <a:pt x="595973" y="14115"/>
                  </a:lnTo>
                  <a:lnTo>
                    <a:pt x="595388" y="14350"/>
                  </a:lnTo>
                  <a:lnTo>
                    <a:pt x="668218" y="14350"/>
                  </a:lnTo>
                  <a:lnTo>
                    <a:pt x="663333" y="16306"/>
                  </a:lnTo>
                  <a:lnTo>
                    <a:pt x="662304" y="16624"/>
                  </a:lnTo>
                  <a:lnTo>
                    <a:pt x="661225" y="16763"/>
                  </a:lnTo>
                  <a:lnTo>
                    <a:pt x="651983" y="17132"/>
                  </a:lnTo>
                  <a:lnTo>
                    <a:pt x="642937" y="17132"/>
                  </a:lnTo>
                  <a:lnTo>
                    <a:pt x="640829" y="17576"/>
                  </a:lnTo>
                  <a:lnTo>
                    <a:pt x="641829" y="17576"/>
                  </a:lnTo>
                  <a:lnTo>
                    <a:pt x="636828" y="19583"/>
                  </a:lnTo>
                  <a:lnTo>
                    <a:pt x="635025" y="20015"/>
                  </a:lnTo>
                  <a:lnTo>
                    <a:pt x="617811" y="21551"/>
                  </a:lnTo>
                  <a:lnTo>
                    <a:pt x="617359" y="21551"/>
                  </a:lnTo>
                  <a:lnTo>
                    <a:pt x="616673" y="21653"/>
                  </a:lnTo>
                  <a:lnTo>
                    <a:pt x="616852" y="21653"/>
                  </a:lnTo>
                  <a:lnTo>
                    <a:pt x="606766" y="23672"/>
                  </a:lnTo>
                  <a:lnTo>
                    <a:pt x="606234" y="23672"/>
                  </a:lnTo>
                  <a:lnTo>
                    <a:pt x="606019" y="23736"/>
                  </a:lnTo>
                  <a:lnTo>
                    <a:pt x="552323" y="23736"/>
                  </a:lnTo>
                  <a:lnTo>
                    <a:pt x="551389" y="23819"/>
                  </a:lnTo>
                  <a:close/>
                </a:path>
                <a:path w="692150" h="79375">
                  <a:moveTo>
                    <a:pt x="668376" y="14287"/>
                  </a:moveTo>
                  <a:lnTo>
                    <a:pt x="667651" y="14287"/>
                  </a:lnTo>
                  <a:lnTo>
                    <a:pt x="668584" y="14204"/>
                  </a:lnTo>
                  <a:lnTo>
                    <a:pt x="668376" y="14287"/>
                  </a:lnTo>
                  <a:close/>
                </a:path>
                <a:path w="692150" h="79375">
                  <a:moveTo>
                    <a:pt x="640829" y="17576"/>
                  </a:moveTo>
                  <a:lnTo>
                    <a:pt x="642937" y="17132"/>
                  </a:lnTo>
                  <a:lnTo>
                    <a:pt x="641940" y="17532"/>
                  </a:lnTo>
                  <a:lnTo>
                    <a:pt x="640829" y="17576"/>
                  </a:lnTo>
                  <a:close/>
                </a:path>
                <a:path w="692150" h="79375">
                  <a:moveTo>
                    <a:pt x="641940" y="17532"/>
                  </a:moveTo>
                  <a:lnTo>
                    <a:pt x="642937" y="17132"/>
                  </a:lnTo>
                  <a:lnTo>
                    <a:pt x="651983" y="17132"/>
                  </a:lnTo>
                  <a:lnTo>
                    <a:pt x="641940" y="17532"/>
                  </a:lnTo>
                  <a:close/>
                </a:path>
                <a:path w="692150" h="79375">
                  <a:moveTo>
                    <a:pt x="641829" y="17576"/>
                  </a:moveTo>
                  <a:lnTo>
                    <a:pt x="640829" y="17576"/>
                  </a:lnTo>
                  <a:lnTo>
                    <a:pt x="641940" y="17532"/>
                  </a:lnTo>
                  <a:close/>
                </a:path>
                <a:path w="692150" h="79375">
                  <a:moveTo>
                    <a:pt x="572033" y="18923"/>
                  </a:moveTo>
                  <a:lnTo>
                    <a:pt x="572198" y="18897"/>
                  </a:lnTo>
                  <a:lnTo>
                    <a:pt x="572033" y="18923"/>
                  </a:lnTo>
                  <a:close/>
                </a:path>
                <a:path w="692150" h="79375">
                  <a:moveTo>
                    <a:pt x="616673" y="21653"/>
                  </a:moveTo>
                  <a:lnTo>
                    <a:pt x="617359" y="21551"/>
                  </a:lnTo>
                  <a:lnTo>
                    <a:pt x="616995" y="21624"/>
                  </a:lnTo>
                  <a:lnTo>
                    <a:pt x="616673" y="21653"/>
                  </a:lnTo>
                  <a:close/>
                </a:path>
                <a:path w="692150" h="79375">
                  <a:moveTo>
                    <a:pt x="616995" y="21624"/>
                  </a:moveTo>
                  <a:lnTo>
                    <a:pt x="617359" y="21551"/>
                  </a:lnTo>
                  <a:lnTo>
                    <a:pt x="617811" y="21551"/>
                  </a:lnTo>
                  <a:lnTo>
                    <a:pt x="616995" y="21624"/>
                  </a:lnTo>
                  <a:close/>
                </a:path>
                <a:path w="692150" h="79375">
                  <a:moveTo>
                    <a:pt x="616852" y="21653"/>
                  </a:moveTo>
                  <a:lnTo>
                    <a:pt x="616673" y="21653"/>
                  </a:lnTo>
                  <a:lnTo>
                    <a:pt x="616995" y="21624"/>
                  </a:lnTo>
                  <a:lnTo>
                    <a:pt x="616852" y="21653"/>
                  </a:lnTo>
                  <a:close/>
                </a:path>
                <a:path w="692150" h="79375">
                  <a:moveTo>
                    <a:pt x="605116" y="24002"/>
                  </a:moveTo>
                  <a:lnTo>
                    <a:pt x="606234" y="23672"/>
                  </a:lnTo>
                  <a:lnTo>
                    <a:pt x="605708" y="23884"/>
                  </a:lnTo>
                  <a:lnTo>
                    <a:pt x="605116" y="24002"/>
                  </a:lnTo>
                  <a:close/>
                </a:path>
                <a:path w="692150" h="79375">
                  <a:moveTo>
                    <a:pt x="605708" y="23884"/>
                  </a:moveTo>
                  <a:lnTo>
                    <a:pt x="606234" y="23672"/>
                  </a:lnTo>
                  <a:lnTo>
                    <a:pt x="606766" y="23672"/>
                  </a:lnTo>
                  <a:lnTo>
                    <a:pt x="605708" y="23884"/>
                  </a:lnTo>
                  <a:close/>
                </a:path>
                <a:path w="692150" h="79375">
                  <a:moveTo>
                    <a:pt x="550519" y="24168"/>
                  </a:moveTo>
                  <a:lnTo>
                    <a:pt x="551389" y="23819"/>
                  </a:lnTo>
                  <a:lnTo>
                    <a:pt x="552323" y="23736"/>
                  </a:lnTo>
                  <a:lnTo>
                    <a:pt x="550519" y="24168"/>
                  </a:lnTo>
                  <a:close/>
                </a:path>
                <a:path w="692150" h="79375">
                  <a:moveTo>
                    <a:pt x="605003" y="24168"/>
                  </a:moveTo>
                  <a:lnTo>
                    <a:pt x="550519" y="24168"/>
                  </a:lnTo>
                  <a:lnTo>
                    <a:pt x="552323" y="23736"/>
                  </a:lnTo>
                  <a:lnTo>
                    <a:pt x="606019" y="23736"/>
                  </a:lnTo>
                  <a:lnTo>
                    <a:pt x="605116" y="24002"/>
                  </a:lnTo>
                  <a:lnTo>
                    <a:pt x="605414" y="24002"/>
                  </a:lnTo>
                  <a:lnTo>
                    <a:pt x="605003" y="24168"/>
                  </a:lnTo>
                  <a:close/>
                </a:path>
                <a:path w="692150" h="79375">
                  <a:moveTo>
                    <a:pt x="526757" y="27972"/>
                  </a:moveTo>
                  <a:lnTo>
                    <a:pt x="532168" y="25806"/>
                  </a:lnTo>
                  <a:lnTo>
                    <a:pt x="533971" y="25374"/>
                  </a:lnTo>
                  <a:lnTo>
                    <a:pt x="551389" y="23819"/>
                  </a:lnTo>
                  <a:lnTo>
                    <a:pt x="550519" y="24168"/>
                  </a:lnTo>
                  <a:lnTo>
                    <a:pt x="605003" y="24168"/>
                  </a:lnTo>
                  <a:lnTo>
                    <a:pt x="600113" y="26136"/>
                  </a:lnTo>
                  <a:lnTo>
                    <a:pt x="598995" y="26466"/>
                  </a:lnTo>
                  <a:lnTo>
                    <a:pt x="592028" y="27863"/>
                  </a:lnTo>
                  <a:lnTo>
                    <a:pt x="527570" y="27863"/>
                  </a:lnTo>
                  <a:lnTo>
                    <a:pt x="526757" y="27972"/>
                  </a:lnTo>
                  <a:close/>
                </a:path>
                <a:path w="692150" h="79375">
                  <a:moveTo>
                    <a:pt x="605414" y="24002"/>
                  </a:moveTo>
                  <a:lnTo>
                    <a:pt x="605116" y="24002"/>
                  </a:lnTo>
                  <a:lnTo>
                    <a:pt x="605708" y="23884"/>
                  </a:lnTo>
                  <a:lnTo>
                    <a:pt x="605414" y="24002"/>
                  </a:lnTo>
                  <a:close/>
                </a:path>
                <a:path w="692150" h="79375">
                  <a:moveTo>
                    <a:pt x="526046" y="28257"/>
                  </a:moveTo>
                  <a:lnTo>
                    <a:pt x="526757" y="27972"/>
                  </a:lnTo>
                  <a:lnTo>
                    <a:pt x="527570" y="27863"/>
                  </a:lnTo>
                  <a:lnTo>
                    <a:pt x="526046" y="28257"/>
                  </a:lnTo>
                  <a:close/>
                </a:path>
                <a:path w="692150" h="79375">
                  <a:moveTo>
                    <a:pt x="590065" y="28257"/>
                  </a:moveTo>
                  <a:lnTo>
                    <a:pt x="526046" y="28257"/>
                  </a:lnTo>
                  <a:lnTo>
                    <a:pt x="527570" y="27863"/>
                  </a:lnTo>
                  <a:lnTo>
                    <a:pt x="592028" y="27863"/>
                  </a:lnTo>
                  <a:lnTo>
                    <a:pt x="590065" y="28257"/>
                  </a:lnTo>
                  <a:close/>
                </a:path>
                <a:path w="692150" h="79375">
                  <a:moveTo>
                    <a:pt x="565999" y="32842"/>
                  </a:moveTo>
                  <a:lnTo>
                    <a:pt x="496570" y="32842"/>
                  </a:lnTo>
                  <a:lnTo>
                    <a:pt x="497065" y="32765"/>
                  </a:lnTo>
                  <a:lnTo>
                    <a:pt x="508812" y="30378"/>
                  </a:lnTo>
                  <a:lnTo>
                    <a:pt x="526757" y="27972"/>
                  </a:lnTo>
                  <a:lnTo>
                    <a:pt x="526046" y="28257"/>
                  </a:lnTo>
                  <a:lnTo>
                    <a:pt x="590065" y="28257"/>
                  </a:lnTo>
                  <a:lnTo>
                    <a:pt x="574357" y="31407"/>
                  </a:lnTo>
                  <a:lnTo>
                    <a:pt x="565999" y="32842"/>
                  </a:lnTo>
                  <a:close/>
                </a:path>
                <a:path w="692150" h="79375">
                  <a:moveTo>
                    <a:pt x="496775" y="32800"/>
                  </a:moveTo>
                  <a:lnTo>
                    <a:pt x="496948" y="32765"/>
                  </a:lnTo>
                  <a:lnTo>
                    <a:pt x="496775" y="32800"/>
                  </a:lnTo>
                  <a:close/>
                </a:path>
                <a:path w="692150" h="79375">
                  <a:moveTo>
                    <a:pt x="536523" y="37680"/>
                  </a:moveTo>
                  <a:lnTo>
                    <a:pt x="458241" y="37680"/>
                  </a:lnTo>
                  <a:lnTo>
                    <a:pt x="458800" y="37630"/>
                  </a:lnTo>
                  <a:lnTo>
                    <a:pt x="458621" y="37630"/>
                  </a:lnTo>
                  <a:lnTo>
                    <a:pt x="476669" y="35217"/>
                  </a:lnTo>
                  <a:lnTo>
                    <a:pt x="496775" y="32800"/>
                  </a:lnTo>
                  <a:lnTo>
                    <a:pt x="496570" y="32842"/>
                  </a:lnTo>
                  <a:lnTo>
                    <a:pt x="565999" y="32842"/>
                  </a:lnTo>
                  <a:lnTo>
                    <a:pt x="562153" y="33502"/>
                  </a:lnTo>
                  <a:lnTo>
                    <a:pt x="561365" y="33502"/>
                  </a:lnTo>
                  <a:lnTo>
                    <a:pt x="560082" y="33858"/>
                  </a:lnTo>
                  <a:lnTo>
                    <a:pt x="560479" y="33858"/>
                  </a:lnTo>
                  <a:lnTo>
                    <a:pt x="555256" y="35953"/>
                  </a:lnTo>
                  <a:lnTo>
                    <a:pt x="553453" y="36385"/>
                  </a:lnTo>
                  <a:lnTo>
                    <a:pt x="539938" y="37591"/>
                  </a:lnTo>
                  <a:lnTo>
                    <a:pt x="536892" y="37591"/>
                  </a:lnTo>
                  <a:lnTo>
                    <a:pt x="536734" y="37630"/>
                  </a:lnTo>
                  <a:lnTo>
                    <a:pt x="458530" y="37642"/>
                  </a:lnTo>
                  <a:lnTo>
                    <a:pt x="536684" y="37642"/>
                  </a:lnTo>
                  <a:lnTo>
                    <a:pt x="536523" y="37680"/>
                  </a:lnTo>
                  <a:close/>
                </a:path>
                <a:path w="692150" h="79375">
                  <a:moveTo>
                    <a:pt x="560082" y="33858"/>
                  </a:moveTo>
                  <a:lnTo>
                    <a:pt x="561365" y="33502"/>
                  </a:lnTo>
                  <a:lnTo>
                    <a:pt x="560775" y="33739"/>
                  </a:lnTo>
                  <a:lnTo>
                    <a:pt x="560082" y="33858"/>
                  </a:lnTo>
                  <a:close/>
                </a:path>
                <a:path w="692150" h="79375">
                  <a:moveTo>
                    <a:pt x="560775" y="33739"/>
                  </a:moveTo>
                  <a:lnTo>
                    <a:pt x="561365" y="33502"/>
                  </a:lnTo>
                  <a:lnTo>
                    <a:pt x="562153" y="33502"/>
                  </a:lnTo>
                  <a:lnTo>
                    <a:pt x="560775" y="33739"/>
                  </a:lnTo>
                  <a:close/>
                </a:path>
                <a:path w="692150" h="79375">
                  <a:moveTo>
                    <a:pt x="560479" y="33858"/>
                  </a:moveTo>
                  <a:lnTo>
                    <a:pt x="560082" y="33858"/>
                  </a:lnTo>
                  <a:lnTo>
                    <a:pt x="560775" y="33739"/>
                  </a:lnTo>
                  <a:lnTo>
                    <a:pt x="560479" y="33858"/>
                  </a:lnTo>
                  <a:close/>
                </a:path>
                <a:path w="692150" h="79375">
                  <a:moveTo>
                    <a:pt x="535101" y="38023"/>
                  </a:moveTo>
                  <a:lnTo>
                    <a:pt x="536892" y="37591"/>
                  </a:lnTo>
                  <a:lnTo>
                    <a:pt x="536020" y="37941"/>
                  </a:lnTo>
                  <a:lnTo>
                    <a:pt x="535101" y="38023"/>
                  </a:lnTo>
                  <a:close/>
                </a:path>
                <a:path w="692150" h="79375">
                  <a:moveTo>
                    <a:pt x="536020" y="37941"/>
                  </a:moveTo>
                  <a:lnTo>
                    <a:pt x="536892" y="37591"/>
                  </a:lnTo>
                  <a:lnTo>
                    <a:pt x="539938" y="37591"/>
                  </a:lnTo>
                  <a:lnTo>
                    <a:pt x="536020" y="37941"/>
                  </a:lnTo>
                  <a:close/>
                </a:path>
                <a:path w="692150" h="79375">
                  <a:moveTo>
                    <a:pt x="524980" y="41020"/>
                  </a:moveTo>
                  <a:lnTo>
                    <a:pt x="427240" y="41020"/>
                  </a:lnTo>
                  <a:lnTo>
                    <a:pt x="428091" y="40906"/>
                  </a:lnTo>
                  <a:lnTo>
                    <a:pt x="427811" y="40906"/>
                  </a:lnTo>
                  <a:lnTo>
                    <a:pt x="439470" y="38569"/>
                  </a:lnTo>
                  <a:lnTo>
                    <a:pt x="440436" y="38455"/>
                  </a:lnTo>
                  <a:lnTo>
                    <a:pt x="458530" y="37642"/>
                  </a:lnTo>
                  <a:lnTo>
                    <a:pt x="458241" y="37680"/>
                  </a:lnTo>
                  <a:lnTo>
                    <a:pt x="536523" y="37680"/>
                  </a:lnTo>
                  <a:lnTo>
                    <a:pt x="535101" y="38023"/>
                  </a:lnTo>
                  <a:lnTo>
                    <a:pt x="535816" y="38023"/>
                  </a:lnTo>
                  <a:lnTo>
                    <a:pt x="530783" y="40043"/>
                  </a:lnTo>
                  <a:lnTo>
                    <a:pt x="529259" y="40449"/>
                  </a:lnTo>
                  <a:lnTo>
                    <a:pt x="525836" y="40906"/>
                  </a:lnTo>
                  <a:lnTo>
                    <a:pt x="428091" y="40906"/>
                  </a:lnTo>
                  <a:lnTo>
                    <a:pt x="427686" y="40931"/>
                  </a:lnTo>
                  <a:lnTo>
                    <a:pt x="525649" y="40931"/>
                  </a:lnTo>
                  <a:lnTo>
                    <a:pt x="524980" y="41020"/>
                  </a:lnTo>
                  <a:close/>
                </a:path>
                <a:path w="692150" h="79375">
                  <a:moveTo>
                    <a:pt x="535816" y="38023"/>
                  </a:moveTo>
                  <a:lnTo>
                    <a:pt x="535101" y="38023"/>
                  </a:lnTo>
                  <a:lnTo>
                    <a:pt x="536020" y="37941"/>
                  </a:lnTo>
                  <a:lnTo>
                    <a:pt x="535816" y="38023"/>
                  </a:lnTo>
                  <a:close/>
                </a:path>
                <a:path w="692150" h="79375">
                  <a:moveTo>
                    <a:pt x="427240" y="41020"/>
                  </a:moveTo>
                  <a:lnTo>
                    <a:pt x="427686" y="40931"/>
                  </a:lnTo>
                  <a:lnTo>
                    <a:pt x="428091" y="40906"/>
                  </a:lnTo>
                  <a:lnTo>
                    <a:pt x="427240" y="41020"/>
                  </a:lnTo>
                  <a:close/>
                </a:path>
                <a:path w="692150" h="79375">
                  <a:moveTo>
                    <a:pt x="487970" y="46647"/>
                  </a:moveTo>
                  <a:lnTo>
                    <a:pt x="338251" y="46647"/>
                  </a:lnTo>
                  <a:lnTo>
                    <a:pt x="338480" y="46634"/>
                  </a:lnTo>
                  <a:lnTo>
                    <a:pt x="358863" y="44996"/>
                  </a:lnTo>
                  <a:lnTo>
                    <a:pt x="377215" y="44183"/>
                  </a:lnTo>
                  <a:lnTo>
                    <a:pt x="377075" y="44183"/>
                  </a:lnTo>
                  <a:lnTo>
                    <a:pt x="427686" y="40931"/>
                  </a:lnTo>
                  <a:lnTo>
                    <a:pt x="427240" y="41020"/>
                  </a:lnTo>
                  <a:lnTo>
                    <a:pt x="524980" y="41020"/>
                  </a:lnTo>
                  <a:lnTo>
                    <a:pt x="510908" y="42900"/>
                  </a:lnTo>
                  <a:lnTo>
                    <a:pt x="499071" y="45288"/>
                  </a:lnTo>
                  <a:lnTo>
                    <a:pt x="498589" y="45364"/>
                  </a:lnTo>
                  <a:lnTo>
                    <a:pt x="487970" y="46647"/>
                  </a:lnTo>
                  <a:close/>
                </a:path>
                <a:path w="692150" h="79375">
                  <a:moveTo>
                    <a:pt x="511176" y="42864"/>
                  </a:moveTo>
                  <a:lnTo>
                    <a:pt x="511314" y="42837"/>
                  </a:lnTo>
                  <a:lnTo>
                    <a:pt x="511176" y="42864"/>
                  </a:lnTo>
                  <a:close/>
                </a:path>
                <a:path w="692150" h="79375">
                  <a:moveTo>
                    <a:pt x="510997" y="42900"/>
                  </a:moveTo>
                  <a:lnTo>
                    <a:pt x="511176" y="42864"/>
                  </a:lnTo>
                  <a:lnTo>
                    <a:pt x="510997" y="42900"/>
                  </a:lnTo>
                  <a:close/>
                </a:path>
                <a:path w="692150" h="79375">
                  <a:moveTo>
                    <a:pt x="338322" y="46641"/>
                  </a:moveTo>
                  <a:lnTo>
                    <a:pt x="338480" y="46634"/>
                  </a:lnTo>
                  <a:lnTo>
                    <a:pt x="338322" y="46641"/>
                  </a:lnTo>
                  <a:close/>
                </a:path>
                <a:path w="692150" h="79375">
                  <a:moveTo>
                    <a:pt x="244393" y="53199"/>
                  </a:moveTo>
                  <a:lnTo>
                    <a:pt x="283184" y="49923"/>
                  </a:lnTo>
                  <a:lnTo>
                    <a:pt x="301764" y="48272"/>
                  </a:lnTo>
                  <a:lnTo>
                    <a:pt x="338322" y="46641"/>
                  </a:lnTo>
                  <a:lnTo>
                    <a:pt x="487970" y="46647"/>
                  </a:lnTo>
                  <a:lnTo>
                    <a:pt x="478174" y="47828"/>
                  </a:lnTo>
                  <a:lnTo>
                    <a:pt x="459917" y="50266"/>
                  </a:lnTo>
                  <a:lnTo>
                    <a:pt x="459359" y="50317"/>
                  </a:lnTo>
                  <a:lnTo>
                    <a:pt x="443830" y="51015"/>
                  </a:lnTo>
                  <a:lnTo>
                    <a:pt x="441972" y="51015"/>
                  </a:lnTo>
                  <a:lnTo>
                    <a:pt x="441007" y="51142"/>
                  </a:lnTo>
                  <a:lnTo>
                    <a:pt x="441342" y="51142"/>
                  </a:lnTo>
                  <a:lnTo>
                    <a:pt x="431192" y="53187"/>
                  </a:lnTo>
                  <a:lnTo>
                    <a:pt x="244393" y="53199"/>
                  </a:lnTo>
                  <a:close/>
                </a:path>
                <a:path w="692150" h="79375">
                  <a:moveTo>
                    <a:pt x="478193" y="47828"/>
                  </a:moveTo>
                  <a:close/>
                </a:path>
                <a:path w="692150" h="79375">
                  <a:moveTo>
                    <a:pt x="441007" y="51142"/>
                  </a:moveTo>
                  <a:lnTo>
                    <a:pt x="441972" y="51015"/>
                  </a:lnTo>
                  <a:lnTo>
                    <a:pt x="441438" y="51123"/>
                  </a:lnTo>
                  <a:lnTo>
                    <a:pt x="441007" y="51142"/>
                  </a:lnTo>
                  <a:close/>
                </a:path>
                <a:path w="692150" h="79375">
                  <a:moveTo>
                    <a:pt x="441438" y="51123"/>
                  </a:moveTo>
                  <a:lnTo>
                    <a:pt x="441972" y="51015"/>
                  </a:lnTo>
                  <a:lnTo>
                    <a:pt x="443830" y="51015"/>
                  </a:lnTo>
                  <a:lnTo>
                    <a:pt x="441438" y="51123"/>
                  </a:lnTo>
                  <a:close/>
                </a:path>
                <a:path w="692150" h="79375">
                  <a:moveTo>
                    <a:pt x="441342" y="51142"/>
                  </a:moveTo>
                  <a:lnTo>
                    <a:pt x="441007" y="51142"/>
                  </a:lnTo>
                  <a:lnTo>
                    <a:pt x="441438" y="51123"/>
                  </a:lnTo>
                  <a:close/>
                </a:path>
                <a:path w="692150" h="79375">
                  <a:moveTo>
                    <a:pt x="431129" y="53200"/>
                  </a:moveTo>
                  <a:lnTo>
                    <a:pt x="244386" y="53200"/>
                  </a:lnTo>
                  <a:lnTo>
                    <a:pt x="244665" y="53187"/>
                  </a:lnTo>
                  <a:lnTo>
                    <a:pt x="431192" y="53187"/>
                  </a:lnTo>
                  <a:close/>
                </a:path>
                <a:path w="692150" h="79375">
                  <a:moveTo>
                    <a:pt x="395773" y="55664"/>
                  </a:moveTo>
                  <a:lnTo>
                    <a:pt x="207683" y="55664"/>
                  </a:lnTo>
                  <a:lnTo>
                    <a:pt x="226314" y="54000"/>
                  </a:lnTo>
                  <a:lnTo>
                    <a:pt x="244393" y="53199"/>
                  </a:lnTo>
                  <a:lnTo>
                    <a:pt x="431129" y="53200"/>
                  </a:lnTo>
                  <a:lnTo>
                    <a:pt x="429742" y="53479"/>
                  </a:lnTo>
                  <a:lnTo>
                    <a:pt x="428879" y="53593"/>
                  </a:lnTo>
                  <a:lnTo>
                    <a:pt x="402361" y="55219"/>
                  </a:lnTo>
                  <a:lnTo>
                    <a:pt x="395773" y="55664"/>
                  </a:lnTo>
                  <a:close/>
                </a:path>
                <a:path w="692150" h="79375">
                  <a:moveTo>
                    <a:pt x="311156" y="60566"/>
                  </a:moveTo>
                  <a:lnTo>
                    <a:pt x="150571" y="60566"/>
                  </a:lnTo>
                  <a:lnTo>
                    <a:pt x="150926" y="60553"/>
                  </a:lnTo>
                  <a:lnTo>
                    <a:pt x="150713" y="60553"/>
                  </a:lnTo>
                  <a:lnTo>
                    <a:pt x="183017" y="57670"/>
                  </a:lnTo>
                  <a:lnTo>
                    <a:pt x="207733" y="55651"/>
                  </a:lnTo>
                  <a:lnTo>
                    <a:pt x="395773" y="55664"/>
                  </a:lnTo>
                  <a:lnTo>
                    <a:pt x="377786" y="56870"/>
                  </a:lnTo>
                  <a:lnTo>
                    <a:pt x="359505" y="57683"/>
                  </a:lnTo>
                  <a:lnTo>
                    <a:pt x="339039" y="59321"/>
                  </a:lnTo>
                  <a:lnTo>
                    <a:pt x="311440" y="60553"/>
                  </a:lnTo>
                  <a:lnTo>
                    <a:pt x="150587" y="60564"/>
                  </a:lnTo>
                  <a:lnTo>
                    <a:pt x="311188" y="60564"/>
                  </a:lnTo>
                  <a:close/>
                </a:path>
                <a:path w="692150" h="79375">
                  <a:moveTo>
                    <a:pt x="359591" y="57676"/>
                  </a:moveTo>
                  <a:lnTo>
                    <a:pt x="359722" y="57670"/>
                  </a:lnTo>
                  <a:lnTo>
                    <a:pt x="359591" y="57676"/>
                  </a:lnTo>
                  <a:close/>
                </a:path>
                <a:path w="692150" h="79375">
                  <a:moveTo>
                    <a:pt x="359505" y="57683"/>
                  </a:moveTo>
                  <a:close/>
                </a:path>
                <a:path w="692150" h="79375">
                  <a:moveTo>
                    <a:pt x="278828" y="63017"/>
                  </a:moveTo>
                  <a:lnTo>
                    <a:pt x="105765" y="63017"/>
                  </a:lnTo>
                  <a:lnTo>
                    <a:pt x="105994" y="63004"/>
                  </a:lnTo>
                  <a:lnTo>
                    <a:pt x="126453" y="61366"/>
                  </a:lnTo>
                  <a:lnTo>
                    <a:pt x="150587" y="60564"/>
                  </a:lnTo>
                  <a:lnTo>
                    <a:pt x="311156" y="60566"/>
                  </a:lnTo>
                  <a:lnTo>
                    <a:pt x="302336" y="60960"/>
                  </a:lnTo>
                  <a:lnTo>
                    <a:pt x="302472" y="60960"/>
                  </a:lnTo>
                  <a:lnTo>
                    <a:pt x="278828" y="63017"/>
                  </a:lnTo>
                  <a:close/>
                </a:path>
                <a:path w="692150" h="79375">
                  <a:moveTo>
                    <a:pt x="302610" y="60947"/>
                  </a:moveTo>
                  <a:close/>
                </a:path>
                <a:path w="692150" h="79375">
                  <a:moveTo>
                    <a:pt x="302472" y="60960"/>
                  </a:moveTo>
                  <a:lnTo>
                    <a:pt x="302336" y="60960"/>
                  </a:lnTo>
                  <a:lnTo>
                    <a:pt x="302610" y="60947"/>
                  </a:lnTo>
                  <a:lnTo>
                    <a:pt x="302472" y="60960"/>
                  </a:lnTo>
                  <a:close/>
                </a:path>
                <a:path w="692150" h="79375">
                  <a:moveTo>
                    <a:pt x="105836" y="63011"/>
                  </a:moveTo>
                  <a:lnTo>
                    <a:pt x="105994" y="63004"/>
                  </a:lnTo>
                  <a:lnTo>
                    <a:pt x="105836" y="63011"/>
                  </a:lnTo>
                  <a:close/>
                </a:path>
                <a:path w="692150" h="79375">
                  <a:moveTo>
                    <a:pt x="236054" y="66281"/>
                  </a:moveTo>
                  <a:lnTo>
                    <a:pt x="30556" y="66281"/>
                  </a:lnTo>
                  <a:lnTo>
                    <a:pt x="69303" y="64642"/>
                  </a:lnTo>
                  <a:lnTo>
                    <a:pt x="105836" y="63011"/>
                  </a:lnTo>
                  <a:lnTo>
                    <a:pt x="278828" y="63017"/>
                  </a:lnTo>
                  <a:lnTo>
                    <a:pt x="263975" y="64211"/>
                  </a:lnTo>
                  <a:lnTo>
                    <a:pt x="245237" y="65874"/>
                  </a:lnTo>
                  <a:lnTo>
                    <a:pt x="236054" y="66281"/>
                  </a:lnTo>
                  <a:close/>
                </a:path>
                <a:path w="692150" h="79375">
                  <a:moveTo>
                    <a:pt x="263817" y="64223"/>
                  </a:moveTo>
                  <a:lnTo>
                    <a:pt x="263975" y="64211"/>
                  </a:lnTo>
                  <a:lnTo>
                    <a:pt x="263817" y="64223"/>
                  </a:lnTo>
                  <a:close/>
                </a:path>
                <a:path w="692150" h="79375">
                  <a:moveTo>
                    <a:pt x="31089" y="78968"/>
                  </a:moveTo>
                  <a:lnTo>
                    <a:pt x="6350" y="78968"/>
                  </a:lnTo>
                  <a:lnTo>
                    <a:pt x="4381" y="78663"/>
                  </a:lnTo>
                  <a:lnTo>
                    <a:pt x="2616" y="77762"/>
                  </a:lnTo>
                  <a:lnTo>
                    <a:pt x="1206" y="76352"/>
                  </a:lnTo>
                  <a:lnTo>
                    <a:pt x="304" y="74587"/>
                  </a:lnTo>
                  <a:lnTo>
                    <a:pt x="0" y="72618"/>
                  </a:lnTo>
                  <a:lnTo>
                    <a:pt x="304" y="70662"/>
                  </a:lnTo>
                  <a:lnTo>
                    <a:pt x="1206" y="68897"/>
                  </a:lnTo>
                  <a:lnTo>
                    <a:pt x="2616" y="67487"/>
                  </a:lnTo>
                  <a:lnTo>
                    <a:pt x="4381" y="66586"/>
                  </a:lnTo>
                  <a:lnTo>
                    <a:pt x="6350" y="66268"/>
                  </a:lnTo>
                  <a:lnTo>
                    <a:pt x="30822" y="66268"/>
                  </a:lnTo>
                  <a:lnTo>
                    <a:pt x="30556" y="66281"/>
                  </a:lnTo>
                  <a:lnTo>
                    <a:pt x="236054" y="66281"/>
                  </a:lnTo>
                  <a:lnTo>
                    <a:pt x="226872" y="66687"/>
                  </a:lnTo>
                  <a:lnTo>
                    <a:pt x="227022" y="66687"/>
                  </a:lnTo>
                  <a:lnTo>
                    <a:pt x="188353" y="69951"/>
                  </a:lnTo>
                  <a:lnTo>
                    <a:pt x="151358" y="73240"/>
                  </a:lnTo>
                  <a:lnTo>
                    <a:pt x="126885" y="74053"/>
                  </a:lnTo>
                  <a:lnTo>
                    <a:pt x="127019" y="74053"/>
                  </a:lnTo>
                  <a:lnTo>
                    <a:pt x="106553" y="75691"/>
                  </a:lnTo>
                  <a:lnTo>
                    <a:pt x="31089" y="78968"/>
                  </a:lnTo>
                  <a:close/>
                </a:path>
                <a:path w="692150" h="79375">
                  <a:moveTo>
                    <a:pt x="227022" y="66687"/>
                  </a:moveTo>
                  <a:lnTo>
                    <a:pt x="226872" y="66687"/>
                  </a:lnTo>
                  <a:lnTo>
                    <a:pt x="227164" y="66675"/>
                  </a:lnTo>
                  <a:lnTo>
                    <a:pt x="227022" y="66687"/>
                  </a:lnTo>
                  <a:close/>
                </a:path>
                <a:path w="692150" h="79375">
                  <a:moveTo>
                    <a:pt x="127113" y="74046"/>
                  </a:moveTo>
                  <a:lnTo>
                    <a:pt x="127268" y="74040"/>
                  </a:lnTo>
                  <a:lnTo>
                    <a:pt x="127113" y="74046"/>
                  </a:lnTo>
                  <a:close/>
                </a:path>
                <a:path w="692150" h="79375">
                  <a:moveTo>
                    <a:pt x="127019" y="74053"/>
                  </a:moveTo>
                  <a:lnTo>
                    <a:pt x="126885" y="74053"/>
                  </a:lnTo>
                  <a:lnTo>
                    <a:pt x="127113" y="740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743312" y="4274629"/>
              <a:ext cx="1473200" cy="57150"/>
            </a:xfrm>
            <a:custGeom>
              <a:avLst/>
              <a:gdLst/>
              <a:ahLst/>
              <a:cxnLst/>
              <a:rect l="l" t="t" r="r" b="b"/>
              <a:pathLst>
                <a:path w="1473200" h="57150">
                  <a:moveTo>
                    <a:pt x="0" y="57150"/>
                  </a:moveTo>
                  <a:lnTo>
                    <a:pt x="1473111" y="57150"/>
                  </a:lnTo>
                  <a:lnTo>
                    <a:pt x="1473111" y="0"/>
                  </a:lnTo>
                  <a:lnTo>
                    <a:pt x="0" y="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049676" y="4274184"/>
              <a:ext cx="697865" cy="246379"/>
            </a:xfrm>
            <a:custGeom>
              <a:avLst/>
              <a:gdLst/>
              <a:ahLst/>
              <a:cxnLst/>
              <a:rect l="l" t="t" r="r" b="b"/>
              <a:pathLst>
                <a:path w="697864" h="246379">
                  <a:moveTo>
                    <a:pt x="348932" y="246278"/>
                  </a:moveTo>
                  <a:lnTo>
                    <a:pt x="278610" y="243776"/>
                  </a:lnTo>
                  <a:lnTo>
                    <a:pt x="213112" y="236601"/>
                  </a:lnTo>
                  <a:lnTo>
                    <a:pt x="153841" y="225248"/>
                  </a:lnTo>
                  <a:lnTo>
                    <a:pt x="102200" y="210211"/>
                  </a:lnTo>
                  <a:lnTo>
                    <a:pt x="59592" y="191987"/>
                  </a:lnTo>
                  <a:lnTo>
                    <a:pt x="27420" y="171070"/>
                  </a:lnTo>
                  <a:lnTo>
                    <a:pt x="0" y="123139"/>
                  </a:lnTo>
                  <a:lnTo>
                    <a:pt x="7089" y="98322"/>
                  </a:lnTo>
                  <a:lnTo>
                    <a:pt x="59592" y="54290"/>
                  </a:lnTo>
                  <a:lnTo>
                    <a:pt x="102200" y="36066"/>
                  </a:lnTo>
                  <a:lnTo>
                    <a:pt x="153841" y="21030"/>
                  </a:lnTo>
                  <a:lnTo>
                    <a:pt x="213112" y="9676"/>
                  </a:lnTo>
                  <a:lnTo>
                    <a:pt x="278610" y="2501"/>
                  </a:lnTo>
                  <a:lnTo>
                    <a:pt x="348932" y="0"/>
                  </a:lnTo>
                  <a:lnTo>
                    <a:pt x="419254" y="2501"/>
                  </a:lnTo>
                  <a:lnTo>
                    <a:pt x="484752" y="9676"/>
                  </a:lnTo>
                  <a:lnTo>
                    <a:pt x="544023" y="21030"/>
                  </a:lnTo>
                  <a:lnTo>
                    <a:pt x="595664" y="36066"/>
                  </a:lnTo>
                  <a:lnTo>
                    <a:pt x="638272" y="54290"/>
                  </a:lnTo>
                  <a:lnTo>
                    <a:pt x="670444" y="75207"/>
                  </a:lnTo>
                  <a:lnTo>
                    <a:pt x="697864" y="123139"/>
                  </a:lnTo>
                  <a:lnTo>
                    <a:pt x="690775" y="147956"/>
                  </a:lnTo>
                  <a:lnTo>
                    <a:pt x="638272" y="191987"/>
                  </a:lnTo>
                  <a:lnTo>
                    <a:pt x="595664" y="210211"/>
                  </a:lnTo>
                  <a:lnTo>
                    <a:pt x="544023" y="225248"/>
                  </a:lnTo>
                  <a:lnTo>
                    <a:pt x="484752" y="236601"/>
                  </a:lnTo>
                  <a:lnTo>
                    <a:pt x="419254" y="243776"/>
                  </a:lnTo>
                  <a:lnTo>
                    <a:pt x="348932" y="246278"/>
                  </a:lnTo>
                  <a:close/>
                </a:path>
              </a:pathLst>
            </a:custGeom>
            <a:solidFill>
              <a:srgbClr val="0078A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049676" y="4274184"/>
              <a:ext cx="697865" cy="246379"/>
            </a:xfrm>
            <a:custGeom>
              <a:avLst/>
              <a:gdLst/>
              <a:ahLst/>
              <a:cxnLst/>
              <a:rect l="l" t="t" r="r" b="b"/>
              <a:pathLst>
                <a:path w="697864" h="246379">
                  <a:moveTo>
                    <a:pt x="697864" y="123139"/>
                  </a:moveTo>
                  <a:lnTo>
                    <a:pt x="670444" y="171070"/>
                  </a:lnTo>
                  <a:lnTo>
                    <a:pt x="638272" y="191987"/>
                  </a:lnTo>
                  <a:lnTo>
                    <a:pt x="595664" y="210211"/>
                  </a:lnTo>
                  <a:lnTo>
                    <a:pt x="544023" y="225248"/>
                  </a:lnTo>
                  <a:lnTo>
                    <a:pt x="484752" y="236601"/>
                  </a:lnTo>
                  <a:lnTo>
                    <a:pt x="419254" y="243776"/>
                  </a:lnTo>
                  <a:lnTo>
                    <a:pt x="348932" y="246278"/>
                  </a:lnTo>
                  <a:lnTo>
                    <a:pt x="278610" y="243776"/>
                  </a:lnTo>
                  <a:lnTo>
                    <a:pt x="213112" y="236601"/>
                  </a:lnTo>
                  <a:lnTo>
                    <a:pt x="153841" y="225248"/>
                  </a:lnTo>
                  <a:lnTo>
                    <a:pt x="102200" y="210211"/>
                  </a:lnTo>
                  <a:lnTo>
                    <a:pt x="59592" y="191987"/>
                  </a:lnTo>
                  <a:lnTo>
                    <a:pt x="27420" y="171070"/>
                  </a:lnTo>
                  <a:lnTo>
                    <a:pt x="0" y="123139"/>
                  </a:lnTo>
                  <a:lnTo>
                    <a:pt x="7089" y="98322"/>
                  </a:lnTo>
                  <a:lnTo>
                    <a:pt x="59592" y="54290"/>
                  </a:lnTo>
                  <a:lnTo>
                    <a:pt x="102200" y="36066"/>
                  </a:lnTo>
                  <a:lnTo>
                    <a:pt x="153841" y="21030"/>
                  </a:lnTo>
                  <a:lnTo>
                    <a:pt x="213112" y="9676"/>
                  </a:lnTo>
                  <a:lnTo>
                    <a:pt x="278610" y="2501"/>
                  </a:lnTo>
                  <a:lnTo>
                    <a:pt x="348932" y="0"/>
                  </a:lnTo>
                  <a:lnTo>
                    <a:pt x="419254" y="2501"/>
                  </a:lnTo>
                  <a:lnTo>
                    <a:pt x="484752" y="9676"/>
                  </a:lnTo>
                  <a:lnTo>
                    <a:pt x="544023" y="21030"/>
                  </a:lnTo>
                  <a:lnTo>
                    <a:pt x="595664" y="36066"/>
                  </a:lnTo>
                  <a:lnTo>
                    <a:pt x="638272" y="54290"/>
                  </a:lnTo>
                  <a:lnTo>
                    <a:pt x="670444" y="75207"/>
                  </a:lnTo>
                  <a:lnTo>
                    <a:pt x="697864" y="123139"/>
                  </a:lnTo>
                </a:path>
              </a:pathLst>
            </a:custGeom>
            <a:ln w="4279">
              <a:solidFill>
                <a:srgbClr val="AAE6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049676" y="4226661"/>
              <a:ext cx="694055" cy="173355"/>
            </a:xfrm>
            <a:custGeom>
              <a:avLst/>
              <a:gdLst/>
              <a:ahLst/>
              <a:cxnLst/>
              <a:rect l="l" t="t" r="r" b="b"/>
              <a:pathLst>
                <a:path w="694054" h="173354">
                  <a:moveTo>
                    <a:pt x="693635" y="172821"/>
                  </a:moveTo>
                  <a:lnTo>
                    <a:pt x="0" y="172821"/>
                  </a:lnTo>
                  <a:lnTo>
                    <a:pt x="0" y="0"/>
                  </a:lnTo>
                  <a:lnTo>
                    <a:pt x="693635" y="0"/>
                  </a:lnTo>
                  <a:lnTo>
                    <a:pt x="693635" y="172821"/>
                  </a:lnTo>
                  <a:close/>
                </a:path>
              </a:pathLst>
            </a:custGeom>
            <a:solidFill>
              <a:srgbClr val="0078A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049676" y="4101363"/>
              <a:ext cx="697865" cy="246379"/>
            </a:xfrm>
            <a:custGeom>
              <a:avLst/>
              <a:gdLst/>
              <a:ahLst/>
              <a:cxnLst/>
              <a:rect l="l" t="t" r="r" b="b"/>
              <a:pathLst>
                <a:path w="697864" h="246379">
                  <a:moveTo>
                    <a:pt x="348932" y="246278"/>
                  </a:moveTo>
                  <a:lnTo>
                    <a:pt x="278610" y="243776"/>
                  </a:lnTo>
                  <a:lnTo>
                    <a:pt x="213112" y="236601"/>
                  </a:lnTo>
                  <a:lnTo>
                    <a:pt x="153841" y="225248"/>
                  </a:lnTo>
                  <a:lnTo>
                    <a:pt x="102200" y="210211"/>
                  </a:lnTo>
                  <a:lnTo>
                    <a:pt x="59592" y="191987"/>
                  </a:lnTo>
                  <a:lnTo>
                    <a:pt x="27420" y="171070"/>
                  </a:lnTo>
                  <a:lnTo>
                    <a:pt x="0" y="123139"/>
                  </a:lnTo>
                  <a:lnTo>
                    <a:pt x="7089" y="98322"/>
                  </a:lnTo>
                  <a:lnTo>
                    <a:pt x="59592" y="54290"/>
                  </a:lnTo>
                  <a:lnTo>
                    <a:pt x="102200" y="36066"/>
                  </a:lnTo>
                  <a:lnTo>
                    <a:pt x="153841" y="21030"/>
                  </a:lnTo>
                  <a:lnTo>
                    <a:pt x="213112" y="9676"/>
                  </a:lnTo>
                  <a:lnTo>
                    <a:pt x="278610" y="2501"/>
                  </a:lnTo>
                  <a:lnTo>
                    <a:pt x="348932" y="0"/>
                  </a:lnTo>
                  <a:lnTo>
                    <a:pt x="419254" y="2501"/>
                  </a:lnTo>
                  <a:lnTo>
                    <a:pt x="484752" y="9676"/>
                  </a:lnTo>
                  <a:lnTo>
                    <a:pt x="544023" y="21030"/>
                  </a:lnTo>
                  <a:lnTo>
                    <a:pt x="595664" y="36066"/>
                  </a:lnTo>
                  <a:lnTo>
                    <a:pt x="638272" y="54290"/>
                  </a:lnTo>
                  <a:lnTo>
                    <a:pt x="670444" y="75207"/>
                  </a:lnTo>
                  <a:lnTo>
                    <a:pt x="697864" y="123139"/>
                  </a:lnTo>
                  <a:lnTo>
                    <a:pt x="690775" y="147956"/>
                  </a:lnTo>
                  <a:lnTo>
                    <a:pt x="638272" y="191987"/>
                  </a:lnTo>
                  <a:lnTo>
                    <a:pt x="595664" y="210211"/>
                  </a:lnTo>
                  <a:lnTo>
                    <a:pt x="544023" y="225248"/>
                  </a:lnTo>
                  <a:lnTo>
                    <a:pt x="484752" y="236601"/>
                  </a:lnTo>
                  <a:lnTo>
                    <a:pt x="419254" y="243776"/>
                  </a:lnTo>
                  <a:lnTo>
                    <a:pt x="348932" y="246278"/>
                  </a:lnTo>
                  <a:close/>
                </a:path>
              </a:pathLst>
            </a:custGeom>
            <a:solidFill>
              <a:srgbClr val="00B4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049676" y="4101363"/>
              <a:ext cx="697865" cy="246379"/>
            </a:xfrm>
            <a:custGeom>
              <a:avLst/>
              <a:gdLst/>
              <a:ahLst/>
              <a:cxnLst/>
              <a:rect l="l" t="t" r="r" b="b"/>
              <a:pathLst>
                <a:path w="697864" h="246379">
                  <a:moveTo>
                    <a:pt x="697864" y="123139"/>
                  </a:moveTo>
                  <a:lnTo>
                    <a:pt x="670444" y="171070"/>
                  </a:lnTo>
                  <a:lnTo>
                    <a:pt x="638272" y="191987"/>
                  </a:lnTo>
                  <a:lnTo>
                    <a:pt x="595664" y="210211"/>
                  </a:lnTo>
                  <a:lnTo>
                    <a:pt x="544023" y="225248"/>
                  </a:lnTo>
                  <a:lnTo>
                    <a:pt x="484752" y="236601"/>
                  </a:lnTo>
                  <a:lnTo>
                    <a:pt x="419254" y="243776"/>
                  </a:lnTo>
                  <a:lnTo>
                    <a:pt x="348932" y="246278"/>
                  </a:lnTo>
                  <a:lnTo>
                    <a:pt x="278610" y="243776"/>
                  </a:lnTo>
                  <a:lnTo>
                    <a:pt x="213112" y="236601"/>
                  </a:lnTo>
                  <a:lnTo>
                    <a:pt x="153841" y="225248"/>
                  </a:lnTo>
                  <a:lnTo>
                    <a:pt x="102200" y="210211"/>
                  </a:lnTo>
                  <a:lnTo>
                    <a:pt x="59592" y="191987"/>
                  </a:lnTo>
                  <a:lnTo>
                    <a:pt x="27420" y="171070"/>
                  </a:lnTo>
                  <a:lnTo>
                    <a:pt x="0" y="123139"/>
                  </a:lnTo>
                  <a:lnTo>
                    <a:pt x="7089" y="98322"/>
                  </a:lnTo>
                  <a:lnTo>
                    <a:pt x="59592" y="54290"/>
                  </a:lnTo>
                  <a:lnTo>
                    <a:pt x="102200" y="36066"/>
                  </a:lnTo>
                  <a:lnTo>
                    <a:pt x="153841" y="21030"/>
                  </a:lnTo>
                  <a:lnTo>
                    <a:pt x="213112" y="9676"/>
                  </a:lnTo>
                  <a:lnTo>
                    <a:pt x="278610" y="2501"/>
                  </a:lnTo>
                  <a:lnTo>
                    <a:pt x="348932" y="0"/>
                  </a:lnTo>
                  <a:lnTo>
                    <a:pt x="419254" y="2501"/>
                  </a:lnTo>
                  <a:lnTo>
                    <a:pt x="484752" y="9676"/>
                  </a:lnTo>
                  <a:lnTo>
                    <a:pt x="544023" y="21030"/>
                  </a:lnTo>
                  <a:lnTo>
                    <a:pt x="595664" y="36066"/>
                  </a:lnTo>
                  <a:lnTo>
                    <a:pt x="638272" y="54290"/>
                  </a:lnTo>
                  <a:lnTo>
                    <a:pt x="670444" y="75207"/>
                  </a:lnTo>
                  <a:lnTo>
                    <a:pt x="697864" y="123139"/>
                  </a:lnTo>
                </a:path>
              </a:pathLst>
            </a:custGeom>
            <a:ln w="4279">
              <a:solidFill>
                <a:srgbClr val="AAE6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155416" y="4131601"/>
              <a:ext cx="482168" cy="18578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049676" y="4222343"/>
              <a:ext cx="695960" cy="173355"/>
            </a:xfrm>
            <a:custGeom>
              <a:avLst/>
              <a:gdLst/>
              <a:ahLst/>
              <a:cxnLst/>
              <a:rect l="l" t="t" r="r" b="b"/>
              <a:pathLst>
                <a:path w="695960" h="173354">
                  <a:moveTo>
                    <a:pt x="2133" y="0"/>
                  </a:moveTo>
                  <a:lnTo>
                    <a:pt x="0" y="0"/>
                  </a:lnTo>
                  <a:lnTo>
                    <a:pt x="0" y="172821"/>
                  </a:lnTo>
                  <a:lnTo>
                    <a:pt x="2133" y="172821"/>
                  </a:lnTo>
                  <a:lnTo>
                    <a:pt x="2133" y="0"/>
                  </a:lnTo>
                  <a:close/>
                </a:path>
                <a:path w="695960" h="173354">
                  <a:moveTo>
                    <a:pt x="695769" y="0"/>
                  </a:moveTo>
                  <a:lnTo>
                    <a:pt x="691489" y="0"/>
                  </a:lnTo>
                  <a:lnTo>
                    <a:pt x="691489" y="172821"/>
                  </a:lnTo>
                  <a:lnTo>
                    <a:pt x="695769" y="172821"/>
                  </a:lnTo>
                  <a:lnTo>
                    <a:pt x="695769" y="0"/>
                  </a:lnTo>
                  <a:close/>
                </a:path>
              </a:pathLst>
            </a:custGeom>
            <a:solidFill>
              <a:srgbClr val="AAE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134497" y="4026191"/>
              <a:ext cx="638175" cy="267335"/>
            </a:xfrm>
            <a:custGeom>
              <a:avLst/>
              <a:gdLst/>
              <a:ahLst/>
              <a:cxnLst/>
              <a:rect l="l" t="t" r="r" b="b"/>
              <a:pathLst>
                <a:path w="638175" h="267335">
                  <a:moveTo>
                    <a:pt x="637768" y="104736"/>
                  </a:moveTo>
                  <a:lnTo>
                    <a:pt x="598411" y="42887"/>
                  </a:lnTo>
                  <a:lnTo>
                    <a:pt x="554253" y="20218"/>
                  </a:lnTo>
                  <a:lnTo>
                    <a:pt x="498259" y="5346"/>
                  </a:lnTo>
                  <a:lnTo>
                    <a:pt x="433793" y="0"/>
                  </a:lnTo>
                  <a:lnTo>
                    <a:pt x="369316" y="5346"/>
                  </a:lnTo>
                  <a:lnTo>
                    <a:pt x="313334" y="20218"/>
                  </a:lnTo>
                  <a:lnTo>
                    <a:pt x="269176" y="42887"/>
                  </a:lnTo>
                  <a:lnTo>
                    <a:pt x="240220" y="71640"/>
                  </a:lnTo>
                  <a:lnTo>
                    <a:pt x="238721" y="76415"/>
                  </a:lnTo>
                  <a:lnTo>
                    <a:pt x="215506" y="65849"/>
                  </a:lnTo>
                  <a:lnTo>
                    <a:pt x="155130" y="57607"/>
                  </a:lnTo>
                  <a:lnTo>
                    <a:pt x="94742" y="65849"/>
                  </a:lnTo>
                  <a:lnTo>
                    <a:pt x="45427" y="88290"/>
                  </a:lnTo>
                  <a:lnTo>
                    <a:pt x="12179" y="121589"/>
                  </a:lnTo>
                  <a:lnTo>
                    <a:pt x="0" y="162344"/>
                  </a:lnTo>
                  <a:lnTo>
                    <a:pt x="12179" y="203123"/>
                  </a:lnTo>
                  <a:lnTo>
                    <a:pt x="45427" y="236423"/>
                  </a:lnTo>
                  <a:lnTo>
                    <a:pt x="94742" y="258864"/>
                  </a:lnTo>
                  <a:lnTo>
                    <a:pt x="155130" y="267093"/>
                  </a:lnTo>
                  <a:lnTo>
                    <a:pt x="215506" y="258864"/>
                  </a:lnTo>
                  <a:lnTo>
                    <a:pt x="264820" y="236423"/>
                  </a:lnTo>
                  <a:lnTo>
                    <a:pt x="298069" y="203123"/>
                  </a:lnTo>
                  <a:lnTo>
                    <a:pt x="303682" y="184340"/>
                  </a:lnTo>
                  <a:lnTo>
                    <a:pt x="313334" y="189280"/>
                  </a:lnTo>
                  <a:lnTo>
                    <a:pt x="369316" y="204152"/>
                  </a:lnTo>
                  <a:lnTo>
                    <a:pt x="433793" y="209486"/>
                  </a:lnTo>
                  <a:lnTo>
                    <a:pt x="498259" y="204152"/>
                  </a:lnTo>
                  <a:lnTo>
                    <a:pt x="554253" y="189280"/>
                  </a:lnTo>
                  <a:lnTo>
                    <a:pt x="598411" y="166611"/>
                  </a:lnTo>
                  <a:lnTo>
                    <a:pt x="627367" y="137845"/>
                  </a:lnTo>
                  <a:lnTo>
                    <a:pt x="637768" y="1047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4036822" y="4214723"/>
              <a:ext cx="206844" cy="16758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100030" y="4089031"/>
              <a:ext cx="885190" cy="455930"/>
            </a:xfrm>
            <a:custGeom>
              <a:avLst/>
              <a:gdLst/>
              <a:ahLst/>
              <a:cxnLst/>
              <a:rect l="l" t="t" r="r" b="b"/>
              <a:pathLst>
                <a:path w="885189" h="455929">
                  <a:moveTo>
                    <a:pt x="884821" y="191160"/>
                  </a:moveTo>
                  <a:lnTo>
                    <a:pt x="873074" y="159575"/>
                  </a:lnTo>
                  <a:lnTo>
                    <a:pt x="841057" y="133769"/>
                  </a:lnTo>
                  <a:lnTo>
                    <a:pt x="813562" y="123698"/>
                  </a:lnTo>
                  <a:lnTo>
                    <a:pt x="827112" y="112776"/>
                  </a:lnTo>
                  <a:lnTo>
                    <a:pt x="838860" y="81178"/>
                  </a:lnTo>
                  <a:lnTo>
                    <a:pt x="827112" y="49593"/>
                  </a:lnTo>
                  <a:lnTo>
                    <a:pt x="795096" y="23787"/>
                  </a:lnTo>
                  <a:lnTo>
                    <a:pt x="747610" y="6388"/>
                  </a:lnTo>
                  <a:lnTo>
                    <a:pt x="689470" y="0"/>
                  </a:lnTo>
                  <a:lnTo>
                    <a:pt x="631317" y="6388"/>
                  </a:lnTo>
                  <a:lnTo>
                    <a:pt x="583831" y="23787"/>
                  </a:lnTo>
                  <a:lnTo>
                    <a:pt x="551815" y="49593"/>
                  </a:lnTo>
                  <a:lnTo>
                    <a:pt x="542353" y="75044"/>
                  </a:lnTo>
                  <a:lnTo>
                    <a:pt x="536194" y="73558"/>
                  </a:lnTo>
                  <a:lnTo>
                    <a:pt x="478497" y="65620"/>
                  </a:lnTo>
                  <a:lnTo>
                    <a:pt x="416547" y="62852"/>
                  </a:lnTo>
                  <a:lnTo>
                    <a:pt x="354596" y="65620"/>
                  </a:lnTo>
                  <a:lnTo>
                    <a:pt x="296900" y="73558"/>
                  </a:lnTo>
                  <a:lnTo>
                    <a:pt x="244678" y="86118"/>
                  </a:lnTo>
                  <a:lnTo>
                    <a:pt x="199186" y="102743"/>
                  </a:lnTo>
                  <a:lnTo>
                    <a:pt x="161658" y="122897"/>
                  </a:lnTo>
                  <a:lnTo>
                    <a:pt x="115404" y="171589"/>
                  </a:lnTo>
                  <a:lnTo>
                    <a:pt x="109169" y="199021"/>
                  </a:lnTo>
                  <a:lnTo>
                    <a:pt x="111582" y="209702"/>
                  </a:lnTo>
                  <a:lnTo>
                    <a:pt x="96494" y="211467"/>
                  </a:lnTo>
                  <a:lnTo>
                    <a:pt x="46266" y="231101"/>
                  </a:lnTo>
                  <a:lnTo>
                    <a:pt x="12407" y="260235"/>
                  </a:lnTo>
                  <a:lnTo>
                    <a:pt x="0" y="295910"/>
                  </a:lnTo>
                  <a:lnTo>
                    <a:pt x="12407" y="331584"/>
                  </a:lnTo>
                  <a:lnTo>
                    <a:pt x="46266" y="360718"/>
                  </a:lnTo>
                  <a:lnTo>
                    <a:pt x="96494" y="380352"/>
                  </a:lnTo>
                  <a:lnTo>
                    <a:pt x="158000" y="387553"/>
                  </a:lnTo>
                  <a:lnTo>
                    <a:pt x="219494" y="380352"/>
                  </a:lnTo>
                  <a:lnTo>
                    <a:pt x="237820" y="373189"/>
                  </a:lnTo>
                  <a:lnTo>
                    <a:pt x="238328" y="374904"/>
                  </a:lnTo>
                  <a:lnTo>
                    <a:pt x="299656" y="423430"/>
                  </a:lnTo>
                  <a:lnTo>
                    <a:pt x="347903" y="440626"/>
                  </a:lnTo>
                  <a:lnTo>
                    <a:pt x="404863" y="451713"/>
                  </a:lnTo>
                  <a:lnTo>
                    <a:pt x="468261" y="455637"/>
                  </a:lnTo>
                  <a:lnTo>
                    <a:pt x="531647" y="451713"/>
                  </a:lnTo>
                  <a:lnTo>
                    <a:pt x="588606" y="440626"/>
                  </a:lnTo>
                  <a:lnTo>
                    <a:pt x="636854" y="423430"/>
                  </a:lnTo>
                  <a:lnTo>
                    <a:pt x="657491" y="411111"/>
                  </a:lnTo>
                  <a:lnTo>
                    <a:pt x="659485" y="412038"/>
                  </a:lnTo>
                  <a:lnTo>
                    <a:pt x="706704" y="418973"/>
                  </a:lnTo>
                  <a:lnTo>
                    <a:pt x="753910" y="412038"/>
                  </a:lnTo>
                  <a:lnTo>
                    <a:pt x="794918" y="392709"/>
                  </a:lnTo>
                  <a:lnTo>
                    <a:pt x="827265" y="363232"/>
                  </a:lnTo>
                  <a:lnTo>
                    <a:pt x="848474" y="325856"/>
                  </a:lnTo>
                  <a:lnTo>
                    <a:pt x="856094" y="282816"/>
                  </a:lnTo>
                  <a:lnTo>
                    <a:pt x="848906" y="242239"/>
                  </a:lnTo>
                  <a:lnTo>
                    <a:pt x="873074" y="222758"/>
                  </a:lnTo>
                  <a:lnTo>
                    <a:pt x="884821" y="1911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128757" y="4015714"/>
              <a:ext cx="638175" cy="267335"/>
            </a:xfrm>
            <a:custGeom>
              <a:avLst/>
              <a:gdLst/>
              <a:ahLst/>
              <a:cxnLst/>
              <a:rect l="l" t="t" r="r" b="b"/>
              <a:pathLst>
                <a:path w="638175" h="267335">
                  <a:moveTo>
                    <a:pt x="637755" y="104749"/>
                  </a:moveTo>
                  <a:lnTo>
                    <a:pt x="598398" y="42887"/>
                  </a:lnTo>
                  <a:lnTo>
                    <a:pt x="554240" y="20218"/>
                  </a:lnTo>
                  <a:lnTo>
                    <a:pt x="498259" y="5346"/>
                  </a:lnTo>
                  <a:lnTo>
                    <a:pt x="433793" y="0"/>
                  </a:lnTo>
                  <a:lnTo>
                    <a:pt x="369316" y="5346"/>
                  </a:lnTo>
                  <a:lnTo>
                    <a:pt x="313321" y="20218"/>
                  </a:lnTo>
                  <a:lnTo>
                    <a:pt x="269163" y="42887"/>
                  </a:lnTo>
                  <a:lnTo>
                    <a:pt x="240207" y="71653"/>
                  </a:lnTo>
                  <a:lnTo>
                    <a:pt x="238709" y="76415"/>
                  </a:lnTo>
                  <a:lnTo>
                    <a:pt x="215506" y="65849"/>
                  </a:lnTo>
                  <a:lnTo>
                    <a:pt x="155130" y="57607"/>
                  </a:lnTo>
                  <a:lnTo>
                    <a:pt x="94742" y="65849"/>
                  </a:lnTo>
                  <a:lnTo>
                    <a:pt x="45427" y="88290"/>
                  </a:lnTo>
                  <a:lnTo>
                    <a:pt x="12179" y="121589"/>
                  </a:lnTo>
                  <a:lnTo>
                    <a:pt x="0" y="162356"/>
                  </a:lnTo>
                  <a:lnTo>
                    <a:pt x="12179" y="203136"/>
                  </a:lnTo>
                  <a:lnTo>
                    <a:pt x="45427" y="236423"/>
                  </a:lnTo>
                  <a:lnTo>
                    <a:pt x="94742" y="258864"/>
                  </a:lnTo>
                  <a:lnTo>
                    <a:pt x="155130" y="267093"/>
                  </a:lnTo>
                  <a:lnTo>
                    <a:pt x="215506" y="258864"/>
                  </a:lnTo>
                  <a:lnTo>
                    <a:pt x="264820" y="236423"/>
                  </a:lnTo>
                  <a:lnTo>
                    <a:pt x="298069" y="203136"/>
                  </a:lnTo>
                  <a:lnTo>
                    <a:pt x="303682" y="184340"/>
                  </a:lnTo>
                  <a:lnTo>
                    <a:pt x="313321" y="189280"/>
                  </a:lnTo>
                  <a:lnTo>
                    <a:pt x="369316" y="204152"/>
                  </a:lnTo>
                  <a:lnTo>
                    <a:pt x="433793" y="209486"/>
                  </a:lnTo>
                  <a:lnTo>
                    <a:pt x="498259" y="204152"/>
                  </a:lnTo>
                  <a:lnTo>
                    <a:pt x="554240" y="189280"/>
                  </a:lnTo>
                  <a:lnTo>
                    <a:pt x="598398" y="166611"/>
                  </a:lnTo>
                  <a:lnTo>
                    <a:pt x="627354" y="137858"/>
                  </a:lnTo>
                  <a:lnTo>
                    <a:pt x="637755" y="104749"/>
                  </a:lnTo>
                  <a:close/>
                </a:path>
              </a:pathLst>
            </a:custGeom>
            <a:solidFill>
              <a:srgbClr val="CEDA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031081" y="4204258"/>
              <a:ext cx="206844" cy="16758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094277" y="4078566"/>
              <a:ext cx="885190" cy="455930"/>
            </a:xfrm>
            <a:custGeom>
              <a:avLst/>
              <a:gdLst/>
              <a:ahLst/>
              <a:cxnLst/>
              <a:rect l="l" t="t" r="r" b="b"/>
              <a:pathLst>
                <a:path w="885189" h="455929">
                  <a:moveTo>
                    <a:pt x="884821" y="191147"/>
                  </a:moveTo>
                  <a:lnTo>
                    <a:pt x="873074" y="159562"/>
                  </a:lnTo>
                  <a:lnTo>
                    <a:pt x="841070" y="133756"/>
                  </a:lnTo>
                  <a:lnTo>
                    <a:pt x="813574" y="123685"/>
                  </a:lnTo>
                  <a:lnTo>
                    <a:pt x="827112" y="112776"/>
                  </a:lnTo>
                  <a:lnTo>
                    <a:pt x="838860" y="81165"/>
                  </a:lnTo>
                  <a:lnTo>
                    <a:pt x="827112" y="49580"/>
                  </a:lnTo>
                  <a:lnTo>
                    <a:pt x="795096" y="23774"/>
                  </a:lnTo>
                  <a:lnTo>
                    <a:pt x="747610" y="6388"/>
                  </a:lnTo>
                  <a:lnTo>
                    <a:pt x="689470" y="0"/>
                  </a:lnTo>
                  <a:lnTo>
                    <a:pt x="631317" y="6388"/>
                  </a:lnTo>
                  <a:lnTo>
                    <a:pt x="583844" y="23774"/>
                  </a:lnTo>
                  <a:lnTo>
                    <a:pt x="551827" y="49580"/>
                  </a:lnTo>
                  <a:lnTo>
                    <a:pt x="542366" y="75031"/>
                  </a:lnTo>
                  <a:lnTo>
                    <a:pt x="536206" y="73545"/>
                  </a:lnTo>
                  <a:lnTo>
                    <a:pt x="478497" y="65608"/>
                  </a:lnTo>
                  <a:lnTo>
                    <a:pt x="416560" y="62839"/>
                  </a:lnTo>
                  <a:lnTo>
                    <a:pt x="354609" y="65608"/>
                  </a:lnTo>
                  <a:lnTo>
                    <a:pt x="296900" y="73545"/>
                  </a:lnTo>
                  <a:lnTo>
                    <a:pt x="244690" y="86106"/>
                  </a:lnTo>
                  <a:lnTo>
                    <a:pt x="199199" y="102730"/>
                  </a:lnTo>
                  <a:lnTo>
                    <a:pt x="161658" y="122885"/>
                  </a:lnTo>
                  <a:lnTo>
                    <a:pt x="115404" y="171577"/>
                  </a:lnTo>
                  <a:lnTo>
                    <a:pt x="109169" y="199009"/>
                  </a:lnTo>
                  <a:lnTo>
                    <a:pt x="111582" y="209689"/>
                  </a:lnTo>
                  <a:lnTo>
                    <a:pt x="96494" y="211455"/>
                  </a:lnTo>
                  <a:lnTo>
                    <a:pt x="46278" y="231089"/>
                  </a:lnTo>
                  <a:lnTo>
                    <a:pt x="12407" y="260223"/>
                  </a:lnTo>
                  <a:lnTo>
                    <a:pt x="0" y="295897"/>
                  </a:lnTo>
                  <a:lnTo>
                    <a:pt x="12407" y="331571"/>
                  </a:lnTo>
                  <a:lnTo>
                    <a:pt x="46278" y="360705"/>
                  </a:lnTo>
                  <a:lnTo>
                    <a:pt x="96494" y="380339"/>
                  </a:lnTo>
                  <a:lnTo>
                    <a:pt x="158013" y="387540"/>
                  </a:lnTo>
                  <a:lnTo>
                    <a:pt x="219506" y="380339"/>
                  </a:lnTo>
                  <a:lnTo>
                    <a:pt x="237832" y="373176"/>
                  </a:lnTo>
                  <a:lnTo>
                    <a:pt x="238340" y="374891"/>
                  </a:lnTo>
                  <a:lnTo>
                    <a:pt x="299669" y="423418"/>
                  </a:lnTo>
                  <a:lnTo>
                    <a:pt x="347916" y="440613"/>
                  </a:lnTo>
                  <a:lnTo>
                    <a:pt x="404876" y="451700"/>
                  </a:lnTo>
                  <a:lnTo>
                    <a:pt x="468274" y="455625"/>
                  </a:lnTo>
                  <a:lnTo>
                    <a:pt x="531660" y="451700"/>
                  </a:lnTo>
                  <a:lnTo>
                    <a:pt x="588619" y="440613"/>
                  </a:lnTo>
                  <a:lnTo>
                    <a:pt x="636866" y="423418"/>
                  </a:lnTo>
                  <a:lnTo>
                    <a:pt x="657491" y="411111"/>
                  </a:lnTo>
                  <a:lnTo>
                    <a:pt x="659485" y="412038"/>
                  </a:lnTo>
                  <a:lnTo>
                    <a:pt x="706716" y="418973"/>
                  </a:lnTo>
                  <a:lnTo>
                    <a:pt x="753922" y="412038"/>
                  </a:lnTo>
                  <a:lnTo>
                    <a:pt x="794931" y="392709"/>
                  </a:lnTo>
                  <a:lnTo>
                    <a:pt x="827265" y="363232"/>
                  </a:lnTo>
                  <a:lnTo>
                    <a:pt x="848474" y="325843"/>
                  </a:lnTo>
                  <a:lnTo>
                    <a:pt x="856094" y="282803"/>
                  </a:lnTo>
                  <a:lnTo>
                    <a:pt x="848906" y="242239"/>
                  </a:lnTo>
                  <a:lnTo>
                    <a:pt x="873074" y="222745"/>
                  </a:lnTo>
                  <a:lnTo>
                    <a:pt x="884821" y="191147"/>
                  </a:lnTo>
                  <a:close/>
                </a:path>
              </a:pathLst>
            </a:custGeom>
            <a:solidFill>
              <a:srgbClr val="CEDA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614385" y="4216285"/>
              <a:ext cx="176987" cy="16256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536447" y="4173804"/>
              <a:ext cx="610235" cy="306070"/>
            </a:xfrm>
            <a:custGeom>
              <a:avLst/>
              <a:gdLst/>
              <a:ahLst/>
              <a:cxnLst/>
              <a:rect l="l" t="t" r="r" b="b"/>
              <a:pathLst>
                <a:path w="610235" h="306070">
                  <a:moveTo>
                    <a:pt x="304660" y="306044"/>
                  </a:moveTo>
                  <a:lnTo>
                    <a:pt x="243121" y="302935"/>
                  </a:lnTo>
                  <a:lnTo>
                    <a:pt x="185812" y="294017"/>
                  </a:lnTo>
                  <a:lnTo>
                    <a:pt x="133968" y="279902"/>
                  </a:lnTo>
                  <a:lnTo>
                    <a:pt x="88826" y="261204"/>
                  </a:lnTo>
                  <a:lnTo>
                    <a:pt x="51622" y="238534"/>
                  </a:lnTo>
                  <a:lnTo>
                    <a:pt x="23593" y="212507"/>
                  </a:lnTo>
                  <a:lnTo>
                    <a:pt x="0" y="152831"/>
                  </a:lnTo>
                  <a:lnTo>
                    <a:pt x="5973" y="122057"/>
                  </a:lnTo>
                  <a:lnTo>
                    <a:pt x="51622" y="67422"/>
                  </a:lnTo>
                  <a:lnTo>
                    <a:pt x="88826" y="44797"/>
                  </a:lnTo>
                  <a:lnTo>
                    <a:pt x="133968" y="26125"/>
                  </a:lnTo>
                  <a:lnTo>
                    <a:pt x="185812" y="12023"/>
                  </a:lnTo>
                  <a:lnTo>
                    <a:pt x="243121" y="3108"/>
                  </a:lnTo>
                  <a:lnTo>
                    <a:pt x="304660" y="0"/>
                  </a:lnTo>
                  <a:lnTo>
                    <a:pt x="366200" y="3109"/>
                  </a:lnTo>
                  <a:lnTo>
                    <a:pt x="423519" y="12026"/>
                  </a:lnTo>
                  <a:lnTo>
                    <a:pt x="475388" y="26135"/>
                  </a:lnTo>
                  <a:lnTo>
                    <a:pt x="520580" y="44821"/>
                  </a:lnTo>
                  <a:lnTo>
                    <a:pt x="557868" y="67468"/>
                  </a:lnTo>
                  <a:lnTo>
                    <a:pt x="586022" y="93461"/>
                  </a:lnTo>
                  <a:lnTo>
                    <a:pt x="610019" y="153022"/>
                  </a:lnTo>
                  <a:lnTo>
                    <a:pt x="603815" y="183863"/>
                  </a:lnTo>
                  <a:lnTo>
                    <a:pt x="557868" y="238581"/>
                  </a:lnTo>
                  <a:lnTo>
                    <a:pt x="520580" y="261227"/>
                  </a:lnTo>
                  <a:lnTo>
                    <a:pt x="475388" y="279912"/>
                  </a:lnTo>
                  <a:lnTo>
                    <a:pt x="423519" y="294020"/>
                  </a:lnTo>
                  <a:lnTo>
                    <a:pt x="366200" y="302936"/>
                  </a:lnTo>
                  <a:lnTo>
                    <a:pt x="304660" y="306044"/>
                  </a:lnTo>
                  <a:close/>
                </a:path>
              </a:pathLst>
            </a:custGeom>
            <a:solidFill>
              <a:srgbClr val="FF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529501" y="4167454"/>
              <a:ext cx="623570" cy="317500"/>
            </a:xfrm>
            <a:custGeom>
              <a:avLst/>
              <a:gdLst/>
              <a:ahLst/>
              <a:cxnLst/>
              <a:rect l="l" t="t" r="r" b="b"/>
              <a:pathLst>
                <a:path w="623569" h="317500">
                  <a:moveTo>
                    <a:pt x="343077" y="317500"/>
                  </a:moveTo>
                  <a:lnTo>
                    <a:pt x="279984" y="317500"/>
                  </a:lnTo>
                  <a:lnTo>
                    <a:pt x="234403" y="313689"/>
                  </a:lnTo>
                  <a:lnTo>
                    <a:pt x="191350" y="306070"/>
                  </a:lnTo>
                  <a:lnTo>
                    <a:pt x="177647" y="302260"/>
                  </a:lnTo>
                  <a:lnTo>
                    <a:pt x="164299" y="299720"/>
                  </a:lnTo>
                  <a:lnTo>
                    <a:pt x="138747" y="292100"/>
                  </a:lnTo>
                  <a:lnTo>
                    <a:pt x="126580" y="287020"/>
                  </a:lnTo>
                  <a:lnTo>
                    <a:pt x="114846" y="283210"/>
                  </a:lnTo>
                  <a:lnTo>
                    <a:pt x="103555" y="278129"/>
                  </a:lnTo>
                  <a:lnTo>
                    <a:pt x="92735" y="273050"/>
                  </a:lnTo>
                  <a:lnTo>
                    <a:pt x="82397" y="266700"/>
                  </a:lnTo>
                  <a:lnTo>
                    <a:pt x="72567" y="261620"/>
                  </a:lnTo>
                  <a:lnTo>
                    <a:pt x="38925" y="236220"/>
                  </a:lnTo>
                  <a:lnTo>
                    <a:pt x="25527" y="222250"/>
                  </a:lnTo>
                  <a:lnTo>
                    <a:pt x="25260" y="222250"/>
                  </a:lnTo>
                  <a:lnTo>
                    <a:pt x="19786" y="215900"/>
                  </a:lnTo>
                  <a:lnTo>
                    <a:pt x="19519" y="214629"/>
                  </a:lnTo>
                  <a:lnTo>
                    <a:pt x="14516" y="207010"/>
                  </a:lnTo>
                  <a:lnTo>
                    <a:pt x="2514" y="179070"/>
                  </a:lnTo>
                  <a:lnTo>
                    <a:pt x="1574" y="175260"/>
                  </a:lnTo>
                  <a:lnTo>
                    <a:pt x="838" y="171450"/>
                  </a:lnTo>
                  <a:lnTo>
                    <a:pt x="342" y="167639"/>
                  </a:lnTo>
                  <a:lnTo>
                    <a:pt x="0" y="162560"/>
                  </a:lnTo>
                  <a:lnTo>
                    <a:pt x="0" y="154939"/>
                  </a:lnTo>
                  <a:lnTo>
                    <a:pt x="342" y="149860"/>
                  </a:lnTo>
                  <a:lnTo>
                    <a:pt x="889" y="146050"/>
                  </a:lnTo>
                  <a:lnTo>
                    <a:pt x="1638" y="142239"/>
                  </a:lnTo>
                  <a:lnTo>
                    <a:pt x="2590" y="137160"/>
                  </a:lnTo>
                  <a:lnTo>
                    <a:pt x="10147" y="118110"/>
                  </a:lnTo>
                  <a:lnTo>
                    <a:pt x="12369" y="113029"/>
                  </a:lnTo>
                  <a:lnTo>
                    <a:pt x="14516" y="110489"/>
                  </a:lnTo>
                  <a:lnTo>
                    <a:pt x="19786" y="101600"/>
                  </a:lnTo>
                  <a:lnTo>
                    <a:pt x="25527" y="95250"/>
                  </a:lnTo>
                  <a:lnTo>
                    <a:pt x="54737" y="68579"/>
                  </a:lnTo>
                  <a:lnTo>
                    <a:pt x="82626" y="50800"/>
                  </a:lnTo>
                  <a:lnTo>
                    <a:pt x="92951" y="44450"/>
                  </a:lnTo>
                  <a:lnTo>
                    <a:pt x="103759" y="39370"/>
                  </a:lnTo>
                  <a:lnTo>
                    <a:pt x="115049" y="34289"/>
                  </a:lnTo>
                  <a:lnTo>
                    <a:pt x="126771" y="30479"/>
                  </a:lnTo>
                  <a:lnTo>
                    <a:pt x="138938" y="25400"/>
                  </a:lnTo>
                  <a:lnTo>
                    <a:pt x="164477" y="17779"/>
                  </a:lnTo>
                  <a:lnTo>
                    <a:pt x="177825" y="15239"/>
                  </a:lnTo>
                  <a:lnTo>
                    <a:pt x="191516" y="11429"/>
                  </a:lnTo>
                  <a:lnTo>
                    <a:pt x="234569" y="3810"/>
                  </a:lnTo>
                  <a:lnTo>
                    <a:pt x="280149" y="0"/>
                  </a:lnTo>
                  <a:lnTo>
                    <a:pt x="343230" y="0"/>
                  </a:lnTo>
                  <a:lnTo>
                    <a:pt x="388823" y="3810"/>
                  </a:lnTo>
                  <a:lnTo>
                    <a:pt x="431876" y="11429"/>
                  </a:lnTo>
                  <a:lnTo>
                    <a:pt x="436443" y="12700"/>
                  </a:lnTo>
                  <a:lnTo>
                    <a:pt x="280797" y="12700"/>
                  </a:lnTo>
                  <a:lnTo>
                    <a:pt x="265506" y="13970"/>
                  </a:lnTo>
                  <a:lnTo>
                    <a:pt x="265671" y="13970"/>
                  </a:lnTo>
                  <a:lnTo>
                    <a:pt x="250634" y="15239"/>
                  </a:lnTo>
                  <a:lnTo>
                    <a:pt x="250799" y="15239"/>
                  </a:lnTo>
                  <a:lnTo>
                    <a:pt x="236029" y="16510"/>
                  </a:lnTo>
                  <a:lnTo>
                    <a:pt x="236194" y="16510"/>
                  </a:lnTo>
                  <a:lnTo>
                    <a:pt x="221703" y="19050"/>
                  </a:lnTo>
                  <a:lnTo>
                    <a:pt x="221869" y="19050"/>
                  </a:lnTo>
                  <a:lnTo>
                    <a:pt x="207683" y="21589"/>
                  </a:lnTo>
                  <a:lnTo>
                    <a:pt x="207848" y="21589"/>
                  </a:lnTo>
                  <a:lnTo>
                    <a:pt x="193979" y="24129"/>
                  </a:lnTo>
                  <a:lnTo>
                    <a:pt x="194157" y="24129"/>
                  </a:lnTo>
                  <a:lnTo>
                    <a:pt x="180619" y="26670"/>
                  </a:lnTo>
                  <a:lnTo>
                    <a:pt x="180797" y="26670"/>
                  </a:lnTo>
                  <a:lnTo>
                    <a:pt x="167640" y="30479"/>
                  </a:lnTo>
                  <a:lnTo>
                    <a:pt x="167817" y="30479"/>
                  </a:lnTo>
                  <a:lnTo>
                    <a:pt x="155028" y="34289"/>
                  </a:lnTo>
                  <a:lnTo>
                    <a:pt x="155206" y="34289"/>
                  </a:lnTo>
                  <a:lnTo>
                    <a:pt x="142824" y="38100"/>
                  </a:lnTo>
                  <a:lnTo>
                    <a:pt x="143014" y="38100"/>
                  </a:lnTo>
                  <a:lnTo>
                    <a:pt x="131038" y="41910"/>
                  </a:lnTo>
                  <a:lnTo>
                    <a:pt x="131229" y="41910"/>
                  </a:lnTo>
                  <a:lnTo>
                    <a:pt x="119697" y="46989"/>
                  </a:lnTo>
                  <a:lnTo>
                    <a:pt x="119900" y="46989"/>
                  </a:lnTo>
                  <a:lnTo>
                    <a:pt x="108813" y="50800"/>
                  </a:lnTo>
                  <a:lnTo>
                    <a:pt x="109029" y="50800"/>
                  </a:lnTo>
                  <a:lnTo>
                    <a:pt x="98425" y="55879"/>
                  </a:lnTo>
                  <a:lnTo>
                    <a:pt x="98640" y="55879"/>
                  </a:lnTo>
                  <a:lnTo>
                    <a:pt x="88531" y="60960"/>
                  </a:lnTo>
                  <a:lnTo>
                    <a:pt x="88760" y="60960"/>
                  </a:lnTo>
                  <a:lnTo>
                    <a:pt x="79159" y="67310"/>
                  </a:lnTo>
                  <a:lnTo>
                    <a:pt x="79387" y="67310"/>
                  </a:lnTo>
                  <a:lnTo>
                    <a:pt x="70332" y="72389"/>
                  </a:lnTo>
                  <a:lnTo>
                    <a:pt x="70573" y="72389"/>
                  </a:lnTo>
                  <a:lnTo>
                    <a:pt x="62052" y="78739"/>
                  </a:lnTo>
                  <a:lnTo>
                    <a:pt x="62306" y="78739"/>
                  </a:lnTo>
                  <a:lnTo>
                    <a:pt x="54368" y="83820"/>
                  </a:lnTo>
                  <a:lnTo>
                    <a:pt x="54622" y="83820"/>
                  </a:lnTo>
                  <a:lnTo>
                    <a:pt x="47269" y="90170"/>
                  </a:lnTo>
                  <a:lnTo>
                    <a:pt x="47548" y="90170"/>
                  </a:lnTo>
                  <a:lnTo>
                    <a:pt x="40805" y="96520"/>
                  </a:lnTo>
                  <a:lnTo>
                    <a:pt x="41071" y="96520"/>
                  </a:lnTo>
                  <a:lnTo>
                    <a:pt x="34963" y="102870"/>
                  </a:lnTo>
                  <a:lnTo>
                    <a:pt x="35229" y="102870"/>
                  </a:lnTo>
                  <a:lnTo>
                    <a:pt x="30678" y="109220"/>
                  </a:lnTo>
                  <a:lnTo>
                    <a:pt x="30035" y="109220"/>
                  </a:lnTo>
                  <a:lnTo>
                    <a:pt x="25234" y="116839"/>
                  </a:lnTo>
                  <a:lnTo>
                    <a:pt x="25438" y="116839"/>
                  </a:lnTo>
                  <a:lnTo>
                    <a:pt x="24007" y="119379"/>
                  </a:lnTo>
                  <a:lnTo>
                    <a:pt x="23418" y="119379"/>
                  </a:lnTo>
                  <a:lnTo>
                    <a:pt x="21450" y="123189"/>
                  </a:lnTo>
                  <a:lnTo>
                    <a:pt x="19773" y="127000"/>
                  </a:lnTo>
                  <a:lnTo>
                    <a:pt x="18275" y="130810"/>
                  </a:lnTo>
                  <a:lnTo>
                    <a:pt x="16954" y="133350"/>
                  </a:lnTo>
                  <a:lnTo>
                    <a:pt x="15798" y="137160"/>
                  </a:lnTo>
                  <a:lnTo>
                    <a:pt x="14820" y="140970"/>
                  </a:lnTo>
                  <a:lnTo>
                    <a:pt x="14020" y="144779"/>
                  </a:lnTo>
                  <a:lnTo>
                    <a:pt x="13614" y="147320"/>
                  </a:lnTo>
                  <a:lnTo>
                    <a:pt x="13436" y="147320"/>
                  </a:lnTo>
                  <a:lnTo>
                    <a:pt x="12941" y="151129"/>
                  </a:lnTo>
                  <a:lnTo>
                    <a:pt x="12674" y="154939"/>
                  </a:lnTo>
                  <a:lnTo>
                    <a:pt x="12674" y="162560"/>
                  </a:lnTo>
                  <a:lnTo>
                    <a:pt x="12979" y="166370"/>
                  </a:lnTo>
                  <a:lnTo>
                    <a:pt x="13436" y="170179"/>
                  </a:lnTo>
                  <a:lnTo>
                    <a:pt x="13614" y="170179"/>
                  </a:lnTo>
                  <a:lnTo>
                    <a:pt x="14071" y="172720"/>
                  </a:lnTo>
                  <a:lnTo>
                    <a:pt x="14897" y="176529"/>
                  </a:lnTo>
                  <a:lnTo>
                    <a:pt x="15887" y="180339"/>
                  </a:lnTo>
                  <a:lnTo>
                    <a:pt x="17043" y="184150"/>
                  </a:lnTo>
                  <a:lnTo>
                    <a:pt x="18376" y="186689"/>
                  </a:lnTo>
                  <a:lnTo>
                    <a:pt x="19888" y="190500"/>
                  </a:lnTo>
                  <a:lnTo>
                    <a:pt x="21564" y="194310"/>
                  </a:lnTo>
                  <a:lnTo>
                    <a:pt x="23418" y="198120"/>
                  </a:lnTo>
                  <a:lnTo>
                    <a:pt x="24007" y="198120"/>
                  </a:lnTo>
                  <a:lnTo>
                    <a:pt x="25438" y="200660"/>
                  </a:lnTo>
                  <a:lnTo>
                    <a:pt x="25234" y="200660"/>
                  </a:lnTo>
                  <a:lnTo>
                    <a:pt x="30035" y="208279"/>
                  </a:lnTo>
                  <a:lnTo>
                    <a:pt x="30678" y="208279"/>
                  </a:lnTo>
                  <a:lnTo>
                    <a:pt x="35229" y="214629"/>
                  </a:lnTo>
                  <a:lnTo>
                    <a:pt x="34963" y="214629"/>
                  </a:lnTo>
                  <a:lnTo>
                    <a:pt x="41071" y="220979"/>
                  </a:lnTo>
                  <a:lnTo>
                    <a:pt x="40805" y="220979"/>
                  </a:lnTo>
                  <a:lnTo>
                    <a:pt x="47548" y="227329"/>
                  </a:lnTo>
                  <a:lnTo>
                    <a:pt x="47269" y="227329"/>
                  </a:lnTo>
                  <a:lnTo>
                    <a:pt x="54622" y="233679"/>
                  </a:lnTo>
                  <a:lnTo>
                    <a:pt x="54368" y="233679"/>
                  </a:lnTo>
                  <a:lnTo>
                    <a:pt x="62306" y="238760"/>
                  </a:lnTo>
                  <a:lnTo>
                    <a:pt x="62052" y="238760"/>
                  </a:lnTo>
                  <a:lnTo>
                    <a:pt x="70573" y="245110"/>
                  </a:lnTo>
                  <a:lnTo>
                    <a:pt x="70332" y="245110"/>
                  </a:lnTo>
                  <a:lnTo>
                    <a:pt x="79387" y="250189"/>
                  </a:lnTo>
                  <a:lnTo>
                    <a:pt x="79159" y="250189"/>
                  </a:lnTo>
                  <a:lnTo>
                    <a:pt x="88760" y="256539"/>
                  </a:lnTo>
                  <a:lnTo>
                    <a:pt x="88531" y="256539"/>
                  </a:lnTo>
                  <a:lnTo>
                    <a:pt x="98640" y="261620"/>
                  </a:lnTo>
                  <a:lnTo>
                    <a:pt x="98425" y="261620"/>
                  </a:lnTo>
                  <a:lnTo>
                    <a:pt x="109029" y="266700"/>
                  </a:lnTo>
                  <a:lnTo>
                    <a:pt x="108813" y="266700"/>
                  </a:lnTo>
                  <a:lnTo>
                    <a:pt x="119900" y="270510"/>
                  </a:lnTo>
                  <a:lnTo>
                    <a:pt x="119697" y="270510"/>
                  </a:lnTo>
                  <a:lnTo>
                    <a:pt x="131229" y="275589"/>
                  </a:lnTo>
                  <a:lnTo>
                    <a:pt x="131038" y="275589"/>
                  </a:lnTo>
                  <a:lnTo>
                    <a:pt x="143014" y="279400"/>
                  </a:lnTo>
                  <a:lnTo>
                    <a:pt x="142824" y="279400"/>
                  </a:lnTo>
                  <a:lnTo>
                    <a:pt x="155206" y="283210"/>
                  </a:lnTo>
                  <a:lnTo>
                    <a:pt x="155028" y="283210"/>
                  </a:lnTo>
                  <a:lnTo>
                    <a:pt x="167817" y="287020"/>
                  </a:lnTo>
                  <a:lnTo>
                    <a:pt x="167640" y="287020"/>
                  </a:lnTo>
                  <a:lnTo>
                    <a:pt x="180797" y="290829"/>
                  </a:lnTo>
                  <a:lnTo>
                    <a:pt x="180619" y="290829"/>
                  </a:lnTo>
                  <a:lnTo>
                    <a:pt x="194157" y="293370"/>
                  </a:lnTo>
                  <a:lnTo>
                    <a:pt x="193979" y="293370"/>
                  </a:lnTo>
                  <a:lnTo>
                    <a:pt x="207848" y="295910"/>
                  </a:lnTo>
                  <a:lnTo>
                    <a:pt x="207683" y="295910"/>
                  </a:lnTo>
                  <a:lnTo>
                    <a:pt x="221869" y="298450"/>
                  </a:lnTo>
                  <a:lnTo>
                    <a:pt x="221703" y="298450"/>
                  </a:lnTo>
                  <a:lnTo>
                    <a:pt x="236194" y="300989"/>
                  </a:lnTo>
                  <a:lnTo>
                    <a:pt x="236029" y="300989"/>
                  </a:lnTo>
                  <a:lnTo>
                    <a:pt x="250799" y="302260"/>
                  </a:lnTo>
                  <a:lnTo>
                    <a:pt x="250634" y="302260"/>
                  </a:lnTo>
                  <a:lnTo>
                    <a:pt x="265671" y="303529"/>
                  </a:lnTo>
                  <a:lnTo>
                    <a:pt x="265506" y="303529"/>
                  </a:lnTo>
                  <a:lnTo>
                    <a:pt x="280797" y="304800"/>
                  </a:lnTo>
                  <a:lnTo>
                    <a:pt x="436266" y="304800"/>
                  </a:lnTo>
                  <a:lnTo>
                    <a:pt x="431698" y="306070"/>
                  </a:lnTo>
                  <a:lnTo>
                    <a:pt x="388658" y="313689"/>
                  </a:lnTo>
                  <a:lnTo>
                    <a:pt x="343077" y="317500"/>
                  </a:lnTo>
                  <a:close/>
                </a:path>
                <a:path w="623569" h="317500">
                  <a:moveTo>
                    <a:pt x="593445" y="110489"/>
                  </a:moveTo>
                  <a:lnTo>
                    <a:pt x="587984" y="102870"/>
                  </a:lnTo>
                  <a:lnTo>
                    <a:pt x="588264" y="102870"/>
                  </a:lnTo>
                  <a:lnTo>
                    <a:pt x="582142" y="96520"/>
                  </a:lnTo>
                  <a:lnTo>
                    <a:pt x="582422" y="96520"/>
                  </a:lnTo>
                  <a:lnTo>
                    <a:pt x="575678" y="90170"/>
                  </a:lnTo>
                  <a:lnTo>
                    <a:pt x="575945" y="90170"/>
                  </a:lnTo>
                  <a:lnTo>
                    <a:pt x="568591" y="83820"/>
                  </a:lnTo>
                  <a:lnTo>
                    <a:pt x="568845" y="83820"/>
                  </a:lnTo>
                  <a:lnTo>
                    <a:pt x="560908" y="78739"/>
                  </a:lnTo>
                  <a:lnTo>
                    <a:pt x="561162" y="78739"/>
                  </a:lnTo>
                  <a:lnTo>
                    <a:pt x="552653" y="72389"/>
                  </a:lnTo>
                  <a:lnTo>
                    <a:pt x="552894" y="72389"/>
                  </a:lnTo>
                  <a:lnTo>
                    <a:pt x="543826" y="67310"/>
                  </a:lnTo>
                  <a:lnTo>
                    <a:pt x="544055" y="67310"/>
                  </a:lnTo>
                  <a:lnTo>
                    <a:pt x="534466" y="60960"/>
                  </a:lnTo>
                  <a:lnTo>
                    <a:pt x="534682" y="60960"/>
                  </a:lnTo>
                  <a:lnTo>
                    <a:pt x="524573" y="55879"/>
                  </a:lnTo>
                  <a:lnTo>
                    <a:pt x="524789" y="55879"/>
                  </a:lnTo>
                  <a:lnTo>
                    <a:pt x="514184" y="50800"/>
                  </a:lnTo>
                  <a:lnTo>
                    <a:pt x="514400" y="50800"/>
                  </a:lnTo>
                  <a:lnTo>
                    <a:pt x="503313" y="46989"/>
                  </a:lnTo>
                  <a:lnTo>
                    <a:pt x="503516" y="46989"/>
                  </a:lnTo>
                  <a:lnTo>
                    <a:pt x="491985" y="41910"/>
                  </a:lnTo>
                  <a:lnTo>
                    <a:pt x="492175" y="41910"/>
                  </a:lnTo>
                  <a:lnTo>
                    <a:pt x="480212" y="38100"/>
                  </a:lnTo>
                  <a:lnTo>
                    <a:pt x="480402" y="38100"/>
                  </a:lnTo>
                  <a:lnTo>
                    <a:pt x="468007" y="34289"/>
                  </a:lnTo>
                  <a:lnTo>
                    <a:pt x="468185" y="34289"/>
                  </a:lnTo>
                  <a:lnTo>
                    <a:pt x="455409" y="30479"/>
                  </a:lnTo>
                  <a:lnTo>
                    <a:pt x="455587" y="30479"/>
                  </a:lnTo>
                  <a:lnTo>
                    <a:pt x="442417" y="26670"/>
                  </a:lnTo>
                  <a:lnTo>
                    <a:pt x="442595" y="26670"/>
                  </a:lnTo>
                  <a:lnTo>
                    <a:pt x="429069" y="24129"/>
                  </a:lnTo>
                  <a:lnTo>
                    <a:pt x="429234" y="24129"/>
                  </a:lnTo>
                  <a:lnTo>
                    <a:pt x="415366" y="21589"/>
                  </a:lnTo>
                  <a:lnTo>
                    <a:pt x="415544" y="21589"/>
                  </a:lnTo>
                  <a:lnTo>
                    <a:pt x="401358" y="19050"/>
                  </a:lnTo>
                  <a:lnTo>
                    <a:pt x="401523" y="19050"/>
                  </a:lnTo>
                  <a:lnTo>
                    <a:pt x="387032" y="16510"/>
                  </a:lnTo>
                  <a:lnTo>
                    <a:pt x="387197" y="16510"/>
                  </a:lnTo>
                  <a:lnTo>
                    <a:pt x="372414" y="15239"/>
                  </a:lnTo>
                  <a:lnTo>
                    <a:pt x="372579" y="15239"/>
                  </a:lnTo>
                  <a:lnTo>
                    <a:pt x="357543" y="13970"/>
                  </a:lnTo>
                  <a:lnTo>
                    <a:pt x="357708" y="13970"/>
                  </a:lnTo>
                  <a:lnTo>
                    <a:pt x="342430" y="12700"/>
                  </a:lnTo>
                  <a:lnTo>
                    <a:pt x="436443" y="12700"/>
                  </a:lnTo>
                  <a:lnTo>
                    <a:pt x="445579" y="15239"/>
                  </a:lnTo>
                  <a:lnTo>
                    <a:pt x="458914" y="17779"/>
                  </a:lnTo>
                  <a:lnTo>
                    <a:pt x="484466" y="25400"/>
                  </a:lnTo>
                  <a:lnTo>
                    <a:pt x="496633" y="30479"/>
                  </a:lnTo>
                  <a:lnTo>
                    <a:pt x="508381" y="34289"/>
                  </a:lnTo>
                  <a:lnTo>
                    <a:pt x="519658" y="39370"/>
                  </a:lnTo>
                  <a:lnTo>
                    <a:pt x="530491" y="44450"/>
                  </a:lnTo>
                  <a:lnTo>
                    <a:pt x="540816" y="50800"/>
                  </a:lnTo>
                  <a:lnTo>
                    <a:pt x="550659" y="55879"/>
                  </a:lnTo>
                  <a:lnTo>
                    <a:pt x="584288" y="81279"/>
                  </a:lnTo>
                  <a:lnTo>
                    <a:pt x="597687" y="95250"/>
                  </a:lnTo>
                  <a:lnTo>
                    <a:pt x="597966" y="95250"/>
                  </a:lnTo>
                  <a:lnTo>
                    <a:pt x="603427" y="101600"/>
                  </a:lnTo>
                  <a:lnTo>
                    <a:pt x="603707" y="102870"/>
                  </a:lnTo>
                  <a:lnTo>
                    <a:pt x="607866" y="109220"/>
                  </a:lnTo>
                  <a:lnTo>
                    <a:pt x="593178" y="109220"/>
                  </a:lnTo>
                  <a:lnTo>
                    <a:pt x="593445" y="110489"/>
                  </a:lnTo>
                  <a:close/>
                </a:path>
                <a:path w="623569" h="317500">
                  <a:moveTo>
                    <a:pt x="29768" y="110489"/>
                  </a:moveTo>
                  <a:lnTo>
                    <a:pt x="30035" y="109220"/>
                  </a:lnTo>
                  <a:lnTo>
                    <a:pt x="30678" y="109220"/>
                  </a:lnTo>
                  <a:lnTo>
                    <a:pt x="29768" y="110489"/>
                  </a:lnTo>
                  <a:close/>
                </a:path>
                <a:path w="623569" h="317500">
                  <a:moveTo>
                    <a:pt x="599922" y="120650"/>
                  </a:moveTo>
                  <a:lnTo>
                    <a:pt x="597776" y="116839"/>
                  </a:lnTo>
                  <a:lnTo>
                    <a:pt x="597979" y="116839"/>
                  </a:lnTo>
                  <a:lnTo>
                    <a:pt x="593178" y="109220"/>
                  </a:lnTo>
                  <a:lnTo>
                    <a:pt x="607866" y="109220"/>
                  </a:lnTo>
                  <a:lnTo>
                    <a:pt x="608698" y="110489"/>
                  </a:lnTo>
                  <a:lnTo>
                    <a:pt x="610971" y="114300"/>
                  </a:lnTo>
                  <a:lnTo>
                    <a:pt x="613067" y="118110"/>
                  </a:lnTo>
                  <a:lnTo>
                    <a:pt x="613702" y="119379"/>
                  </a:lnTo>
                  <a:lnTo>
                    <a:pt x="599795" y="119379"/>
                  </a:lnTo>
                  <a:lnTo>
                    <a:pt x="599922" y="120650"/>
                  </a:lnTo>
                  <a:close/>
                </a:path>
                <a:path w="623569" h="317500">
                  <a:moveTo>
                    <a:pt x="23291" y="120650"/>
                  </a:moveTo>
                  <a:lnTo>
                    <a:pt x="23418" y="119379"/>
                  </a:lnTo>
                  <a:lnTo>
                    <a:pt x="24007" y="119379"/>
                  </a:lnTo>
                  <a:lnTo>
                    <a:pt x="23291" y="120650"/>
                  </a:lnTo>
                  <a:close/>
                </a:path>
                <a:path w="623569" h="317500">
                  <a:moveTo>
                    <a:pt x="609828" y="148589"/>
                  </a:moveTo>
                  <a:lnTo>
                    <a:pt x="609142" y="144779"/>
                  </a:lnTo>
                  <a:lnTo>
                    <a:pt x="608330" y="140970"/>
                  </a:lnTo>
                  <a:lnTo>
                    <a:pt x="607339" y="137160"/>
                  </a:lnTo>
                  <a:lnTo>
                    <a:pt x="606171" y="133350"/>
                  </a:lnTo>
                  <a:lnTo>
                    <a:pt x="604837" y="130810"/>
                  </a:lnTo>
                  <a:lnTo>
                    <a:pt x="603326" y="127000"/>
                  </a:lnTo>
                  <a:lnTo>
                    <a:pt x="601649" y="123189"/>
                  </a:lnTo>
                  <a:lnTo>
                    <a:pt x="599795" y="119379"/>
                  </a:lnTo>
                  <a:lnTo>
                    <a:pt x="613702" y="119379"/>
                  </a:lnTo>
                  <a:lnTo>
                    <a:pt x="614972" y="121920"/>
                  </a:lnTo>
                  <a:lnTo>
                    <a:pt x="616699" y="125729"/>
                  </a:lnTo>
                  <a:lnTo>
                    <a:pt x="618236" y="129539"/>
                  </a:lnTo>
                  <a:lnTo>
                    <a:pt x="619569" y="133350"/>
                  </a:lnTo>
                  <a:lnTo>
                    <a:pt x="620712" y="138429"/>
                  </a:lnTo>
                  <a:lnTo>
                    <a:pt x="621652" y="142239"/>
                  </a:lnTo>
                  <a:lnTo>
                    <a:pt x="622338" y="146050"/>
                  </a:lnTo>
                  <a:lnTo>
                    <a:pt x="622528" y="147320"/>
                  </a:lnTo>
                  <a:lnTo>
                    <a:pt x="609777" y="147320"/>
                  </a:lnTo>
                  <a:lnTo>
                    <a:pt x="609828" y="148589"/>
                  </a:lnTo>
                  <a:close/>
                </a:path>
                <a:path w="623569" h="317500">
                  <a:moveTo>
                    <a:pt x="13385" y="148589"/>
                  </a:moveTo>
                  <a:lnTo>
                    <a:pt x="13436" y="147320"/>
                  </a:lnTo>
                  <a:lnTo>
                    <a:pt x="13614" y="147320"/>
                  </a:lnTo>
                  <a:lnTo>
                    <a:pt x="13385" y="148589"/>
                  </a:lnTo>
                  <a:close/>
                </a:path>
                <a:path w="623569" h="317500">
                  <a:moveTo>
                    <a:pt x="622528" y="170179"/>
                  </a:moveTo>
                  <a:lnTo>
                    <a:pt x="609777" y="170179"/>
                  </a:lnTo>
                  <a:lnTo>
                    <a:pt x="610273" y="166370"/>
                  </a:lnTo>
                  <a:lnTo>
                    <a:pt x="610539" y="162560"/>
                  </a:lnTo>
                  <a:lnTo>
                    <a:pt x="610527" y="154939"/>
                  </a:lnTo>
                  <a:lnTo>
                    <a:pt x="610235" y="151129"/>
                  </a:lnTo>
                  <a:lnTo>
                    <a:pt x="609777" y="147320"/>
                  </a:lnTo>
                  <a:lnTo>
                    <a:pt x="622528" y="147320"/>
                  </a:lnTo>
                  <a:lnTo>
                    <a:pt x="622909" y="149860"/>
                  </a:lnTo>
                  <a:lnTo>
                    <a:pt x="623214" y="154939"/>
                  </a:lnTo>
                  <a:lnTo>
                    <a:pt x="623201" y="162560"/>
                  </a:lnTo>
                  <a:lnTo>
                    <a:pt x="622909" y="167639"/>
                  </a:lnTo>
                  <a:lnTo>
                    <a:pt x="622528" y="170179"/>
                  </a:lnTo>
                  <a:close/>
                </a:path>
                <a:path w="623569" h="317500">
                  <a:moveTo>
                    <a:pt x="13614" y="170179"/>
                  </a:moveTo>
                  <a:lnTo>
                    <a:pt x="13436" y="170179"/>
                  </a:lnTo>
                  <a:lnTo>
                    <a:pt x="13385" y="168910"/>
                  </a:lnTo>
                  <a:lnTo>
                    <a:pt x="13614" y="170179"/>
                  </a:lnTo>
                  <a:close/>
                </a:path>
                <a:path w="623569" h="317500">
                  <a:moveTo>
                    <a:pt x="613579" y="198120"/>
                  </a:moveTo>
                  <a:lnTo>
                    <a:pt x="599795" y="198120"/>
                  </a:lnTo>
                  <a:lnTo>
                    <a:pt x="601764" y="194310"/>
                  </a:lnTo>
                  <a:lnTo>
                    <a:pt x="603440" y="190500"/>
                  </a:lnTo>
                  <a:lnTo>
                    <a:pt x="604939" y="186689"/>
                  </a:lnTo>
                  <a:lnTo>
                    <a:pt x="606272" y="184150"/>
                  </a:lnTo>
                  <a:lnTo>
                    <a:pt x="607428" y="180339"/>
                  </a:lnTo>
                  <a:lnTo>
                    <a:pt x="608406" y="176529"/>
                  </a:lnTo>
                  <a:lnTo>
                    <a:pt x="609206" y="172720"/>
                  </a:lnTo>
                  <a:lnTo>
                    <a:pt x="609828" y="168910"/>
                  </a:lnTo>
                  <a:lnTo>
                    <a:pt x="609777" y="170179"/>
                  </a:lnTo>
                  <a:lnTo>
                    <a:pt x="622528" y="170179"/>
                  </a:lnTo>
                  <a:lnTo>
                    <a:pt x="622338" y="171450"/>
                  </a:lnTo>
                  <a:lnTo>
                    <a:pt x="621588" y="175260"/>
                  </a:lnTo>
                  <a:lnTo>
                    <a:pt x="620636" y="180339"/>
                  </a:lnTo>
                  <a:lnTo>
                    <a:pt x="619480" y="184150"/>
                  </a:lnTo>
                  <a:lnTo>
                    <a:pt x="618134" y="187960"/>
                  </a:lnTo>
                  <a:lnTo>
                    <a:pt x="616585" y="191770"/>
                  </a:lnTo>
                  <a:lnTo>
                    <a:pt x="614857" y="195579"/>
                  </a:lnTo>
                  <a:lnTo>
                    <a:pt x="613579" y="198120"/>
                  </a:lnTo>
                  <a:close/>
                </a:path>
                <a:path w="623569" h="317500">
                  <a:moveTo>
                    <a:pt x="24007" y="198120"/>
                  </a:moveTo>
                  <a:lnTo>
                    <a:pt x="23418" y="198120"/>
                  </a:lnTo>
                  <a:lnTo>
                    <a:pt x="23291" y="196850"/>
                  </a:lnTo>
                  <a:lnTo>
                    <a:pt x="24007" y="198120"/>
                  </a:lnTo>
                  <a:close/>
                </a:path>
                <a:path w="623569" h="317500">
                  <a:moveTo>
                    <a:pt x="608507" y="208279"/>
                  </a:moveTo>
                  <a:lnTo>
                    <a:pt x="593178" y="208279"/>
                  </a:lnTo>
                  <a:lnTo>
                    <a:pt x="597979" y="200660"/>
                  </a:lnTo>
                  <a:lnTo>
                    <a:pt x="597776" y="200660"/>
                  </a:lnTo>
                  <a:lnTo>
                    <a:pt x="599922" y="196850"/>
                  </a:lnTo>
                  <a:lnTo>
                    <a:pt x="599795" y="198120"/>
                  </a:lnTo>
                  <a:lnTo>
                    <a:pt x="613579" y="198120"/>
                  </a:lnTo>
                  <a:lnTo>
                    <a:pt x="612940" y="199389"/>
                  </a:lnTo>
                  <a:lnTo>
                    <a:pt x="610844" y="204470"/>
                  </a:lnTo>
                  <a:lnTo>
                    <a:pt x="608507" y="208279"/>
                  </a:lnTo>
                  <a:close/>
                </a:path>
                <a:path w="623569" h="317500">
                  <a:moveTo>
                    <a:pt x="30678" y="208279"/>
                  </a:moveTo>
                  <a:lnTo>
                    <a:pt x="30035" y="208279"/>
                  </a:lnTo>
                  <a:lnTo>
                    <a:pt x="29768" y="207010"/>
                  </a:lnTo>
                  <a:lnTo>
                    <a:pt x="30678" y="208279"/>
                  </a:lnTo>
                  <a:close/>
                </a:path>
                <a:path w="623569" h="317500">
                  <a:moveTo>
                    <a:pt x="436266" y="304800"/>
                  </a:moveTo>
                  <a:lnTo>
                    <a:pt x="342430" y="304800"/>
                  </a:lnTo>
                  <a:lnTo>
                    <a:pt x="357708" y="303529"/>
                  </a:lnTo>
                  <a:lnTo>
                    <a:pt x="357543" y="303529"/>
                  </a:lnTo>
                  <a:lnTo>
                    <a:pt x="372579" y="302260"/>
                  </a:lnTo>
                  <a:lnTo>
                    <a:pt x="372414" y="302260"/>
                  </a:lnTo>
                  <a:lnTo>
                    <a:pt x="387197" y="300989"/>
                  </a:lnTo>
                  <a:lnTo>
                    <a:pt x="387032" y="300989"/>
                  </a:lnTo>
                  <a:lnTo>
                    <a:pt x="401523" y="298450"/>
                  </a:lnTo>
                  <a:lnTo>
                    <a:pt x="401358" y="298450"/>
                  </a:lnTo>
                  <a:lnTo>
                    <a:pt x="415544" y="295910"/>
                  </a:lnTo>
                  <a:lnTo>
                    <a:pt x="415366" y="295910"/>
                  </a:lnTo>
                  <a:lnTo>
                    <a:pt x="429234" y="293370"/>
                  </a:lnTo>
                  <a:lnTo>
                    <a:pt x="429069" y="293370"/>
                  </a:lnTo>
                  <a:lnTo>
                    <a:pt x="442595" y="290829"/>
                  </a:lnTo>
                  <a:lnTo>
                    <a:pt x="442417" y="290829"/>
                  </a:lnTo>
                  <a:lnTo>
                    <a:pt x="455587" y="287020"/>
                  </a:lnTo>
                  <a:lnTo>
                    <a:pt x="455409" y="287020"/>
                  </a:lnTo>
                  <a:lnTo>
                    <a:pt x="468185" y="283210"/>
                  </a:lnTo>
                  <a:lnTo>
                    <a:pt x="468007" y="283210"/>
                  </a:lnTo>
                  <a:lnTo>
                    <a:pt x="480402" y="279400"/>
                  </a:lnTo>
                  <a:lnTo>
                    <a:pt x="480212" y="279400"/>
                  </a:lnTo>
                  <a:lnTo>
                    <a:pt x="492175" y="275589"/>
                  </a:lnTo>
                  <a:lnTo>
                    <a:pt x="491985" y="275589"/>
                  </a:lnTo>
                  <a:lnTo>
                    <a:pt x="503516" y="270510"/>
                  </a:lnTo>
                  <a:lnTo>
                    <a:pt x="503313" y="270510"/>
                  </a:lnTo>
                  <a:lnTo>
                    <a:pt x="514400" y="266700"/>
                  </a:lnTo>
                  <a:lnTo>
                    <a:pt x="514184" y="266700"/>
                  </a:lnTo>
                  <a:lnTo>
                    <a:pt x="524789" y="261620"/>
                  </a:lnTo>
                  <a:lnTo>
                    <a:pt x="524573" y="261620"/>
                  </a:lnTo>
                  <a:lnTo>
                    <a:pt x="534682" y="256539"/>
                  </a:lnTo>
                  <a:lnTo>
                    <a:pt x="534466" y="256539"/>
                  </a:lnTo>
                  <a:lnTo>
                    <a:pt x="544055" y="250189"/>
                  </a:lnTo>
                  <a:lnTo>
                    <a:pt x="543826" y="250189"/>
                  </a:lnTo>
                  <a:lnTo>
                    <a:pt x="552894" y="245110"/>
                  </a:lnTo>
                  <a:lnTo>
                    <a:pt x="552653" y="245110"/>
                  </a:lnTo>
                  <a:lnTo>
                    <a:pt x="561162" y="238760"/>
                  </a:lnTo>
                  <a:lnTo>
                    <a:pt x="560908" y="238760"/>
                  </a:lnTo>
                  <a:lnTo>
                    <a:pt x="568845" y="233679"/>
                  </a:lnTo>
                  <a:lnTo>
                    <a:pt x="568591" y="233679"/>
                  </a:lnTo>
                  <a:lnTo>
                    <a:pt x="575945" y="227329"/>
                  </a:lnTo>
                  <a:lnTo>
                    <a:pt x="575678" y="227329"/>
                  </a:lnTo>
                  <a:lnTo>
                    <a:pt x="582422" y="220979"/>
                  </a:lnTo>
                  <a:lnTo>
                    <a:pt x="582142" y="220979"/>
                  </a:lnTo>
                  <a:lnTo>
                    <a:pt x="588264" y="214629"/>
                  </a:lnTo>
                  <a:lnTo>
                    <a:pt x="587984" y="214629"/>
                  </a:lnTo>
                  <a:lnTo>
                    <a:pt x="593445" y="207010"/>
                  </a:lnTo>
                  <a:lnTo>
                    <a:pt x="593178" y="208279"/>
                  </a:lnTo>
                  <a:lnTo>
                    <a:pt x="608507" y="208279"/>
                  </a:lnTo>
                  <a:lnTo>
                    <a:pt x="576668" y="242570"/>
                  </a:lnTo>
                  <a:lnTo>
                    <a:pt x="540600" y="266700"/>
                  </a:lnTo>
                  <a:lnTo>
                    <a:pt x="530275" y="273050"/>
                  </a:lnTo>
                  <a:lnTo>
                    <a:pt x="519455" y="278129"/>
                  </a:lnTo>
                  <a:lnTo>
                    <a:pt x="508177" y="283210"/>
                  </a:lnTo>
                  <a:lnTo>
                    <a:pt x="496443" y="287020"/>
                  </a:lnTo>
                  <a:lnTo>
                    <a:pt x="484276" y="292100"/>
                  </a:lnTo>
                  <a:lnTo>
                    <a:pt x="458736" y="299720"/>
                  </a:lnTo>
                  <a:lnTo>
                    <a:pt x="445401" y="302260"/>
                  </a:lnTo>
                  <a:lnTo>
                    <a:pt x="436266" y="304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5910694" y="4274629"/>
              <a:ext cx="1366520" cy="57150"/>
            </a:xfrm>
            <a:custGeom>
              <a:avLst/>
              <a:gdLst/>
              <a:ahLst/>
              <a:cxnLst/>
              <a:rect l="l" t="t" r="r" b="b"/>
              <a:pathLst>
                <a:path w="1366520" h="57150">
                  <a:moveTo>
                    <a:pt x="0" y="57150"/>
                  </a:moveTo>
                  <a:lnTo>
                    <a:pt x="1365961" y="57150"/>
                  </a:lnTo>
                  <a:lnTo>
                    <a:pt x="1365961" y="0"/>
                  </a:lnTo>
                  <a:lnTo>
                    <a:pt x="0" y="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6272835" y="4026191"/>
              <a:ext cx="583565" cy="267335"/>
            </a:xfrm>
            <a:custGeom>
              <a:avLst/>
              <a:gdLst/>
              <a:ahLst/>
              <a:cxnLst/>
              <a:rect l="l" t="t" r="r" b="b"/>
              <a:pathLst>
                <a:path w="583565" h="267335">
                  <a:moveTo>
                    <a:pt x="582993" y="104736"/>
                  </a:moveTo>
                  <a:lnTo>
                    <a:pt x="547014" y="42887"/>
                  </a:lnTo>
                  <a:lnTo>
                    <a:pt x="506653" y="20218"/>
                  </a:lnTo>
                  <a:lnTo>
                    <a:pt x="455460" y="5346"/>
                  </a:lnTo>
                  <a:lnTo>
                    <a:pt x="396532" y="0"/>
                  </a:lnTo>
                  <a:lnTo>
                    <a:pt x="337591" y="5346"/>
                  </a:lnTo>
                  <a:lnTo>
                    <a:pt x="286410" y="20218"/>
                  </a:lnTo>
                  <a:lnTo>
                    <a:pt x="246049" y="42887"/>
                  </a:lnTo>
                  <a:lnTo>
                    <a:pt x="219583" y="71640"/>
                  </a:lnTo>
                  <a:lnTo>
                    <a:pt x="218211" y="76415"/>
                  </a:lnTo>
                  <a:lnTo>
                    <a:pt x="197002" y="65849"/>
                  </a:lnTo>
                  <a:lnTo>
                    <a:pt x="141808" y="57607"/>
                  </a:lnTo>
                  <a:lnTo>
                    <a:pt x="86601" y="65849"/>
                  </a:lnTo>
                  <a:lnTo>
                    <a:pt x="41529" y="88290"/>
                  </a:lnTo>
                  <a:lnTo>
                    <a:pt x="11137" y="121589"/>
                  </a:lnTo>
                  <a:lnTo>
                    <a:pt x="0" y="162344"/>
                  </a:lnTo>
                  <a:lnTo>
                    <a:pt x="11137" y="203123"/>
                  </a:lnTo>
                  <a:lnTo>
                    <a:pt x="41529" y="236423"/>
                  </a:lnTo>
                  <a:lnTo>
                    <a:pt x="86601" y="258864"/>
                  </a:lnTo>
                  <a:lnTo>
                    <a:pt x="141808" y="267093"/>
                  </a:lnTo>
                  <a:lnTo>
                    <a:pt x="197002" y="258864"/>
                  </a:lnTo>
                  <a:lnTo>
                    <a:pt x="242074" y="236423"/>
                  </a:lnTo>
                  <a:lnTo>
                    <a:pt x="272465" y="203123"/>
                  </a:lnTo>
                  <a:lnTo>
                    <a:pt x="277596" y="184340"/>
                  </a:lnTo>
                  <a:lnTo>
                    <a:pt x="286410" y="189280"/>
                  </a:lnTo>
                  <a:lnTo>
                    <a:pt x="337591" y="204152"/>
                  </a:lnTo>
                  <a:lnTo>
                    <a:pt x="396532" y="209486"/>
                  </a:lnTo>
                  <a:lnTo>
                    <a:pt x="455460" y="204152"/>
                  </a:lnTo>
                  <a:lnTo>
                    <a:pt x="506653" y="189280"/>
                  </a:lnTo>
                  <a:lnTo>
                    <a:pt x="547014" y="166611"/>
                  </a:lnTo>
                  <a:lnTo>
                    <a:pt x="573481" y="137845"/>
                  </a:lnTo>
                  <a:lnTo>
                    <a:pt x="582993" y="1047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6183553" y="4214723"/>
              <a:ext cx="189077" cy="167589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6241326" y="4089031"/>
              <a:ext cx="808990" cy="455930"/>
            </a:xfrm>
            <a:custGeom>
              <a:avLst/>
              <a:gdLst/>
              <a:ahLst/>
              <a:cxnLst/>
              <a:rect l="l" t="t" r="r" b="b"/>
              <a:pathLst>
                <a:path w="808990" h="455929">
                  <a:moveTo>
                    <a:pt x="808824" y="191160"/>
                  </a:moveTo>
                  <a:lnTo>
                    <a:pt x="798093" y="159575"/>
                  </a:lnTo>
                  <a:lnTo>
                    <a:pt x="768819" y="133769"/>
                  </a:lnTo>
                  <a:lnTo>
                    <a:pt x="743686" y="123698"/>
                  </a:lnTo>
                  <a:lnTo>
                    <a:pt x="756081" y="112776"/>
                  </a:lnTo>
                  <a:lnTo>
                    <a:pt x="766813" y="81178"/>
                  </a:lnTo>
                  <a:lnTo>
                    <a:pt x="756081" y="49593"/>
                  </a:lnTo>
                  <a:lnTo>
                    <a:pt x="726808" y="23787"/>
                  </a:lnTo>
                  <a:lnTo>
                    <a:pt x="683399" y="6388"/>
                  </a:lnTo>
                  <a:lnTo>
                    <a:pt x="630250" y="0"/>
                  </a:lnTo>
                  <a:lnTo>
                    <a:pt x="577088" y="6388"/>
                  </a:lnTo>
                  <a:lnTo>
                    <a:pt x="533692" y="23787"/>
                  </a:lnTo>
                  <a:lnTo>
                    <a:pt x="504418" y="49593"/>
                  </a:lnTo>
                  <a:lnTo>
                    <a:pt x="495719" y="75209"/>
                  </a:lnTo>
                  <a:lnTo>
                    <a:pt x="445198" y="66459"/>
                  </a:lnTo>
                  <a:lnTo>
                    <a:pt x="380758" y="62852"/>
                  </a:lnTo>
                  <a:lnTo>
                    <a:pt x="316344" y="66459"/>
                  </a:lnTo>
                  <a:lnTo>
                    <a:pt x="257200" y="76695"/>
                  </a:lnTo>
                  <a:lnTo>
                    <a:pt x="205028" y="92773"/>
                  </a:lnTo>
                  <a:lnTo>
                    <a:pt x="161505" y="113855"/>
                  </a:lnTo>
                  <a:lnTo>
                    <a:pt x="128333" y="139141"/>
                  </a:lnTo>
                  <a:lnTo>
                    <a:pt x="99783" y="199021"/>
                  </a:lnTo>
                  <a:lnTo>
                    <a:pt x="102298" y="209664"/>
                  </a:lnTo>
                  <a:lnTo>
                    <a:pt x="88201" y="211467"/>
                  </a:lnTo>
                  <a:lnTo>
                    <a:pt x="42291" y="231101"/>
                  </a:lnTo>
                  <a:lnTo>
                    <a:pt x="11341" y="260235"/>
                  </a:lnTo>
                  <a:lnTo>
                    <a:pt x="0" y="295910"/>
                  </a:lnTo>
                  <a:lnTo>
                    <a:pt x="11341" y="331584"/>
                  </a:lnTo>
                  <a:lnTo>
                    <a:pt x="42291" y="360718"/>
                  </a:lnTo>
                  <a:lnTo>
                    <a:pt x="88201" y="380352"/>
                  </a:lnTo>
                  <a:lnTo>
                    <a:pt x="144424" y="387553"/>
                  </a:lnTo>
                  <a:lnTo>
                    <a:pt x="200634" y="380352"/>
                  </a:lnTo>
                  <a:lnTo>
                    <a:pt x="217398" y="373189"/>
                  </a:lnTo>
                  <a:lnTo>
                    <a:pt x="217868" y="374904"/>
                  </a:lnTo>
                  <a:lnTo>
                    <a:pt x="273913" y="423430"/>
                  </a:lnTo>
                  <a:lnTo>
                    <a:pt x="318033" y="440626"/>
                  </a:lnTo>
                  <a:lnTo>
                    <a:pt x="370090" y="451713"/>
                  </a:lnTo>
                  <a:lnTo>
                    <a:pt x="428040" y="455637"/>
                  </a:lnTo>
                  <a:lnTo>
                    <a:pt x="485978" y="451713"/>
                  </a:lnTo>
                  <a:lnTo>
                    <a:pt x="538048" y="440626"/>
                  </a:lnTo>
                  <a:lnTo>
                    <a:pt x="582168" y="423430"/>
                  </a:lnTo>
                  <a:lnTo>
                    <a:pt x="601027" y="411111"/>
                  </a:lnTo>
                  <a:lnTo>
                    <a:pt x="602843" y="412038"/>
                  </a:lnTo>
                  <a:lnTo>
                    <a:pt x="646010" y="418973"/>
                  </a:lnTo>
                  <a:lnTo>
                    <a:pt x="689165" y="412038"/>
                  </a:lnTo>
                  <a:lnTo>
                    <a:pt x="726643" y="392709"/>
                  </a:lnTo>
                  <a:lnTo>
                    <a:pt x="756208" y="363232"/>
                  </a:lnTo>
                  <a:lnTo>
                    <a:pt x="775589" y="325856"/>
                  </a:lnTo>
                  <a:lnTo>
                    <a:pt x="782561" y="282816"/>
                  </a:lnTo>
                  <a:lnTo>
                    <a:pt x="775982" y="242252"/>
                  </a:lnTo>
                  <a:lnTo>
                    <a:pt x="798093" y="222758"/>
                  </a:lnTo>
                  <a:lnTo>
                    <a:pt x="808824" y="1911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6267577" y="4015714"/>
              <a:ext cx="583565" cy="267335"/>
            </a:xfrm>
            <a:custGeom>
              <a:avLst/>
              <a:gdLst/>
              <a:ahLst/>
              <a:cxnLst/>
              <a:rect l="l" t="t" r="r" b="b"/>
              <a:pathLst>
                <a:path w="583565" h="267335">
                  <a:moveTo>
                    <a:pt x="582993" y="104749"/>
                  </a:moveTo>
                  <a:lnTo>
                    <a:pt x="547014" y="42887"/>
                  </a:lnTo>
                  <a:lnTo>
                    <a:pt x="506653" y="20218"/>
                  </a:lnTo>
                  <a:lnTo>
                    <a:pt x="455472" y="5346"/>
                  </a:lnTo>
                  <a:lnTo>
                    <a:pt x="396544" y="0"/>
                  </a:lnTo>
                  <a:lnTo>
                    <a:pt x="337604" y="5346"/>
                  </a:lnTo>
                  <a:lnTo>
                    <a:pt x="286423" y="20218"/>
                  </a:lnTo>
                  <a:lnTo>
                    <a:pt x="246062" y="42887"/>
                  </a:lnTo>
                  <a:lnTo>
                    <a:pt x="219595" y="71653"/>
                  </a:lnTo>
                  <a:lnTo>
                    <a:pt x="218224" y="76428"/>
                  </a:lnTo>
                  <a:lnTo>
                    <a:pt x="197002" y="65849"/>
                  </a:lnTo>
                  <a:lnTo>
                    <a:pt x="141808" y="57607"/>
                  </a:lnTo>
                  <a:lnTo>
                    <a:pt x="86614" y="65849"/>
                  </a:lnTo>
                  <a:lnTo>
                    <a:pt x="41529" y="88290"/>
                  </a:lnTo>
                  <a:lnTo>
                    <a:pt x="11137" y="121589"/>
                  </a:lnTo>
                  <a:lnTo>
                    <a:pt x="0" y="162356"/>
                  </a:lnTo>
                  <a:lnTo>
                    <a:pt x="11137" y="203136"/>
                  </a:lnTo>
                  <a:lnTo>
                    <a:pt x="41529" y="236423"/>
                  </a:lnTo>
                  <a:lnTo>
                    <a:pt x="86614" y="258864"/>
                  </a:lnTo>
                  <a:lnTo>
                    <a:pt x="141808" y="267093"/>
                  </a:lnTo>
                  <a:lnTo>
                    <a:pt x="197002" y="258864"/>
                  </a:lnTo>
                  <a:lnTo>
                    <a:pt x="242074" y="236423"/>
                  </a:lnTo>
                  <a:lnTo>
                    <a:pt x="272465" y="203136"/>
                  </a:lnTo>
                  <a:lnTo>
                    <a:pt x="277596" y="184340"/>
                  </a:lnTo>
                  <a:lnTo>
                    <a:pt x="286423" y="189280"/>
                  </a:lnTo>
                  <a:lnTo>
                    <a:pt x="337604" y="204152"/>
                  </a:lnTo>
                  <a:lnTo>
                    <a:pt x="396544" y="209486"/>
                  </a:lnTo>
                  <a:lnTo>
                    <a:pt x="455472" y="204152"/>
                  </a:lnTo>
                  <a:lnTo>
                    <a:pt x="506653" y="189280"/>
                  </a:lnTo>
                  <a:lnTo>
                    <a:pt x="547014" y="166611"/>
                  </a:lnTo>
                  <a:lnTo>
                    <a:pt x="573481" y="137858"/>
                  </a:lnTo>
                  <a:lnTo>
                    <a:pt x="582993" y="104749"/>
                  </a:lnTo>
                  <a:close/>
                </a:path>
              </a:pathLst>
            </a:custGeom>
            <a:solidFill>
              <a:srgbClr val="CEDA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6178295" y="4204258"/>
              <a:ext cx="189077" cy="167589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6236068" y="4078566"/>
              <a:ext cx="808990" cy="455930"/>
            </a:xfrm>
            <a:custGeom>
              <a:avLst/>
              <a:gdLst/>
              <a:ahLst/>
              <a:cxnLst/>
              <a:rect l="l" t="t" r="r" b="b"/>
              <a:pathLst>
                <a:path w="808990" h="455929">
                  <a:moveTo>
                    <a:pt x="808824" y="191147"/>
                  </a:moveTo>
                  <a:lnTo>
                    <a:pt x="798093" y="159562"/>
                  </a:lnTo>
                  <a:lnTo>
                    <a:pt x="768819" y="133756"/>
                  </a:lnTo>
                  <a:lnTo>
                    <a:pt x="743699" y="123698"/>
                  </a:lnTo>
                  <a:lnTo>
                    <a:pt x="756081" y="112776"/>
                  </a:lnTo>
                  <a:lnTo>
                    <a:pt x="766813" y="81165"/>
                  </a:lnTo>
                  <a:lnTo>
                    <a:pt x="756081" y="49580"/>
                  </a:lnTo>
                  <a:lnTo>
                    <a:pt x="726808" y="23774"/>
                  </a:lnTo>
                  <a:lnTo>
                    <a:pt x="683412" y="6388"/>
                  </a:lnTo>
                  <a:lnTo>
                    <a:pt x="630262" y="0"/>
                  </a:lnTo>
                  <a:lnTo>
                    <a:pt x="577100" y="6388"/>
                  </a:lnTo>
                  <a:lnTo>
                    <a:pt x="533692" y="23774"/>
                  </a:lnTo>
                  <a:lnTo>
                    <a:pt x="504418" y="49580"/>
                  </a:lnTo>
                  <a:lnTo>
                    <a:pt x="495719" y="75196"/>
                  </a:lnTo>
                  <a:lnTo>
                    <a:pt x="445198" y="66446"/>
                  </a:lnTo>
                  <a:lnTo>
                    <a:pt x="380771" y="62839"/>
                  </a:lnTo>
                  <a:lnTo>
                    <a:pt x="316344" y="66446"/>
                  </a:lnTo>
                  <a:lnTo>
                    <a:pt x="257200" y="76682"/>
                  </a:lnTo>
                  <a:lnTo>
                    <a:pt x="205028" y="92760"/>
                  </a:lnTo>
                  <a:lnTo>
                    <a:pt x="161518" y="113842"/>
                  </a:lnTo>
                  <a:lnTo>
                    <a:pt x="128346" y="139128"/>
                  </a:lnTo>
                  <a:lnTo>
                    <a:pt x="99796" y="199009"/>
                  </a:lnTo>
                  <a:lnTo>
                    <a:pt x="102311" y="209651"/>
                  </a:lnTo>
                  <a:lnTo>
                    <a:pt x="88214" y="211455"/>
                  </a:lnTo>
                  <a:lnTo>
                    <a:pt x="42303" y="231089"/>
                  </a:lnTo>
                  <a:lnTo>
                    <a:pt x="11341" y="260223"/>
                  </a:lnTo>
                  <a:lnTo>
                    <a:pt x="0" y="295897"/>
                  </a:lnTo>
                  <a:lnTo>
                    <a:pt x="11341" y="331571"/>
                  </a:lnTo>
                  <a:lnTo>
                    <a:pt x="42303" y="360705"/>
                  </a:lnTo>
                  <a:lnTo>
                    <a:pt x="88214" y="380339"/>
                  </a:lnTo>
                  <a:lnTo>
                    <a:pt x="144437" y="387540"/>
                  </a:lnTo>
                  <a:lnTo>
                    <a:pt x="200647" y="380339"/>
                  </a:lnTo>
                  <a:lnTo>
                    <a:pt x="217398" y="373176"/>
                  </a:lnTo>
                  <a:lnTo>
                    <a:pt x="217868" y="374891"/>
                  </a:lnTo>
                  <a:lnTo>
                    <a:pt x="273913" y="423418"/>
                  </a:lnTo>
                  <a:lnTo>
                    <a:pt x="318033" y="440613"/>
                  </a:lnTo>
                  <a:lnTo>
                    <a:pt x="370103" y="451700"/>
                  </a:lnTo>
                  <a:lnTo>
                    <a:pt x="428053" y="455625"/>
                  </a:lnTo>
                  <a:lnTo>
                    <a:pt x="485990" y="451700"/>
                  </a:lnTo>
                  <a:lnTo>
                    <a:pt x="538048" y="440613"/>
                  </a:lnTo>
                  <a:lnTo>
                    <a:pt x="582168" y="423418"/>
                  </a:lnTo>
                  <a:lnTo>
                    <a:pt x="601014" y="411111"/>
                  </a:lnTo>
                  <a:lnTo>
                    <a:pt x="602843" y="412038"/>
                  </a:lnTo>
                  <a:lnTo>
                    <a:pt x="646010" y="418973"/>
                  </a:lnTo>
                  <a:lnTo>
                    <a:pt x="689165" y="412038"/>
                  </a:lnTo>
                  <a:lnTo>
                    <a:pt x="726655" y="392709"/>
                  </a:lnTo>
                  <a:lnTo>
                    <a:pt x="756221" y="363232"/>
                  </a:lnTo>
                  <a:lnTo>
                    <a:pt x="775601" y="325843"/>
                  </a:lnTo>
                  <a:lnTo>
                    <a:pt x="782574" y="282803"/>
                  </a:lnTo>
                  <a:lnTo>
                    <a:pt x="775995" y="242227"/>
                  </a:lnTo>
                  <a:lnTo>
                    <a:pt x="798093" y="222745"/>
                  </a:lnTo>
                  <a:lnTo>
                    <a:pt x="808824" y="191147"/>
                  </a:lnTo>
                  <a:close/>
                </a:path>
              </a:pathLst>
            </a:custGeom>
            <a:solidFill>
              <a:srgbClr val="CEDA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7265669" y="3990949"/>
              <a:ext cx="1470863" cy="603554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7196602" y="4141355"/>
              <a:ext cx="1136311" cy="31750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/>
          <p:nvPr/>
        </p:nvSpPr>
        <p:spPr>
          <a:xfrm>
            <a:off x="362648" y="1402930"/>
            <a:ext cx="77787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2000" spc="10" b="0">
                <a:solidFill>
                  <a:srgbClr val="000099"/>
                </a:solidFill>
                <a:latin typeface="WenQuanYi Zen Hei Mono"/>
                <a:cs typeface="WenQuanYi Zen Hei Mono"/>
              </a:rPr>
              <a:t>应用</a:t>
            </a:r>
            <a:r>
              <a:rPr dirty="0" sz="2000" spc="5" b="0">
                <a:solidFill>
                  <a:srgbClr val="000099"/>
                </a:solidFill>
                <a:latin typeface="WenQuanYi Zen Hei Mono"/>
                <a:cs typeface="WenQuanYi Zen Hei Mono"/>
              </a:rPr>
              <a:t>层</a:t>
            </a:r>
            <a:endParaRPr sz="2000">
              <a:latin typeface="WenQuanYi Zen Hei Mono"/>
              <a:cs typeface="WenQuanYi Zen Hei Mono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12420" y="1749551"/>
            <a:ext cx="1391920" cy="437515"/>
          </a:xfrm>
          <a:prstGeom prst="rect">
            <a:avLst/>
          </a:prstGeom>
        </p:spPr>
        <p:txBody>
          <a:bodyPr wrap="square" lIns="0" tIns="123825" rIns="0" bIns="0" rtlCol="0" vert="horz">
            <a:spAutoFit/>
          </a:bodyPr>
          <a:lstStyle/>
          <a:p>
            <a:pPr marL="50165">
              <a:lnSpc>
                <a:spcPct val="100000"/>
              </a:lnSpc>
              <a:spcBef>
                <a:spcPts val="975"/>
              </a:spcBef>
            </a:pPr>
            <a:r>
              <a:rPr dirty="0" sz="2000" spc="10" b="0">
                <a:solidFill>
                  <a:srgbClr val="000099"/>
                </a:solidFill>
                <a:latin typeface="WenQuanYi Zen Hei Mono"/>
                <a:cs typeface="WenQuanYi Zen Hei Mono"/>
              </a:rPr>
              <a:t>传输</a:t>
            </a:r>
            <a:r>
              <a:rPr dirty="0" sz="2000" spc="5" b="0">
                <a:solidFill>
                  <a:srgbClr val="000099"/>
                </a:solidFill>
                <a:latin typeface="WenQuanYi Zen Hei Mono"/>
                <a:cs typeface="WenQuanYi Zen Hei Mono"/>
              </a:rPr>
              <a:t>层</a:t>
            </a:r>
            <a:endParaRPr sz="2000">
              <a:latin typeface="WenQuanYi Zen Hei Mono"/>
              <a:cs typeface="WenQuanYi Zen Hei Mono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12420" y="2317330"/>
            <a:ext cx="139192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0165">
              <a:lnSpc>
                <a:spcPct val="100000"/>
              </a:lnSpc>
              <a:spcBef>
                <a:spcPts val="105"/>
              </a:spcBef>
            </a:pPr>
            <a:r>
              <a:rPr dirty="0" sz="2000" spc="10" b="0">
                <a:solidFill>
                  <a:srgbClr val="000099"/>
                </a:solidFill>
                <a:latin typeface="WenQuanYi Zen Hei Mono"/>
                <a:cs typeface="WenQuanYi Zen Hei Mono"/>
              </a:rPr>
              <a:t>网络</a:t>
            </a:r>
            <a:r>
              <a:rPr dirty="0" sz="2000" spc="5" b="0">
                <a:solidFill>
                  <a:srgbClr val="000099"/>
                </a:solidFill>
                <a:latin typeface="WenQuanYi Zen Hei Mono"/>
                <a:cs typeface="WenQuanYi Zen Hei Mono"/>
              </a:rPr>
              <a:t>层</a:t>
            </a:r>
            <a:endParaRPr sz="2000">
              <a:latin typeface="WenQuanYi Zen Hei Mono"/>
              <a:cs typeface="WenQuanYi Zen Hei Mono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12420" y="2774530"/>
            <a:ext cx="139192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0165">
              <a:lnSpc>
                <a:spcPct val="100000"/>
              </a:lnSpc>
              <a:spcBef>
                <a:spcPts val="105"/>
              </a:spcBef>
            </a:pPr>
            <a:r>
              <a:rPr dirty="0" sz="2000" spc="10" b="0">
                <a:solidFill>
                  <a:srgbClr val="000099"/>
                </a:solidFill>
                <a:latin typeface="WenQuanYi Zen Hei Mono"/>
                <a:cs typeface="WenQuanYi Zen Hei Mono"/>
              </a:rPr>
              <a:t>网络接口</a:t>
            </a:r>
            <a:r>
              <a:rPr dirty="0" sz="2000" spc="5" b="0">
                <a:solidFill>
                  <a:srgbClr val="000099"/>
                </a:solidFill>
                <a:latin typeface="WenQuanYi Zen Hei Mono"/>
                <a:cs typeface="WenQuanYi Zen Hei Mono"/>
              </a:rPr>
              <a:t>层</a:t>
            </a:r>
            <a:endParaRPr sz="2000">
              <a:latin typeface="WenQuanYi Zen Hei Mono"/>
              <a:cs typeface="WenQuanYi Zen Hei Mono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935405" y="1200378"/>
            <a:ext cx="7769859" cy="2225675"/>
            <a:chOff x="935405" y="1200378"/>
            <a:chExt cx="7769859" cy="2225675"/>
          </a:xfrm>
        </p:grpSpPr>
        <p:sp>
          <p:nvSpPr>
            <p:cNvPr id="47" name="object 47"/>
            <p:cNvSpPr/>
            <p:nvPr/>
          </p:nvSpPr>
          <p:spPr>
            <a:xfrm>
              <a:off x="7295019" y="2643542"/>
              <a:ext cx="1399540" cy="480059"/>
            </a:xfrm>
            <a:custGeom>
              <a:avLst/>
              <a:gdLst/>
              <a:ahLst/>
              <a:cxnLst/>
              <a:rect l="l" t="t" r="r" b="b"/>
              <a:pathLst>
                <a:path w="1399540" h="480060">
                  <a:moveTo>
                    <a:pt x="1398993" y="466788"/>
                  </a:moveTo>
                  <a:lnTo>
                    <a:pt x="0" y="466788"/>
                  </a:lnTo>
                  <a:lnTo>
                    <a:pt x="0" y="479488"/>
                  </a:lnTo>
                  <a:lnTo>
                    <a:pt x="1398993" y="479488"/>
                  </a:lnTo>
                  <a:lnTo>
                    <a:pt x="1398993" y="466788"/>
                  </a:lnTo>
                  <a:close/>
                </a:path>
                <a:path w="1399540" h="480060">
                  <a:moveTo>
                    <a:pt x="1398993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398993" y="12700"/>
                  </a:lnTo>
                  <a:lnTo>
                    <a:pt x="13989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7299959" y="1749551"/>
              <a:ext cx="1396365" cy="437515"/>
            </a:xfrm>
            <a:custGeom>
              <a:avLst/>
              <a:gdLst/>
              <a:ahLst/>
              <a:cxnLst/>
              <a:rect l="l" t="t" r="r" b="b"/>
              <a:pathLst>
                <a:path w="1396365" h="437514">
                  <a:moveTo>
                    <a:pt x="1395983" y="437388"/>
                  </a:moveTo>
                  <a:lnTo>
                    <a:pt x="0" y="437388"/>
                  </a:lnTo>
                  <a:lnTo>
                    <a:pt x="0" y="0"/>
                  </a:lnTo>
                  <a:lnTo>
                    <a:pt x="1395983" y="0"/>
                  </a:lnTo>
                  <a:lnTo>
                    <a:pt x="1395983" y="437388"/>
                  </a:lnTo>
                  <a:close/>
                </a:path>
              </a:pathLst>
            </a:custGeom>
            <a:solidFill>
              <a:srgbClr val="99FF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7290091" y="1740788"/>
              <a:ext cx="1415415" cy="455295"/>
            </a:xfrm>
            <a:custGeom>
              <a:avLst/>
              <a:gdLst/>
              <a:ahLst/>
              <a:cxnLst/>
              <a:rect l="l" t="t" r="r" b="b"/>
              <a:pathLst>
                <a:path w="1415415" h="455294">
                  <a:moveTo>
                    <a:pt x="1414983" y="454926"/>
                  </a:moveTo>
                  <a:lnTo>
                    <a:pt x="0" y="454926"/>
                  </a:lnTo>
                  <a:lnTo>
                    <a:pt x="0" y="0"/>
                  </a:lnTo>
                  <a:lnTo>
                    <a:pt x="1414983" y="0"/>
                  </a:lnTo>
                  <a:lnTo>
                    <a:pt x="1414983" y="9525"/>
                  </a:lnTo>
                  <a:lnTo>
                    <a:pt x="19050" y="9525"/>
                  </a:lnTo>
                  <a:lnTo>
                    <a:pt x="9525" y="19050"/>
                  </a:lnTo>
                  <a:lnTo>
                    <a:pt x="19050" y="19050"/>
                  </a:lnTo>
                  <a:lnTo>
                    <a:pt x="19050" y="435876"/>
                  </a:lnTo>
                  <a:lnTo>
                    <a:pt x="9525" y="435876"/>
                  </a:lnTo>
                  <a:lnTo>
                    <a:pt x="19050" y="445401"/>
                  </a:lnTo>
                  <a:lnTo>
                    <a:pt x="1414983" y="445401"/>
                  </a:lnTo>
                  <a:lnTo>
                    <a:pt x="1414983" y="454926"/>
                  </a:lnTo>
                  <a:close/>
                </a:path>
                <a:path w="1415415" h="455294">
                  <a:moveTo>
                    <a:pt x="19050" y="19050"/>
                  </a:moveTo>
                  <a:lnTo>
                    <a:pt x="9525" y="19050"/>
                  </a:lnTo>
                  <a:lnTo>
                    <a:pt x="19050" y="9525"/>
                  </a:lnTo>
                  <a:lnTo>
                    <a:pt x="19050" y="19050"/>
                  </a:lnTo>
                  <a:close/>
                </a:path>
                <a:path w="1415415" h="455294">
                  <a:moveTo>
                    <a:pt x="1395933" y="19050"/>
                  </a:moveTo>
                  <a:lnTo>
                    <a:pt x="19050" y="19050"/>
                  </a:lnTo>
                  <a:lnTo>
                    <a:pt x="19050" y="9525"/>
                  </a:lnTo>
                  <a:lnTo>
                    <a:pt x="1395933" y="9525"/>
                  </a:lnTo>
                  <a:lnTo>
                    <a:pt x="1395933" y="19050"/>
                  </a:lnTo>
                  <a:close/>
                </a:path>
                <a:path w="1415415" h="455294">
                  <a:moveTo>
                    <a:pt x="1395933" y="445401"/>
                  </a:moveTo>
                  <a:lnTo>
                    <a:pt x="1395933" y="9525"/>
                  </a:lnTo>
                  <a:lnTo>
                    <a:pt x="1405458" y="19050"/>
                  </a:lnTo>
                  <a:lnTo>
                    <a:pt x="1414983" y="19050"/>
                  </a:lnTo>
                  <a:lnTo>
                    <a:pt x="1414983" y="435876"/>
                  </a:lnTo>
                  <a:lnTo>
                    <a:pt x="1405458" y="435876"/>
                  </a:lnTo>
                  <a:lnTo>
                    <a:pt x="1395933" y="445401"/>
                  </a:lnTo>
                  <a:close/>
                </a:path>
                <a:path w="1415415" h="455294">
                  <a:moveTo>
                    <a:pt x="1414983" y="19050"/>
                  </a:moveTo>
                  <a:lnTo>
                    <a:pt x="1405458" y="19050"/>
                  </a:lnTo>
                  <a:lnTo>
                    <a:pt x="1395933" y="9525"/>
                  </a:lnTo>
                  <a:lnTo>
                    <a:pt x="1414983" y="9525"/>
                  </a:lnTo>
                  <a:lnTo>
                    <a:pt x="1414983" y="19050"/>
                  </a:lnTo>
                  <a:close/>
                </a:path>
                <a:path w="1415415" h="455294">
                  <a:moveTo>
                    <a:pt x="19050" y="445401"/>
                  </a:moveTo>
                  <a:lnTo>
                    <a:pt x="9525" y="435876"/>
                  </a:lnTo>
                  <a:lnTo>
                    <a:pt x="19050" y="435876"/>
                  </a:lnTo>
                  <a:lnTo>
                    <a:pt x="19050" y="445401"/>
                  </a:lnTo>
                  <a:close/>
                </a:path>
                <a:path w="1415415" h="455294">
                  <a:moveTo>
                    <a:pt x="1395933" y="445401"/>
                  </a:moveTo>
                  <a:lnTo>
                    <a:pt x="19050" y="445401"/>
                  </a:lnTo>
                  <a:lnTo>
                    <a:pt x="19050" y="435876"/>
                  </a:lnTo>
                  <a:lnTo>
                    <a:pt x="1395933" y="435876"/>
                  </a:lnTo>
                  <a:lnTo>
                    <a:pt x="1395933" y="445401"/>
                  </a:lnTo>
                  <a:close/>
                </a:path>
                <a:path w="1415415" h="455294">
                  <a:moveTo>
                    <a:pt x="1414983" y="445401"/>
                  </a:moveTo>
                  <a:lnTo>
                    <a:pt x="1395933" y="445401"/>
                  </a:lnTo>
                  <a:lnTo>
                    <a:pt x="1405458" y="435876"/>
                  </a:lnTo>
                  <a:lnTo>
                    <a:pt x="1414983" y="435876"/>
                  </a:lnTo>
                  <a:lnTo>
                    <a:pt x="1414983" y="4454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2921508" y="2196083"/>
              <a:ext cx="1024255" cy="920750"/>
            </a:xfrm>
            <a:custGeom>
              <a:avLst/>
              <a:gdLst/>
              <a:ahLst/>
              <a:cxnLst/>
              <a:rect l="l" t="t" r="r" b="b"/>
              <a:pathLst>
                <a:path w="1024254" h="920750">
                  <a:moveTo>
                    <a:pt x="1024128" y="920496"/>
                  </a:moveTo>
                  <a:lnTo>
                    <a:pt x="0" y="920496"/>
                  </a:lnTo>
                  <a:lnTo>
                    <a:pt x="0" y="0"/>
                  </a:lnTo>
                  <a:lnTo>
                    <a:pt x="1024128" y="0"/>
                  </a:lnTo>
                  <a:lnTo>
                    <a:pt x="1024128" y="920496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2915653" y="2189111"/>
              <a:ext cx="1036955" cy="934719"/>
            </a:xfrm>
            <a:custGeom>
              <a:avLst/>
              <a:gdLst/>
              <a:ahLst/>
              <a:cxnLst/>
              <a:rect l="l" t="t" r="r" b="b"/>
              <a:pathLst>
                <a:path w="1036954" h="934719">
                  <a:moveTo>
                    <a:pt x="1036701" y="0"/>
                  </a:moveTo>
                  <a:lnTo>
                    <a:pt x="1024001" y="0"/>
                  </a:lnTo>
                  <a:lnTo>
                    <a:pt x="1024001" y="12700"/>
                  </a:lnTo>
                  <a:lnTo>
                    <a:pt x="1024001" y="452615"/>
                  </a:lnTo>
                  <a:lnTo>
                    <a:pt x="1024001" y="465315"/>
                  </a:lnTo>
                  <a:lnTo>
                    <a:pt x="1024001" y="920229"/>
                  </a:lnTo>
                  <a:lnTo>
                    <a:pt x="12700" y="920229"/>
                  </a:lnTo>
                  <a:lnTo>
                    <a:pt x="12700" y="465315"/>
                  </a:lnTo>
                  <a:lnTo>
                    <a:pt x="1024001" y="465315"/>
                  </a:lnTo>
                  <a:lnTo>
                    <a:pt x="1024001" y="452615"/>
                  </a:lnTo>
                  <a:lnTo>
                    <a:pt x="12700" y="452615"/>
                  </a:lnTo>
                  <a:lnTo>
                    <a:pt x="12700" y="12700"/>
                  </a:lnTo>
                  <a:lnTo>
                    <a:pt x="1024001" y="12700"/>
                  </a:lnTo>
                  <a:lnTo>
                    <a:pt x="1024001" y="0"/>
                  </a:lnTo>
                  <a:lnTo>
                    <a:pt x="0" y="0"/>
                  </a:lnTo>
                  <a:lnTo>
                    <a:pt x="0" y="934427"/>
                  </a:lnTo>
                  <a:lnTo>
                    <a:pt x="1036701" y="934427"/>
                  </a:lnTo>
                  <a:lnTo>
                    <a:pt x="1036701" y="928077"/>
                  </a:lnTo>
                  <a:lnTo>
                    <a:pt x="1036701" y="921727"/>
                  </a:lnTo>
                  <a:lnTo>
                    <a:pt x="1036701" y="12700"/>
                  </a:lnTo>
                  <a:lnTo>
                    <a:pt x="1036701" y="6350"/>
                  </a:lnTo>
                  <a:lnTo>
                    <a:pt x="10367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5036820" y="2196083"/>
              <a:ext cx="1024255" cy="920750"/>
            </a:xfrm>
            <a:custGeom>
              <a:avLst/>
              <a:gdLst/>
              <a:ahLst/>
              <a:cxnLst/>
              <a:rect l="l" t="t" r="r" b="b"/>
              <a:pathLst>
                <a:path w="1024254" h="920750">
                  <a:moveTo>
                    <a:pt x="1024127" y="920496"/>
                  </a:moveTo>
                  <a:lnTo>
                    <a:pt x="0" y="920496"/>
                  </a:lnTo>
                  <a:lnTo>
                    <a:pt x="0" y="0"/>
                  </a:lnTo>
                  <a:lnTo>
                    <a:pt x="1024127" y="0"/>
                  </a:lnTo>
                  <a:lnTo>
                    <a:pt x="1024127" y="920496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5030991" y="2189111"/>
              <a:ext cx="1036955" cy="934719"/>
            </a:xfrm>
            <a:custGeom>
              <a:avLst/>
              <a:gdLst/>
              <a:ahLst/>
              <a:cxnLst/>
              <a:rect l="l" t="t" r="r" b="b"/>
              <a:pathLst>
                <a:path w="1036954" h="934719">
                  <a:moveTo>
                    <a:pt x="1036688" y="0"/>
                  </a:moveTo>
                  <a:lnTo>
                    <a:pt x="1023988" y="0"/>
                  </a:lnTo>
                  <a:lnTo>
                    <a:pt x="1023988" y="12700"/>
                  </a:lnTo>
                  <a:lnTo>
                    <a:pt x="1023988" y="452615"/>
                  </a:lnTo>
                  <a:lnTo>
                    <a:pt x="1023988" y="465315"/>
                  </a:lnTo>
                  <a:lnTo>
                    <a:pt x="1023988" y="920229"/>
                  </a:lnTo>
                  <a:lnTo>
                    <a:pt x="12700" y="920229"/>
                  </a:lnTo>
                  <a:lnTo>
                    <a:pt x="12700" y="465315"/>
                  </a:lnTo>
                  <a:lnTo>
                    <a:pt x="1023988" y="465315"/>
                  </a:lnTo>
                  <a:lnTo>
                    <a:pt x="1023988" y="452615"/>
                  </a:lnTo>
                  <a:lnTo>
                    <a:pt x="12700" y="452615"/>
                  </a:lnTo>
                  <a:lnTo>
                    <a:pt x="12700" y="12700"/>
                  </a:lnTo>
                  <a:lnTo>
                    <a:pt x="1023988" y="12700"/>
                  </a:lnTo>
                  <a:lnTo>
                    <a:pt x="1023988" y="0"/>
                  </a:lnTo>
                  <a:lnTo>
                    <a:pt x="0" y="0"/>
                  </a:lnTo>
                  <a:lnTo>
                    <a:pt x="0" y="934427"/>
                  </a:lnTo>
                  <a:lnTo>
                    <a:pt x="1036688" y="934427"/>
                  </a:lnTo>
                  <a:lnTo>
                    <a:pt x="1036688" y="928077"/>
                  </a:lnTo>
                  <a:lnTo>
                    <a:pt x="1036688" y="921727"/>
                  </a:lnTo>
                  <a:lnTo>
                    <a:pt x="1036688" y="12700"/>
                  </a:lnTo>
                  <a:lnTo>
                    <a:pt x="1036688" y="6350"/>
                  </a:lnTo>
                  <a:lnTo>
                    <a:pt x="10366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935405" y="2186190"/>
              <a:ext cx="7146163" cy="123926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1702308" y="1219199"/>
              <a:ext cx="5562600" cy="344805"/>
            </a:xfrm>
            <a:custGeom>
              <a:avLst/>
              <a:gdLst/>
              <a:ahLst/>
              <a:cxnLst/>
              <a:rect l="l" t="t" r="r" b="b"/>
              <a:pathLst>
                <a:path w="5562600" h="344805">
                  <a:moveTo>
                    <a:pt x="5426964" y="344424"/>
                  </a:moveTo>
                  <a:lnTo>
                    <a:pt x="5426964" y="274319"/>
                  </a:lnTo>
                  <a:lnTo>
                    <a:pt x="135636" y="274319"/>
                  </a:lnTo>
                  <a:lnTo>
                    <a:pt x="135636" y="344424"/>
                  </a:lnTo>
                  <a:lnTo>
                    <a:pt x="0" y="172212"/>
                  </a:lnTo>
                  <a:lnTo>
                    <a:pt x="135636" y="0"/>
                  </a:lnTo>
                  <a:lnTo>
                    <a:pt x="135636" y="70103"/>
                  </a:lnTo>
                  <a:lnTo>
                    <a:pt x="5426964" y="70103"/>
                  </a:lnTo>
                  <a:lnTo>
                    <a:pt x="5426964" y="0"/>
                  </a:lnTo>
                  <a:lnTo>
                    <a:pt x="5562600" y="172212"/>
                  </a:lnTo>
                  <a:lnTo>
                    <a:pt x="5426964" y="344424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1694776" y="1200378"/>
              <a:ext cx="5578475" cy="382270"/>
            </a:xfrm>
            <a:custGeom>
              <a:avLst/>
              <a:gdLst/>
              <a:ahLst/>
              <a:cxnLst/>
              <a:rect l="l" t="t" r="r" b="b"/>
              <a:pathLst>
                <a:path w="5578475" h="382269">
                  <a:moveTo>
                    <a:pt x="150126" y="381914"/>
                  </a:moveTo>
                  <a:lnTo>
                    <a:pt x="0" y="190957"/>
                  </a:lnTo>
                  <a:lnTo>
                    <a:pt x="150126" y="0"/>
                  </a:lnTo>
                  <a:lnTo>
                    <a:pt x="150126" y="18351"/>
                  </a:lnTo>
                  <a:lnTo>
                    <a:pt x="137426" y="18351"/>
                  </a:lnTo>
                  <a:lnTo>
                    <a:pt x="137425" y="36702"/>
                  </a:lnTo>
                  <a:lnTo>
                    <a:pt x="19238" y="187032"/>
                  </a:lnTo>
                  <a:lnTo>
                    <a:pt x="13068" y="187032"/>
                  </a:lnTo>
                  <a:lnTo>
                    <a:pt x="13068" y="194881"/>
                  </a:lnTo>
                  <a:lnTo>
                    <a:pt x="19238" y="194881"/>
                  </a:lnTo>
                  <a:lnTo>
                    <a:pt x="137425" y="345211"/>
                  </a:lnTo>
                  <a:lnTo>
                    <a:pt x="137426" y="363562"/>
                  </a:lnTo>
                  <a:lnTo>
                    <a:pt x="150126" y="363562"/>
                  </a:lnTo>
                  <a:lnTo>
                    <a:pt x="150126" y="381914"/>
                  </a:lnTo>
                  <a:close/>
                </a:path>
                <a:path w="5578475" h="382269">
                  <a:moveTo>
                    <a:pt x="5428360" y="88823"/>
                  </a:moveTo>
                  <a:lnTo>
                    <a:pt x="5428360" y="0"/>
                  </a:lnTo>
                  <a:lnTo>
                    <a:pt x="5442787" y="18351"/>
                  </a:lnTo>
                  <a:lnTo>
                    <a:pt x="5441060" y="18351"/>
                  </a:lnTo>
                  <a:lnTo>
                    <a:pt x="5429719" y="22275"/>
                  </a:lnTo>
                  <a:lnTo>
                    <a:pt x="5441059" y="36701"/>
                  </a:lnTo>
                  <a:lnTo>
                    <a:pt x="5441060" y="82473"/>
                  </a:lnTo>
                  <a:lnTo>
                    <a:pt x="5434710" y="82473"/>
                  </a:lnTo>
                  <a:lnTo>
                    <a:pt x="5428360" y="88823"/>
                  </a:lnTo>
                  <a:close/>
                </a:path>
                <a:path w="5578475" h="382269">
                  <a:moveTo>
                    <a:pt x="137426" y="36701"/>
                  </a:moveTo>
                  <a:lnTo>
                    <a:pt x="137426" y="18351"/>
                  </a:lnTo>
                  <a:lnTo>
                    <a:pt x="148767" y="22275"/>
                  </a:lnTo>
                  <a:lnTo>
                    <a:pt x="137426" y="36701"/>
                  </a:lnTo>
                  <a:close/>
                </a:path>
                <a:path w="5578475" h="382269">
                  <a:moveTo>
                    <a:pt x="5441060" y="95173"/>
                  </a:moveTo>
                  <a:lnTo>
                    <a:pt x="137426" y="95173"/>
                  </a:lnTo>
                  <a:lnTo>
                    <a:pt x="137426" y="36701"/>
                  </a:lnTo>
                  <a:lnTo>
                    <a:pt x="148767" y="22275"/>
                  </a:lnTo>
                  <a:lnTo>
                    <a:pt x="137426" y="18351"/>
                  </a:lnTo>
                  <a:lnTo>
                    <a:pt x="150126" y="18351"/>
                  </a:lnTo>
                  <a:lnTo>
                    <a:pt x="150126" y="82473"/>
                  </a:lnTo>
                  <a:lnTo>
                    <a:pt x="143776" y="82473"/>
                  </a:lnTo>
                  <a:lnTo>
                    <a:pt x="150126" y="88823"/>
                  </a:lnTo>
                  <a:lnTo>
                    <a:pt x="5441060" y="88823"/>
                  </a:lnTo>
                  <a:lnTo>
                    <a:pt x="5441060" y="95173"/>
                  </a:lnTo>
                  <a:close/>
                </a:path>
                <a:path w="5578475" h="382269">
                  <a:moveTo>
                    <a:pt x="5441060" y="36702"/>
                  </a:moveTo>
                  <a:lnTo>
                    <a:pt x="5429719" y="22275"/>
                  </a:lnTo>
                  <a:lnTo>
                    <a:pt x="5441060" y="18351"/>
                  </a:lnTo>
                  <a:lnTo>
                    <a:pt x="5441060" y="36702"/>
                  </a:lnTo>
                  <a:close/>
                </a:path>
                <a:path w="5578475" h="382269">
                  <a:moveTo>
                    <a:pt x="5562321" y="190957"/>
                  </a:moveTo>
                  <a:lnTo>
                    <a:pt x="5441060" y="36702"/>
                  </a:lnTo>
                  <a:lnTo>
                    <a:pt x="5441060" y="18351"/>
                  </a:lnTo>
                  <a:lnTo>
                    <a:pt x="5442787" y="18351"/>
                  </a:lnTo>
                  <a:lnTo>
                    <a:pt x="5575390" y="187032"/>
                  </a:lnTo>
                  <a:lnTo>
                    <a:pt x="5565406" y="187032"/>
                  </a:lnTo>
                  <a:lnTo>
                    <a:pt x="5562321" y="190957"/>
                  </a:lnTo>
                  <a:close/>
                </a:path>
                <a:path w="5578475" h="382269">
                  <a:moveTo>
                    <a:pt x="150126" y="88823"/>
                  </a:moveTo>
                  <a:lnTo>
                    <a:pt x="143776" y="82473"/>
                  </a:lnTo>
                  <a:lnTo>
                    <a:pt x="150126" y="82473"/>
                  </a:lnTo>
                  <a:lnTo>
                    <a:pt x="150126" y="88823"/>
                  </a:lnTo>
                  <a:close/>
                </a:path>
                <a:path w="5578475" h="382269">
                  <a:moveTo>
                    <a:pt x="5428360" y="88823"/>
                  </a:moveTo>
                  <a:lnTo>
                    <a:pt x="150126" y="88823"/>
                  </a:lnTo>
                  <a:lnTo>
                    <a:pt x="150126" y="82473"/>
                  </a:lnTo>
                  <a:lnTo>
                    <a:pt x="5428360" y="82473"/>
                  </a:lnTo>
                  <a:lnTo>
                    <a:pt x="5428360" y="88823"/>
                  </a:lnTo>
                  <a:close/>
                </a:path>
                <a:path w="5578475" h="382269">
                  <a:moveTo>
                    <a:pt x="5441060" y="88823"/>
                  </a:moveTo>
                  <a:lnTo>
                    <a:pt x="5428360" y="88823"/>
                  </a:lnTo>
                  <a:lnTo>
                    <a:pt x="5434710" y="82473"/>
                  </a:lnTo>
                  <a:lnTo>
                    <a:pt x="5441060" y="82473"/>
                  </a:lnTo>
                  <a:lnTo>
                    <a:pt x="5441060" y="88823"/>
                  </a:lnTo>
                  <a:close/>
                </a:path>
                <a:path w="5578475" h="382269">
                  <a:moveTo>
                    <a:pt x="13068" y="194881"/>
                  </a:moveTo>
                  <a:lnTo>
                    <a:pt x="13068" y="187032"/>
                  </a:lnTo>
                  <a:lnTo>
                    <a:pt x="16153" y="190957"/>
                  </a:lnTo>
                  <a:lnTo>
                    <a:pt x="13068" y="194881"/>
                  </a:lnTo>
                  <a:close/>
                </a:path>
                <a:path w="5578475" h="382269">
                  <a:moveTo>
                    <a:pt x="16153" y="190957"/>
                  </a:moveTo>
                  <a:lnTo>
                    <a:pt x="13068" y="187032"/>
                  </a:lnTo>
                  <a:lnTo>
                    <a:pt x="19238" y="187032"/>
                  </a:lnTo>
                  <a:lnTo>
                    <a:pt x="16153" y="190957"/>
                  </a:lnTo>
                  <a:close/>
                </a:path>
                <a:path w="5578475" h="382269">
                  <a:moveTo>
                    <a:pt x="5565406" y="194881"/>
                  </a:moveTo>
                  <a:lnTo>
                    <a:pt x="5562321" y="190957"/>
                  </a:lnTo>
                  <a:lnTo>
                    <a:pt x="5565406" y="187032"/>
                  </a:lnTo>
                  <a:lnTo>
                    <a:pt x="5565406" y="194881"/>
                  </a:lnTo>
                  <a:close/>
                </a:path>
                <a:path w="5578475" h="382269">
                  <a:moveTo>
                    <a:pt x="5575390" y="194881"/>
                  </a:moveTo>
                  <a:lnTo>
                    <a:pt x="5565406" y="194881"/>
                  </a:lnTo>
                  <a:lnTo>
                    <a:pt x="5565406" y="187032"/>
                  </a:lnTo>
                  <a:lnTo>
                    <a:pt x="5575390" y="187032"/>
                  </a:lnTo>
                  <a:lnTo>
                    <a:pt x="5578475" y="190957"/>
                  </a:lnTo>
                  <a:lnTo>
                    <a:pt x="5575390" y="194881"/>
                  </a:lnTo>
                  <a:close/>
                </a:path>
                <a:path w="5578475" h="382269">
                  <a:moveTo>
                    <a:pt x="19238" y="194881"/>
                  </a:moveTo>
                  <a:lnTo>
                    <a:pt x="13068" y="194881"/>
                  </a:lnTo>
                  <a:lnTo>
                    <a:pt x="16153" y="190957"/>
                  </a:lnTo>
                  <a:lnTo>
                    <a:pt x="19238" y="194881"/>
                  </a:lnTo>
                  <a:close/>
                </a:path>
                <a:path w="5578475" h="382269">
                  <a:moveTo>
                    <a:pt x="5442787" y="363562"/>
                  </a:moveTo>
                  <a:lnTo>
                    <a:pt x="5441060" y="363562"/>
                  </a:lnTo>
                  <a:lnTo>
                    <a:pt x="5441060" y="345211"/>
                  </a:lnTo>
                  <a:lnTo>
                    <a:pt x="5562321" y="190957"/>
                  </a:lnTo>
                  <a:lnTo>
                    <a:pt x="5565406" y="194881"/>
                  </a:lnTo>
                  <a:lnTo>
                    <a:pt x="5575390" y="194881"/>
                  </a:lnTo>
                  <a:lnTo>
                    <a:pt x="5442787" y="363562"/>
                  </a:lnTo>
                  <a:close/>
                </a:path>
                <a:path w="5578475" h="382269">
                  <a:moveTo>
                    <a:pt x="150126" y="363562"/>
                  </a:moveTo>
                  <a:lnTo>
                    <a:pt x="137426" y="363562"/>
                  </a:lnTo>
                  <a:lnTo>
                    <a:pt x="148767" y="359638"/>
                  </a:lnTo>
                  <a:lnTo>
                    <a:pt x="137426" y="345213"/>
                  </a:lnTo>
                  <a:lnTo>
                    <a:pt x="137426" y="286727"/>
                  </a:lnTo>
                  <a:lnTo>
                    <a:pt x="5441060" y="286727"/>
                  </a:lnTo>
                  <a:lnTo>
                    <a:pt x="5441060" y="293077"/>
                  </a:lnTo>
                  <a:lnTo>
                    <a:pt x="150126" y="293077"/>
                  </a:lnTo>
                  <a:lnTo>
                    <a:pt x="143776" y="299427"/>
                  </a:lnTo>
                  <a:lnTo>
                    <a:pt x="150126" y="299427"/>
                  </a:lnTo>
                  <a:lnTo>
                    <a:pt x="150126" y="363562"/>
                  </a:lnTo>
                  <a:close/>
                </a:path>
                <a:path w="5578475" h="382269">
                  <a:moveTo>
                    <a:pt x="150126" y="299427"/>
                  </a:moveTo>
                  <a:lnTo>
                    <a:pt x="143776" y="299427"/>
                  </a:lnTo>
                  <a:lnTo>
                    <a:pt x="150126" y="293077"/>
                  </a:lnTo>
                  <a:lnTo>
                    <a:pt x="150126" y="299427"/>
                  </a:lnTo>
                  <a:close/>
                </a:path>
                <a:path w="5578475" h="382269">
                  <a:moveTo>
                    <a:pt x="5428360" y="299427"/>
                  </a:moveTo>
                  <a:lnTo>
                    <a:pt x="150126" y="299427"/>
                  </a:lnTo>
                  <a:lnTo>
                    <a:pt x="150126" y="293077"/>
                  </a:lnTo>
                  <a:lnTo>
                    <a:pt x="5428360" y="293077"/>
                  </a:lnTo>
                  <a:lnTo>
                    <a:pt x="5428360" y="299427"/>
                  </a:lnTo>
                  <a:close/>
                </a:path>
                <a:path w="5578475" h="382269">
                  <a:moveTo>
                    <a:pt x="5428360" y="381914"/>
                  </a:moveTo>
                  <a:lnTo>
                    <a:pt x="5428360" y="293077"/>
                  </a:lnTo>
                  <a:lnTo>
                    <a:pt x="5434710" y="299427"/>
                  </a:lnTo>
                  <a:lnTo>
                    <a:pt x="5441060" y="299427"/>
                  </a:lnTo>
                  <a:lnTo>
                    <a:pt x="5441059" y="345213"/>
                  </a:lnTo>
                  <a:lnTo>
                    <a:pt x="5429719" y="359638"/>
                  </a:lnTo>
                  <a:lnTo>
                    <a:pt x="5441060" y="363562"/>
                  </a:lnTo>
                  <a:lnTo>
                    <a:pt x="5442787" y="363562"/>
                  </a:lnTo>
                  <a:lnTo>
                    <a:pt x="5428360" y="381914"/>
                  </a:lnTo>
                  <a:close/>
                </a:path>
                <a:path w="5578475" h="382269">
                  <a:moveTo>
                    <a:pt x="5441060" y="299427"/>
                  </a:moveTo>
                  <a:lnTo>
                    <a:pt x="5434710" y="299427"/>
                  </a:lnTo>
                  <a:lnTo>
                    <a:pt x="5428360" y="293077"/>
                  </a:lnTo>
                  <a:lnTo>
                    <a:pt x="5441060" y="293077"/>
                  </a:lnTo>
                  <a:lnTo>
                    <a:pt x="5441060" y="299427"/>
                  </a:lnTo>
                  <a:close/>
                </a:path>
                <a:path w="5578475" h="382269">
                  <a:moveTo>
                    <a:pt x="5441060" y="363562"/>
                  </a:moveTo>
                  <a:lnTo>
                    <a:pt x="5429719" y="359638"/>
                  </a:lnTo>
                  <a:lnTo>
                    <a:pt x="5441060" y="345211"/>
                  </a:lnTo>
                  <a:lnTo>
                    <a:pt x="5441060" y="363562"/>
                  </a:lnTo>
                  <a:close/>
                </a:path>
                <a:path w="5578475" h="382269">
                  <a:moveTo>
                    <a:pt x="137426" y="363562"/>
                  </a:moveTo>
                  <a:lnTo>
                    <a:pt x="137426" y="345213"/>
                  </a:lnTo>
                  <a:lnTo>
                    <a:pt x="148767" y="359638"/>
                  </a:lnTo>
                  <a:lnTo>
                    <a:pt x="137426" y="3635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/>
          <p:cNvSpPr txBox="1"/>
          <p:nvPr/>
        </p:nvSpPr>
        <p:spPr>
          <a:xfrm>
            <a:off x="605561" y="3675291"/>
            <a:ext cx="63182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10" b="0">
                <a:solidFill>
                  <a:srgbClr val="000099"/>
                </a:solidFill>
                <a:latin typeface="WenQuanYi Zen Hei Mono"/>
                <a:cs typeface="WenQuanYi Zen Hei Mono"/>
              </a:rPr>
              <a:t>主</a:t>
            </a:r>
            <a:r>
              <a:rPr dirty="0" sz="1600" spc="-5" b="0">
                <a:solidFill>
                  <a:srgbClr val="000099"/>
                </a:solidFill>
                <a:latin typeface="WenQuanYi Zen Hei Mono"/>
                <a:cs typeface="WenQuanYi Zen Hei Mono"/>
              </a:rPr>
              <a:t>机</a:t>
            </a:r>
            <a:r>
              <a:rPr dirty="0" sz="1600" spc="-465" b="0">
                <a:solidFill>
                  <a:srgbClr val="000099"/>
                </a:solidFill>
                <a:latin typeface="WenQuanYi Zen Hei Mono"/>
                <a:cs typeface="WenQuanYi Zen Hei Mono"/>
              </a:rPr>
              <a:t> </a:t>
            </a:r>
            <a:r>
              <a:rPr dirty="0" sz="1600" spc="-5" b="1">
                <a:solidFill>
                  <a:srgbClr val="000099"/>
                </a:solidFill>
                <a:latin typeface="Times New Roman"/>
                <a:cs typeface="Times New Roman"/>
              </a:rPr>
              <a:t>A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589837" y="3675291"/>
            <a:ext cx="62039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10" b="0">
                <a:solidFill>
                  <a:srgbClr val="000099"/>
                </a:solidFill>
                <a:latin typeface="WenQuanYi Zen Hei Mono"/>
                <a:cs typeface="WenQuanYi Zen Hei Mono"/>
              </a:rPr>
              <a:t>主</a:t>
            </a:r>
            <a:r>
              <a:rPr dirty="0" sz="1600" spc="-5" b="0">
                <a:solidFill>
                  <a:srgbClr val="000099"/>
                </a:solidFill>
                <a:latin typeface="WenQuanYi Zen Hei Mono"/>
                <a:cs typeface="WenQuanYi Zen Hei Mono"/>
              </a:rPr>
              <a:t>机</a:t>
            </a:r>
            <a:r>
              <a:rPr dirty="0" sz="1600" spc="-465" b="0">
                <a:solidFill>
                  <a:srgbClr val="000099"/>
                </a:solidFill>
                <a:latin typeface="WenQuanYi Zen Hei Mono"/>
                <a:cs typeface="WenQuanYi Zen Hei Mono"/>
              </a:rPr>
              <a:t> </a:t>
            </a:r>
            <a:r>
              <a:rPr dirty="0" sz="1600" spc="-5" b="1">
                <a:solidFill>
                  <a:srgbClr val="000099"/>
                </a:solidFill>
                <a:latin typeface="Times New Roman"/>
                <a:cs typeface="Times New Roman"/>
              </a:rPr>
              <a:t>B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3039808" y="1246022"/>
            <a:ext cx="288607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10" b="0">
                <a:solidFill>
                  <a:srgbClr val="000099"/>
                </a:solidFill>
                <a:latin typeface="WenQuanYi Zen Hei Mono"/>
                <a:cs typeface="WenQuanYi Zen Hei Mono"/>
              </a:rPr>
              <a:t>应用层对等实体间的</a:t>
            </a:r>
            <a:r>
              <a:rPr dirty="0" sz="1600" spc="10" b="0">
                <a:solidFill>
                  <a:srgbClr val="FFFF00"/>
                </a:solidFill>
                <a:latin typeface="WenQuanYi Zen Hei Mono"/>
                <a:cs typeface="WenQuanYi Zen Hei Mono"/>
              </a:rPr>
              <a:t>端到端通</a:t>
            </a:r>
            <a:r>
              <a:rPr dirty="0" sz="1600" spc="-5" b="0">
                <a:solidFill>
                  <a:srgbClr val="FFFF00"/>
                </a:solidFill>
                <a:latin typeface="WenQuanYi Zen Hei Mono"/>
                <a:cs typeface="WenQuanYi Zen Hei Mono"/>
              </a:rPr>
              <a:t>信</a:t>
            </a:r>
            <a:endParaRPr sz="1600">
              <a:latin typeface="WenQuanYi Zen Hei Mono"/>
              <a:cs typeface="WenQuanYi Zen Hei Mono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051517" y="3782542"/>
            <a:ext cx="7912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10" b="0">
                <a:solidFill>
                  <a:srgbClr val="000099"/>
                </a:solidFill>
                <a:latin typeface="WenQuanYi Zen Hei Mono"/>
                <a:cs typeface="WenQuanYi Zen Hei Mono"/>
              </a:rPr>
              <a:t>路由</a:t>
            </a:r>
            <a:r>
              <a:rPr dirty="0" sz="1600" spc="-5" b="0">
                <a:solidFill>
                  <a:srgbClr val="000099"/>
                </a:solidFill>
                <a:latin typeface="WenQuanYi Zen Hei Mono"/>
                <a:cs typeface="WenQuanYi Zen Hei Mono"/>
              </a:rPr>
              <a:t>器</a:t>
            </a:r>
            <a:r>
              <a:rPr dirty="0" sz="1600" spc="-465" b="0">
                <a:solidFill>
                  <a:srgbClr val="000099"/>
                </a:solidFill>
                <a:latin typeface="WenQuanYi Zen Hei Mono"/>
                <a:cs typeface="WenQuanYi Zen Hei Mono"/>
              </a:rPr>
              <a:t> </a:t>
            </a:r>
            <a:r>
              <a:rPr dirty="0" sz="1600" spc="-5" b="1">
                <a:solidFill>
                  <a:srgbClr val="000099"/>
                </a:solidFill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179098" y="3782542"/>
            <a:ext cx="7912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10" b="0">
                <a:solidFill>
                  <a:srgbClr val="000099"/>
                </a:solidFill>
                <a:latin typeface="WenQuanYi Zen Hei Mono"/>
                <a:cs typeface="WenQuanYi Zen Hei Mono"/>
              </a:rPr>
              <a:t>路由</a:t>
            </a:r>
            <a:r>
              <a:rPr dirty="0" sz="1600" spc="-5" b="0">
                <a:solidFill>
                  <a:srgbClr val="000099"/>
                </a:solidFill>
                <a:latin typeface="WenQuanYi Zen Hei Mono"/>
                <a:cs typeface="WenQuanYi Zen Hei Mono"/>
              </a:rPr>
              <a:t>器</a:t>
            </a:r>
            <a:r>
              <a:rPr dirty="0" sz="1600" spc="-465" b="0">
                <a:solidFill>
                  <a:srgbClr val="000099"/>
                </a:solidFill>
                <a:latin typeface="WenQuanYi Zen Hei Mono"/>
                <a:cs typeface="WenQuanYi Zen Hei Mono"/>
              </a:rPr>
              <a:t> </a:t>
            </a:r>
            <a:r>
              <a:rPr dirty="0" sz="1600" spc="-5" b="1">
                <a:solidFill>
                  <a:srgbClr val="000099"/>
                </a:solidFill>
                <a:latin typeface="Times New Roman"/>
                <a:cs typeface="Times New Roman"/>
              </a:rPr>
              <a:t>2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879728" y="1195247"/>
            <a:ext cx="4667885" cy="1922145"/>
            <a:chOff x="879728" y="1195247"/>
            <a:chExt cx="4667885" cy="1922145"/>
          </a:xfrm>
        </p:grpSpPr>
        <p:sp>
          <p:nvSpPr>
            <p:cNvPr id="63" name="object 63"/>
            <p:cNvSpPr/>
            <p:nvPr/>
          </p:nvSpPr>
          <p:spPr>
            <a:xfrm>
              <a:off x="3417697" y="2643708"/>
              <a:ext cx="2129790" cy="473709"/>
            </a:xfrm>
            <a:custGeom>
              <a:avLst/>
              <a:gdLst/>
              <a:ahLst/>
              <a:cxnLst/>
              <a:rect l="l" t="t" r="r" b="b"/>
              <a:pathLst>
                <a:path w="2129790" h="473710">
                  <a:moveTo>
                    <a:pt x="22656" y="473341"/>
                  </a:moveTo>
                  <a:lnTo>
                    <a:pt x="12700" y="7594"/>
                  </a:lnTo>
                  <a:lnTo>
                    <a:pt x="0" y="7861"/>
                  </a:lnTo>
                  <a:lnTo>
                    <a:pt x="9956" y="473621"/>
                  </a:lnTo>
                  <a:lnTo>
                    <a:pt x="22656" y="473341"/>
                  </a:lnTo>
                  <a:close/>
                </a:path>
                <a:path w="2129790" h="473710">
                  <a:moveTo>
                    <a:pt x="2129574" y="0"/>
                  </a:moveTo>
                  <a:lnTo>
                    <a:pt x="2116874" y="0"/>
                  </a:lnTo>
                  <a:lnTo>
                    <a:pt x="2116874" y="473481"/>
                  </a:lnTo>
                  <a:lnTo>
                    <a:pt x="2129574" y="473481"/>
                  </a:lnTo>
                  <a:lnTo>
                    <a:pt x="21295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879728" y="1195247"/>
              <a:ext cx="1009269" cy="107612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/>
          <p:cNvSpPr txBox="1"/>
          <p:nvPr/>
        </p:nvSpPr>
        <p:spPr>
          <a:xfrm>
            <a:off x="7794040" y="4132465"/>
            <a:ext cx="413384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solidFill>
                  <a:srgbClr val="000099"/>
                </a:solidFill>
                <a:latin typeface="Times New Roman"/>
                <a:cs typeface="Times New Roman"/>
              </a:rPr>
              <a:t>AP</a:t>
            </a:r>
            <a:r>
              <a:rPr dirty="0" baseline="-15873" sz="1575" spc="-7" b="1">
                <a:solidFill>
                  <a:srgbClr val="000099"/>
                </a:solidFill>
                <a:latin typeface="Times New Roman"/>
                <a:cs typeface="Times New Roman"/>
              </a:rPr>
              <a:t>2</a:t>
            </a:r>
            <a:endParaRPr baseline="-15873" sz="1575">
              <a:latin typeface="Times New Roman"/>
              <a:cs typeface="Times New Roman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1886661" y="4015714"/>
            <a:ext cx="873125" cy="528955"/>
            <a:chOff x="1886661" y="4015714"/>
            <a:chExt cx="873125" cy="528955"/>
          </a:xfrm>
        </p:grpSpPr>
        <p:sp>
          <p:nvSpPr>
            <p:cNvPr id="67" name="object 67"/>
            <p:cNvSpPr/>
            <p:nvPr/>
          </p:nvSpPr>
          <p:spPr>
            <a:xfrm>
              <a:off x="1981339" y="4026191"/>
              <a:ext cx="584200" cy="267335"/>
            </a:xfrm>
            <a:custGeom>
              <a:avLst/>
              <a:gdLst/>
              <a:ahLst/>
              <a:cxnLst/>
              <a:rect l="l" t="t" r="r" b="b"/>
              <a:pathLst>
                <a:path w="584200" h="267335">
                  <a:moveTo>
                    <a:pt x="583831" y="104736"/>
                  </a:moveTo>
                  <a:lnTo>
                    <a:pt x="547801" y="42887"/>
                  </a:lnTo>
                  <a:lnTo>
                    <a:pt x="507377" y="20218"/>
                  </a:lnTo>
                  <a:lnTo>
                    <a:pt x="456133" y="5346"/>
                  </a:lnTo>
                  <a:lnTo>
                    <a:pt x="397116" y="0"/>
                  </a:lnTo>
                  <a:lnTo>
                    <a:pt x="338086" y="5346"/>
                  </a:lnTo>
                  <a:lnTo>
                    <a:pt x="286829" y="20218"/>
                  </a:lnTo>
                  <a:lnTo>
                    <a:pt x="246405" y="42887"/>
                  </a:lnTo>
                  <a:lnTo>
                    <a:pt x="219900" y="71640"/>
                  </a:lnTo>
                  <a:lnTo>
                    <a:pt x="218528" y="76415"/>
                  </a:lnTo>
                  <a:lnTo>
                    <a:pt x="197281" y="65849"/>
                  </a:lnTo>
                  <a:lnTo>
                    <a:pt x="142011" y="57607"/>
                  </a:lnTo>
                  <a:lnTo>
                    <a:pt x="86728" y="65849"/>
                  </a:lnTo>
                  <a:lnTo>
                    <a:pt x="41592" y="88290"/>
                  </a:lnTo>
                  <a:lnTo>
                    <a:pt x="11150" y="121589"/>
                  </a:lnTo>
                  <a:lnTo>
                    <a:pt x="0" y="162344"/>
                  </a:lnTo>
                  <a:lnTo>
                    <a:pt x="11150" y="203123"/>
                  </a:lnTo>
                  <a:lnTo>
                    <a:pt x="41592" y="236423"/>
                  </a:lnTo>
                  <a:lnTo>
                    <a:pt x="86728" y="258864"/>
                  </a:lnTo>
                  <a:lnTo>
                    <a:pt x="142011" y="267093"/>
                  </a:lnTo>
                  <a:lnTo>
                    <a:pt x="197281" y="258864"/>
                  </a:lnTo>
                  <a:lnTo>
                    <a:pt x="242430" y="236423"/>
                  </a:lnTo>
                  <a:lnTo>
                    <a:pt x="272859" y="203123"/>
                  </a:lnTo>
                  <a:lnTo>
                    <a:pt x="278003" y="184340"/>
                  </a:lnTo>
                  <a:lnTo>
                    <a:pt x="286829" y="189280"/>
                  </a:lnTo>
                  <a:lnTo>
                    <a:pt x="338086" y="204152"/>
                  </a:lnTo>
                  <a:lnTo>
                    <a:pt x="397116" y="209486"/>
                  </a:lnTo>
                  <a:lnTo>
                    <a:pt x="456133" y="204152"/>
                  </a:lnTo>
                  <a:lnTo>
                    <a:pt x="507377" y="189280"/>
                  </a:lnTo>
                  <a:lnTo>
                    <a:pt x="547801" y="166611"/>
                  </a:lnTo>
                  <a:lnTo>
                    <a:pt x="574306" y="137845"/>
                  </a:lnTo>
                  <a:lnTo>
                    <a:pt x="583831" y="1047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1891918" y="4214723"/>
              <a:ext cx="189356" cy="16758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1949780" y="4089031"/>
              <a:ext cx="810260" cy="455930"/>
            </a:xfrm>
            <a:custGeom>
              <a:avLst/>
              <a:gdLst/>
              <a:ahLst/>
              <a:cxnLst/>
              <a:rect l="l" t="t" r="r" b="b"/>
              <a:pathLst>
                <a:path w="810260" h="455929">
                  <a:moveTo>
                    <a:pt x="810006" y="191160"/>
                  </a:moveTo>
                  <a:lnTo>
                    <a:pt x="799249" y="159575"/>
                  </a:lnTo>
                  <a:lnTo>
                    <a:pt x="769950" y="133769"/>
                  </a:lnTo>
                  <a:lnTo>
                    <a:pt x="744766" y="123698"/>
                  </a:lnTo>
                  <a:lnTo>
                    <a:pt x="757174" y="112776"/>
                  </a:lnTo>
                  <a:lnTo>
                    <a:pt x="767930" y="81178"/>
                  </a:lnTo>
                  <a:lnTo>
                    <a:pt x="757174" y="49593"/>
                  </a:lnTo>
                  <a:lnTo>
                    <a:pt x="727875" y="23787"/>
                  </a:lnTo>
                  <a:lnTo>
                    <a:pt x="684403" y="6388"/>
                  </a:lnTo>
                  <a:lnTo>
                    <a:pt x="631177" y="0"/>
                  </a:lnTo>
                  <a:lnTo>
                    <a:pt x="577938" y="6388"/>
                  </a:lnTo>
                  <a:lnTo>
                    <a:pt x="534466" y="23787"/>
                  </a:lnTo>
                  <a:lnTo>
                    <a:pt x="505167" y="49593"/>
                  </a:lnTo>
                  <a:lnTo>
                    <a:pt x="496443" y="75209"/>
                  </a:lnTo>
                  <a:lnTo>
                    <a:pt x="445846" y="66459"/>
                  </a:lnTo>
                  <a:lnTo>
                    <a:pt x="381330" y="62852"/>
                  </a:lnTo>
                  <a:lnTo>
                    <a:pt x="316801" y="66459"/>
                  </a:lnTo>
                  <a:lnTo>
                    <a:pt x="257568" y="76695"/>
                  </a:lnTo>
                  <a:lnTo>
                    <a:pt x="205320" y="92773"/>
                  </a:lnTo>
                  <a:lnTo>
                    <a:pt x="161747" y="113855"/>
                  </a:lnTo>
                  <a:lnTo>
                    <a:pt x="128536" y="139141"/>
                  </a:lnTo>
                  <a:lnTo>
                    <a:pt x="99936" y="199021"/>
                  </a:lnTo>
                  <a:lnTo>
                    <a:pt x="102463" y="209664"/>
                  </a:lnTo>
                  <a:lnTo>
                    <a:pt x="88328" y="211467"/>
                  </a:lnTo>
                  <a:lnTo>
                    <a:pt x="42354" y="231101"/>
                  </a:lnTo>
                  <a:lnTo>
                    <a:pt x="11366" y="260235"/>
                  </a:lnTo>
                  <a:lnTo>
                    <a:pt x="0" y="295910"/>
                  </a:lnTo>
                  <a:lnTo>
                    <a:pt x="11366" y="331584"/>
                  </a:lnTo>
                  <a:lnTo>
                    <a:pt x="42354" y="360718"/>
                  </a:lnTo>
                  <a:lnTo>
                    <a:pt x="88328" y="380352"/>
                  </a:lnTo>
                  <a:lnTo>
                    <a:pt x="144640" y="387553"/>
                  </a:lnTo>
                  <a:lnTo>
                    <a:pt x="200939" y="380352"/>
                  </a:lnTo>
                  <a:lnTo>
                    <a:pt x="217716" y="373189"/>
                  </a:lnTo>
                  <a:lnTo>
                    <a:pt x="218173" y="374904"/>
                  </a:lnTo>
                  <a:lnTo>
                    <a:pt x="274320" y="423430"/>
                  </a:lnTo>
                  <a:lnTo>
                    <a:pt x="318490" y="440626"/>
                  </a:lnTo>
                  <a:lnTo>
                    <a:pt x="370636" y="451713"/>
                  </a:lnTo>
                  <a:lnTo>
                    <a:pt x="428675" y="455637"/>
                  </a:lnTo>
                  <a:lnTo>
                    <a:pt x="486689" y="451713"/>
                  </a:lnTo>
                  <a:lnTo>
                    <a:pt x="538835" y="440626"/>
                  </a:lnTo>
                  <a:lnTo>
                    <a:pt x="583018" y="423430"/>
                  </a:lnTo>
                  <a:lnTo>
                    <a:pt x="601903" y="411111"/>
                  </a:lnTo>
                  <a:lnTo>
                    <a:pt x="603719" y="412038"/>
                  </a:lnTo>
                  <a:lnTo>
                    <a:pt x="646950" y="418973"/>
                  </a:lnTo>
                  <a:lnTo>
                    <a:pt x="690168" y="412038"/>
                  </a:lnTo>
                  <a:lnTo>
                    <a:pt x="727710" y="392709"/>
                  </a:lnTo>
                  <a:lnTo>
                    <a:pt x="757313" y="363232"/>
                  </a:lnTo>
                  <a:lnTo>
                    <a:pt x="776732" y="325856"/>
                  </a:lnTo>
                  <a:lnTo>
                    <a:pt x="783704" y="282816"/>
                  </a:lnTo>
                  <a:lnTo>
                    <a:pt x="777125" y="242239"/>
                  </a:lnTo>
                  <a:lnTo>
                    <a:pt x="799249" y="222758"/>
                  </a:lnTo>
                  <a:lnTo>
                    <a:pt x="810006" y="1911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1976081" y="4015714"/>
              <a:ext cx="584200" cy="267335"/>
            </a:xfrm>
            <a:custGeom>
              <a:avLst/>
              <a:gdLst/>
              <a:ahLst/>
              <a:cxnLst/>
              <a:rect l="l" t="t" r="r" b="b"/>
              <a:pathLst>
                <a:path w="584200" h="267335">
                  <a:moveTo>
                    <a:pt x="583831" y="104749"/>
                  </a:moveTo>
                  <a:lnTo>
                    <a:pt x="547801" y="42887"/>
                  </a:lnTo>
                  <a:lnTo>
                    <a:pt x="507377" y="20218"/>
                  </a:lnTo>
                  <a:lnTo>
                    <a:pt x="456133" y="5346"/>
                  </a:lnTo>
                  <a:lnTo>
                    <a:pt x="397116" y="0"/>
                  </a:lnTo>
                  <a:lnTo>
                    <a:pt x="338086" y="5346"/>
                  </a:lnTo>
                  <a:lnTo>
                    <a:pt x="286829" y="20218"/>
                  </a:lnTo>
                  <a:lnTo>
                    <a:pt x="246405" y="42887"/>
                  </a:lnTo>
                  <a:lnTo>
                    <a:pt x="219900" y="71653"/>
                  </a:lnTo>
                  <a:lnTo>
                    <a:pt x="218528" y="76415"/>
                  </a:lnTo>
                  <a:lnTo>
                    <a:pt x="197281" y="65849"/>
                  </a:lnTo>
                  <a:lnTo>
                    <a:pt x="142011" y="57607"/>
                  </a:lnTo>
                  <a:lnTo>
                    <a:pt x="86728" y="65849"/>
                  </a:lnTo>
                  <a:lnTo>
                    <a:pt x="41592" y="88290"/>
                  </a:lnTo>
                  <a:lnTo>
                    <a:pt x="11150" y="121589"/>
                  </a:lnTo>
                  <a:lnTo>
                    <a:pt x="0" y="162356"/>
                  </a:lnTo>
                  <a:lnTo>
                    <a:pt x="11150" y="203136"/>
                  </a:lnTo>
                  <a:lnTo>
                    <a:pt x="41592" y="236423"/>
                  </a:lnTo>
                  <a:lnTo>
                    <a:pt x="86728" y="258864"/>
                  </a:lnTo>
                  <a:lnTo>
                    <a:pt x="142011" y="267093"/>
                  </a:lnTo>
                  <a:lnTo>
                    <a:pt x="197281" y="258864"/>
                  </a:lnTo>
                  <a:lnTo>
                    <a:pt x="242430" y="236423"/>
                  </a:lnTo>
                  <a:lnTo>
                    <a:pt x="272859" y="203136"/>
                  </a:lnTo>
                  <a:lnTo>
                    <a:pt x="278003" y="184340"/>
                  </a:lnTo>
                  <a:lnTo>
                    <a:pt x="286829" y="189280"/>
                  </a:lnTo>
                  <a:lnTo>
                    <a:pt x="338086" y="204152"/>
                  </a:lnTo>
                  <a:lnTo>
                    <a:pt x="397116" y="209486"/>
                  </a:lnTo>
                  <a:lnTo>
                    <a:pt x="456133" y="204152"/>
                  </a:lnTo>
                  <a:lnTo>
                    <a:pt x="507377" y="189280"/>
                  </a:lnTo>
                  <a:lnTo>
                    <a:pt x="547801" y="166611"/>
                  </a:lnTo>
                  <a:lnTo>
                    <a:pt x="574306" y="137858"/>
                  </a:lnTo>
                  <a:lnTo>
                    <a:pt x="583831" y="104749"/>
                  </a:lnTo>
                  <a:close/>
                </a:path>
              </a:pathLst>
            </a:custGeom>
            <a:solidFill>
              <a:srgbClr val="CEDA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1886661" y="4204258"/>
              <a:ext cx="189356" cy="167589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1944522" y="4078566"/>
              <a:ext cx="810260" cy="455930"/>
            </a:xfrm>
            <a:custGeom>
              <a:avLst/>
              <a:gdLst/>
              <a:ahLst/>
              <a:cxnLst/>
              <a:rect l="l" t="t" r="r" b="b"/>
              <a:pathLst>
                <a:path w="810260" h="455929">
                  <a:moveTo>
                    <a:pt x="810006" y="191147"/>
                  </a:moveTo>
                  <a:lnTo>
                    <a:pt x="799249" y="159562"/>
                  </a:lnTo>
                  <a:lnTo>
                    <a:pt x="769950" y="133756"/>
                  </a:lnTo>
                  <a:lnTo>
                    <a:pt x="744778" y="123698"/>
                  </a:lnTo>
                  <a:lnTo>
                    <a:pt x="757174" y="112776"/>
                  </a:lnTo>
                  <a:lnTo>
                    <a:pt x="767930" y="81165"/>
                  </a:lnTo>
                  <a:lnTo>
                    <a:pt x="757174" y="49580"/>
                  </a:lnTo>
                  <a:lnTo>
                    <a:pt x="727875" y="23774"/>
                  </a:lnTo>
                  <a:lnTo>
                    <a:pt x="684403" y="6388"/>
                  </a:lnTo>
                  <a:lnTo>
                    <a:pt x="631177" y="0"/>
                  </a:lnTo>
                  <a:lnTo>
                    <a:pt x="577938" y="6388"/>
                  </a:lnTo>
                  <a:lnTo>
                    <a:pt x="534466" y="23774"/>
                  </a:lnTo>
                  <a:lnTo>
                    <a:pt x="505155" y="49580"/>
                  </a:lnTo>
                  <a:lnTo>
                    <a:pt x="496443" y="75196"/>
                  </a:lnTo>
                  <a:lnTo>
                    <a:pt x="445846" y="66446"/>
                  </a:lnTo>
                  <a:lnTo>
                    <a:pt x="381330" y="62839"/>
                  </a:lnTo>
                  <a:lnTo>
                    <a:pt x="316801" y="66446"/>
                  </a:lnTo>
                  <a:lnTo>
                    <a:pt x="257568" y="76682"/>
                  </a:lnTo>
                  <a:lnTo>
                    <a:pt x="205320" y="92760"/>
                  </a:lnTo>
                  <a:lnTo>
                    <a:pt x="161747" y="113842"/>
                  </a:lnTo>
                  <a:lnTo>
                    <a:pt x="128536" y="139128"/>
                  </a:lnTo>
                  <a:lnTo>
                    <a:pt x="99936" y="199009"/>
                  </a:lnTo>
                  <a:lnTo>
                    <a:pt x="102463" y="209651"/>
                  </a:lnTo>
                  <a:lnTo>
                    <a:pt x="88328" y="211455"/>
                  </a:lnTo>
                  <a:lnTo>
                    <a:pt x="42354" y="231089"/>
                  </a:lnTo>
                  <a:lnTo>
                    <a:pt x="11366" y="260223"/>
                  </a:lnTo>
                  <a:lnTo>
                    <a:pt x="0" y="295897"/>
                  </a:lnTo>
                  <a:lnTo>
                    <a:pt x="11366" y="331571"/>
                  </a:lnTo>
                  <a:lnTo>
                    <a:pt x="42354" y="360705"/>
                  </a:lnTo>
                  <a:lnTo>
                    <a:pt x="88328" y="380339"/>
                  </a:lnTo>
                  <a:lnTo>
                    <a:pt x="144640" y="387540"/>
                  </a:lnTo>
                  <a:lnTo>
                    <a:pt x="200939" y="380339"/>
                  </a:lnTo>
                  <a:lnTo>
                    <a:pt x="217716" y="373176"/>
                  </a:lnTo>
                  <a:lnTo>
                    <a:pt x="218173" y="374891"/>
                  </a:lnTo>
                  <a:lnTo>
                    <a:pt x="274320" y="423418"/>
                  </a:lnTo>
                  <a:lnTo>
                    <a:pt x="318490" y="440613"/>
                  </a:lnTo>
                  <a:lnTo>
                    <a:pt x="370636" y="451700"/>
                  </a:lnTo>
                  <a:lnTo>
                    <a:pt x="428675" y="455625"/>
                  </a:lnTo>
                  <a:lnTo>
                    <a:pt x="486689" y="451700"/>
                  </a:lnTo>
                  <a:lnTo>
                    <a:pt x="538835" y="440613"/>
                  </a:lnTo>
                  <a:lnTo>
                    <a:pt x="583006" y="423418"/>
                  </a:lnTo>
                  <a:lnTo>
                    <a:pt x="601891" y="411111"/>
                  </a:lnTo>
                  <a:lnTo>
                    <a:pt x="603719" y="412038"/>
                  </a:lnTo>
                  <a:lnTo>
                    <a:pt x="646950" y="418973"/>
                  </a:lnTo>
                  <a:lnTo>
                    <a:pt x="690168" y="412038"/>
                  </a:lnTo>
                  <a:lnTo>
                    <a:pt x="727710" y="392709"/>
                  </a:lnTo>
                  <a:lnTo>
                    <a:pt x="757313" y="363232"/>
                  </a:lnTo>
                  <a:lnTo>
                    <a:pt x="776732" y="325843"/>
                  </a:lnTo>
                  <a:lnTo>
                    <a:pt x="783704" y="282803"/>
                  </a:lnTo>
                  <a:lnTo>
                    <a:pt x="777125" y="242227"/>
                  </a:lnTo>
                  <a:lnTo>
                    <a:pt x="799249" y="222745"/>
                  </a:lnTo>
                  <a:lnTo>
                    <a:pt x="810006" y="191147"/>
                  </a:lnTo>
                  <a:close/>
                </a:path>
              </a:pathLst>
            </a:custGeom>
            <a:solidFill>
              <a:srgbClr val="CEDAD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3" name="object 73"/>
          <p:cNvSpPr txBox="1"/>
          <p:nvPr/>
        </p:nvSpPr>
        <p:spPr>
          <a:xfrm>
            <a:off x="593483" y="4114863"/>
            <a:ext cx="631317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1510665" algn="l"/>
                <a:tab pos="3637915" algn="l"/>
                <a:tab pos="5741035" algn="l"/>
              </a:tabLst>
            </a:pPr>
            <a:r>
              <a:rPr dirty="0" baseline="-5208" sz="2400" spc="-7" b="1">
                <a:solidFill>
                  <a:srgbClr val="000099"/>
                </a:solidFill>
                <a:latin typeface="Times New Roman"/>
                <a:cs typeface="Times New Roman"/>
              </a:rPr>
              <a:t>AP</a:t>
            </a:r>
            <a:r>
              <a:rPr dirty="0" baseline="-23809" sz="1575" spc="-7" b="1">
                <a:solidFill>
                  <a:srgbClr val="000099"/>
                </a:solidFill>
                <a:latin typeface="Times New Roman"/>
                <a:cs typeface="Times New Roman"/>
              </a:rPr>
              <a:t>1	</a:t>
            </a:r>
            <a:r>
              <a:rPr dirty="0" sz="1600" spc="-5" b="1">
                <a:solidFill>
                  <a:srgbClr val="000099"/>
                </a:solidFill>
                <a:latin typeface="Times New Roman"/>
                <a:cs typeface="Times New Roman"/>
              </a:rPr>
              <a:t>LAN</a:t>
            </a:r>
            <a:r>
              <a:rPr dirty="0" baseline="-15873" sz="1575" spc="-7" b="1">
                <a:solidFill>
                  <a:srgbClr val="000099"/>
                </a:solidFill>
                <a:latin typeface="Times New Roman"/>
                <a:cs typeface="Times New Roman"/>
              </a:rPr>
              <a:t>1	</a:t>
            </a:r>
            <a:r>
              <a:rPr dirty="0" baseline="-3472" sz="2400" spc="-97" b="1">
                <a:solidFill>
                  <a:srgbClr val="000099"/>
                </a:solidFill>
                <a:latin typeface="Times New Roman"/>
                <a:cs typeface="Times New Roman"/>
              </a:rPr>
              <a:t>WAN	</a:t>
            </a:r>
            <a:r>
              <a:rPr dirty="0" sz="1600" spc="-5" b="1">
                <a:solidFill>
                  <a:srgbClr val="000099"/>
                </a:solidFill>
                <a:latin typeface="Times New Roman"/>
                <a:cs typeface="Times New Roman"/>
              </a:rPr>
              <a:t>LAN</a:t>
            </a:r>
            <a:r>
              <a:rPr dirty="0" baseline="-15873" sz="1575" spc="-7" b="1">
                <a:solidFill>
                  <a:srgbClr val="000099"/>
                </a:solidFill>
                <a:latin typeface="Times New Roman"/>
                <a:cs typeface="Times New Roman"/>
              </a:rPr>
              <a:t>2</a:t>
            </a:r>
            <a:endParaRPr baseline="-15873" sz="1575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131646" y="1197178"/>
            <a:ext cx="40068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solidFill>
                  <a:srgbClr val="000099"/>
                </a:solidFill>
                <a:latin typeface="Times New Roman"/>
                <a:cs typeface="Times New Roman"/>
              </a:rPr>
              <a:t>AP</a:t>
            </a:r>
            <a:r>
              <a:rPr dirty="0" baseline="-15873" sz="1575" spc="-7" b="1">
                <a:solidFill>
                  <a:srgbClr val="000099"/>
                </a:solidFill>
                <a:latin typeface="Times New Roman"/>
                <a:cs typeface="Times New Roman"/>
              </a:rPr>
              <a:t>1</a:t>
            </a:r>
            <a:endParaRPr baseline="-15873" sz="1575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952142" y="1502486"/>
            <a:ext cx="432434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10" b="0">
                <a:solidFill>
                  <a:srgbClr val="000099"/>
                </a:solidFill>
                <a:latin typeface="WenQuanYi Zen Hei Mono"/>
                <a:cs typeface="WenQuanYi Zen Hei Mono"/>
              </a:rPr>
              <a:t>端</a:t>
            </a:r>
            <a:r>
              <a:rPr dirty="0" sz="1600" spc="-5" b="0">
                <a:solidFill>
                  <a:srgbClr val="000099"/>
                </a:solidFill>
                <a:latin typeface="WenQuanYi Zen Hei Mono"/>
                <a:cs typeface="WenQuanYi Zen Hei Mono"/>
              </a:rPr>
              <a:t>口</a:t>
            </a:r>
            <a:endParaRPr sz="1600">
              <a:latin typeface="WenQuanYi Zen Hei Mono"/>
              <a:cs typeface="WenQuanYi Zen Hei Mono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6542887" y="1502486"/>
            <a:ext cx="432434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10" b="0">
                <a:solidFill>
                  <a:srgbClr val="000099"/>
                </a:solidFill>
                <a:latin typeface="WenQuanYi Zen Hei Mono"/>
                <a:cs typeface="WenQuanYi Zen Hei Mono"/>
              </a:rPr>
              <a:t>端</a:t>
            </a:r>
            <a:r>
              <a:rPr dirty="0" sz="1600" spc="-5" b="0">
                <a:solidFill>
                  <a:srgbClr val="000099"/>
                </a:solidFill>
                <a:latin typeface="WenQuanYi Zen Hei Mono"/>
                <a:cs typeface="WenQuanYi Zen Hei Mono"/>
              </a:rPr>
              <a:t>口</a:t>
            </a:r>
            <a:endParaRPr sz="1600">
              <a:latin typeface="WenQuanYi Zen Hei Mono"/>
              <a:cs typeface="WenQuanYi Zen Hei Mono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5214283" y="4099223"/>
            <a:ext cx="702945" cy="423545"/>
            <a:chOff x="5214283" y="4099223"/>
            <a:chExt cx="702945" cy="423545"/>
          </a:xfrm>
        </p:grpSpPr>
        <p:sp>
          <p:nvSpPr>
            <p:cNvPr id="78" name="object 78"/>
            <p:cNvSpPr/>
            <p:nvPr/>
          </p:nvSpPr>
          <p:spPr>
            <a:xfrm>
              <a:off x="5216423" y="4274184"/>
              <a:ext cx="698500" cy="246379"/>
            </a:xfrm>
            <a:custGeom>
              <a:avLst/>
              <a:gdLst/>
              <a:ahLst/>
              <a:cxnLst/>
              <a:rect l="l" t="t" r="r" b="b"/>
              <a:pathLst>
                <a:path w="698500" h="246379">
                  <a:moveTo>
                    <a:pt x="349250" y="246278"/>
                  </a:moveTo>
                  <a:lnTo>
                    <a:pt x="278863" y="243776"/>
                  </a:lnTo>
                  <a:lnTo>
                    <a:pt x="213305" y="236601"/>
                  </a:lnTo>
                  <a:lnTo>
                    <a:pt x="153980" y="225248"/>
                  </a:lnTo>
                  <a:lnTo>
                    <a:pt x="102292" y="210211"/>
                  </a:lnTo>
                  <a:lnTo>
                    <a:pt x="59645" y="191987"/>
                  </a:lnTo>
                  <a:lnTo>
                    <a:pt x="27445" y="171070"/>
                  </a:lnTo>
                  <a:lnTo>
                    <a:pt x="0" y="123139"/>
                  </a:lnTo>
                  <a:lnTo>
                    <a:pt x="7095" y="98322"/>
                  </a:lnTo>
                  <a:lnTo>
                    <a:pt x="59645" y="54290"/>
                  </a:lnTo>
                  <a:lnTo>
                    <a:pt x="102292" y="36066"/>
                  </a:lnTo>
                  <a:lnTo>
                    <a:pt x="153980" y="21030"/>
                  </a:lnTo>
                  <a:lnTo>
                    <a:pt x="213305" y="9676"/>
                  </a:lnTo>
                  <a:lnTo>
                    <a:pt x="278863" y="2501"/>
                  </a:lnTo>
                  <a:lnTo>
                    <a:pt x="349250" y="0"/>
                  </a:lnTo>
                  <a:lnTo>
                    <a:pt x="419636" y="2501"/>
                  </a:lnTo>
                  <a:lnTo>
                    <a:pt x="485194" y="9676"/>
                  </a:lnTo>
                  <a:lnTo>
                    <a:pt x="544519" y="21030"/>
                  </a:lnTo>
                  <a:lnTo>
                    <a:pt x="596207" y="36066"/>
                  </a:lnTo>
                  <a:lnTo>
                    <a:pt x="638854" y="54290"/>
                  </a:lnTo>
                  <a:lnTo>
                    <a:pt x="671054" y="75207"/>
                  </a:lnTo>
                  <a:lnTo>
                    <a:pt x="698500" y="123139"/>
                  </a:lnTo>
                  <a:lnTo>
                    <a:pt x="691404" y="147956"/>
                  </a:lnTo>
                  <a:lnTo>
                    <a:pt x="638854" y="191987"/>
                  </a:lnTo>
                  <a:lnTo>
                    <a:pt x="596207" y="210211"/>
                  </a:lnTo>
                  <a:lnTo>
                    <a:pt x="544519" y="225248"/>
                  </a:lnTo>
                  <a:lnTo>
                    <a:pt x="485194" y="236601"/>
                  </a:lnTo>
                  <a:lnTo>
                    <a:pt x="419636" y="243776"/>
                  </a:lnTo>
                  <a:lnTo>
                    <a:pt x="349250" y="246278"/>
                  </a:lnTo>
                  <a:close/>
                </a:path>
              </a:pathLst>
            </a:custGeom>
            <a:solidFill>
              <a:srgbClr val="0078A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5216423" y="4274184"/>
              <a:ext cx="698500" cy="246379"/>
            </a:xfrm>
            <a:custGeom>
              <a:avLst/>
              <a:gdLst/>
              <a:ahLst/>
              <a:cxnLst/>
              <a:rect l="l" t="t" r="r" b="b"/>
              <a:pathLst>
                <a:path w="698500" h="246379">
                  <a:moveTo>
                    <a:pt x="698500" y="123139"/>
                  </a:moveTo>
                  <a:lnTo>
                    <a:pt x="671054" y="171070"/>
                  </a:lnTo>
                  <a:lnTo>
                    <a:pt x="638854" y="191987"/>
                  </a:lnTo>
                  <a:lnTo>
                    <a:pt x="596207" y="210211"/>
                  </a:lnTo>
                  <a:lnTo>
                    <a:pt x="544519" y="225248"/>
                  </a:lnTo>
                  <a:lnTo>
                    <a:pt x="485194" y="236601"/>
                  </a:lnTo>
                  <a:lnTo>
                    <a:pt x="419636" y="243776"/>
                  </a:lnTo>
                  <a:lnTo>
                    <a:pt x="349250" y="246278"/>
                  </a:lnTo>
                  <a:lnTo>
                    <a:pt x="278863" y="243776"/>
                  </a:lnTo>
                  <a:lnTo>
                    <a:pt x="213305" y="236601"/>
                  </a:lnTo>
                  <a:lnTo>
                    <a:pt x="153980" y="225248"/>
                  </a:lnTo>
                  <a:lnTo>
                    <a:pt x="102292" y="210211"/>
                  </a:lnTo>
                  <a:lnTo>
                    <a:pt x="59645" y="191987"/>
                  </a:lnTo>
                  <a:lnTo>
                    <a:pt x="27445" y="171070"/>
                  </a:lnTo>
                  <a:lnTo>
                    <a:pt x="0" y="123139"/>
                  </a:lnTo>
                  <a:lnTo>
                    <a:pt x="7095" y="98322"/>
                  </a:lnTo>
                  <a:lnTo>
                    <a:pt x="59645" y="54290"/>
                  </a:lnTo>
                  <a:lnTo>
                    <a:pt x="102292" y="36066"/>
                  </a:lnTo>
                  <a:lnTo>
                    <a:pt x="153980" y="21030"/>
                  </a:lnTo>
                  <a:lnTo>
                    <a:pt x="213305" y="9676"/>
                  </a:lnTo>
                  <a:lnTo>
                    <a:pt x="278863" y="2501"/>
                  </a:lnTo>
                  <a:lnTo>
                    <a:pt x="349250" y="0"/>
                  </a:lnTo>
                  <a:lnTo>
                    <a:pt x="419636" y="2501"/>
                  </a:lnTo>
                  <a:lnTo>
                    <a:pt x="485194" y="9676"/>
                  </a:lnTo>
                  <a:lnTo>
                    <a:pt x="544519" y="21030"/>
                  </a:lnTo>
                  <a:lnTo>
                    <a:pt x="596207" y="36066"/>
                  </a:lnTo>
                  <a:lnTo>
                    <a:pt x="638854" y="54290"/>
                  </a:lnTo>
                  <a:lnTo>
                    <a:pt x="671054" y="75207"/>
                  </a:lnTo>
                  <a:lnTo>
                    <a:pt x="698500" y="123139"/>
                  </a:lnTo>
                </a:path>
              </a:pathLst>
            </a:custGeom>
            <a:ln w="4279">
              <a:solidFill>
                <a:srgbClr val="AAE6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5216423" y="4226661"/>
              <a:ext cx="694690" cy="173355"/>
            </a:xfrm>
            <a:custGeom>
              <a:avLst/>
              <a:gdLst/>
              <a:ahLst/>
              <a:cxnLst/>
              <a:rect l="l" t="t" r="r" b="b"/>
              <a:pathLst>
                <a:path w="694689" h="173354">
                  <a:moveTo>
                    <a:pt x="694270" y="172821"/>
                  </a:moveTo>
                  <a:lnTo>
                    <a:pt x="0" y="172821"/>
                  </a:lnTo>
                  <a:lnTo>
                    <a:pt x="0" y="0"/>
                  </a:lnTo>
                  <a:lnTo>
                    <a:pt x="694270" y="0"/>
                  </a:lnTo>
                  <a:lnTo>
                    <a:pt x="694270" y="172821"/>
                  </a:lnTo>
                  <a:close/>
                </a:path>
              </a:pathLst>
            </a:custGeom>
            <a:solidFill>
              <a:srgbClr val="0078A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5216423" y="4101363"/>
              <a:ext cx="698500" cy="246379"/>
            </a:xfrm>
            <a:custGeom>
              <a:avLst/>
              <a:gdLst/>
              <a:ahLst/>
              <a:cxnLst/>
              <a:rect l="l" t="t" r="r" b="b"/>
              <a:pathLst>
                <a:path w="698500" h="246379">
                  <a:moveTo>
                    <a:pt x="349250" y="246278"/>
                  </a:moveTo>
                  <a:lnTo>
                    <a:pt x="278863" y="243776"/>
                  </a:lnTo>
                  <a:lnTo>
                    <a:pt x="213305" y="236601"/>
                  </a:lnTo>
                  <a:lnTo>
                    <a:pt x="153980" y="225248"/>
                  </a:lnTo>
                  <a:lnTo>
                    <a:pt x="102292" y="210211"/>
                  </a:lnTo>
                  <a:lnTo>
                    <a:pt x="59645" y="191987"/>
                  </a:lnTo>
                  <a:lnTo>
                    <a:pt x="27445" y="171070"/>
                  </a:lnTo>
                  <a:lnTo>
                    <a:pt x="0" y="123139"/>
                  </a:lnTo>
                  <a:lnTo>
                    <a:pt x="7095" y="98322"/>
                  </a:lnTo>
                  <a:lnTo>
                    <a:pt x="59645" y="54290"/>
                  </a:lnTo>
                  <a:lnTo>
                    <a:pt x="102292" y="36066"/>
                  </a:lnTo>
                  <a:lnTo>
                    <a:pt x="153980" y="21030"/>
                  </a:lnTo>
                  <a:lnTo>
                    <a:pt x="213305" y="9676"/>
                  </a:lnTo>
                  <a:lnTo>
                    <a:pt x="278863" y="2501"/>
                  </a:lnTo>
                  <a:lnTo>
                    <a:pt x="349250" y="0"/>
                  </a:lnTo>
                  <a:lnTo>
                    <a:pt x="419636" y="2501"/>
                  </a:lnTo>
                  <a:lnTo>
                    <a:pt x="485194" y="9676"/>
                  </a:lnTo>
                  <a:lnTo>
                    <a:pt x="544519" y="21030"/>
                  </a:lnTo>
                  <a:lnTo>
                    <a:pt x="596207" y="36066"/>
                  </a:lnTo>
                  <a:lnTo>
                    <a:pt x="638854" y="54290"/>
                  </a:lnTo>
                  <a:lnTo>
                    <a:pt x="671054" y="75207"/>
                  </a:lnTo>
                  <a:lnTo>
                    <a:pt x="698500" y="123139"/>
                  </a:lnTo>
                  <a:lnTo>
                    <a:pt x="691404" y="147956"/>
                  </a:lnTo>
                  <a:lnTo>
                    <a:pt x="638854" y="191987"/>
                  </a:lnTo>
                  <a:lnTo>
                    <a:pt x="596207" y="210211"/>
                  </a:lnTo>
                  <a:lnTo>
                    <a:pt x="544519" y="225248"/>
                  </a:lnTo>
                  <a:lnTo>
                    <a:pt x="485194" y="236601"/>
                  </a:lnTo>
                  <a:lnTo>
                    <a:pt x="419636" y="243776"/>
                  </a:lnTo>
                  <a:lnTo>
                    <a:pt x="349250" y="246278"/>
                  </a:lnTo>
                  <a:close/>
                </a:path>
              </a:pathLst>
            </a:custGeom>
            <a:solidFill>
              <a:srgbClr val="00B4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5216423" y="4101363"/>
              <a:ext cx="698500" cy="246379"/>
            </a:xfrm>
            <a:custGeom>
              <a:avLst/>
              <a:gdLst/>
              <a:ahLst/>
              <a:cxnLst/>
              <a:rect l="l" t="t" r="r" b="b"/>
              <a:pathLst>
                <a:path w="698500" h="246379">
                  <a:moveTo>
                    <a:pt x="698500" y="123139"/>
                  </a:moveTo>
                  <a:lnTo>
                    <a:pt x="671054" y="171070"/>
                  </a:lnTo>
                  <a:lnTo>
                    <a:pt x="638854" y="191987"/>
                  </a:lnTo>
                  <a:lnTo>
                    <a:pt x="596207" y="210211"/>
                  </a:lnTo>
                  <a:lnTo>
                    <a:pt x="544519" y="225248"/>
                  </a:lnTo>
                  <a:lnTo>
                    <a:pt x="485194" y="236601"/>
                  </a:lnTo>
                  <a:lnTo>
                    <a:pt x="419636" y="243776"/>
                  </a:lnTo>
                  <a:lnTo>
                    <a:pt x="349250" y="246278"/>
                  </a:lnTo>
                  <a:lnTo>
                    <a:pt x="278863" y="243776"/>
                  </a:lnTo>
                  <a:lnTo>
                    <a:pt x="213305" y="236601"/>
                  </a:lnTo>
                  <a:lnTo>
                    <a:pt x="153980" y="225248"/>
                  </a:lnTo>
                  <a:lnTo>
                    <a:pt x="102292" y="210211"/>
                  </a:lnTo>
                  <a:lnTo>
                    <a:pt x="59645" y="191987"/>
                  </a:lnTo>
                  <a:lnTo>
                    <a:pt x="27445" y="171070"/>
                  </a:lnTo>
                  <a:lnTo>
                    <a:pt x="0" y="123139"/>
                  </a:lnTo>
                  <a:lnTo>
                    <a:pt x="7095" y="98322"/>
                  </a:lnTo>
                  <a:lnTo>
                    <a:pt x="59645" y="54290"/>
                  </a:lnTo>
                  <a:lnTo>
                    <a:pt x="102292" y="36066"/>
                  </a:lnTo>
                  <a:lnTo>
                    <a:pt x="153980" y="21030"/>
                  </a:lnTo>
                  <a:lnTo>
                    <a:pt x="213305" y="9676"/>
                  </a:lnTo>
                  <a:lnTo>
                    <a:pt x="278863" y="2501"/>
                  </a:lnTo>
                  <a:lnTo>
                    <a:pt x="349250" y="0"/>
                  </a:lnTo>
                  <a:lnTo>
                    <a:pt x="419636" y="2501"/>
                  </a:lnTo>
                  <a:lnTo>
                    <a:pt x="485194" y="9676"/>
                  </a:lnTo>
                  <a:lnTo>
                    <a:pt x="544519" y="21030"/>
                  </a:lnTo>
                  <a:lnTo>
                    <a:pt x="596207" y="36066"/>
                  </a:lnTo>
                  <a:lnTo>
                    <a:pt x="638854" y="54290"/>
                  </a:lnTo>
                  <a:lnTo>
                    <a:pt x="671054" y="75207"/>
                  </a:lnTo>
                  <a:lnTo>
                    <a:pt x="698500" y="123139"/>
                  </a:lnTo>
                </a:path>
              </a:pathLst>
            </a:custGeom>
            <a:ln w="4279">
              <a:solidFill>
                <a:srgbClr val="AAE6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5322252" y="4131602"/>
              <a:ext cx="482600" cy="185788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5216423" y="4222343"/>
              <a:ext cx="696595" cy="173355"/>
            </a:xfrm>
            <a:custGeom>
              <a:avLst/>
              <a:gdLst/>
              <a:ahLst/>
              <a:cxnLst/>
              <a:rect l="l" t="t" r="r" b="b"/>
              <a:pathLst>
                <a:path w="696595" h="173354">
                  <a:moveTo>
                    <a:pt x="2133" y="0"/>
                  </a:moveTo>
                  <a:lnTo>
                    <a:pt x="0" y="0"/>
                  </a:lnTo>
                  <a:lnTo>
                    <a:pt x="0" y="172821"/>
                  </a:lnTo>
                  <a:lnTo>
                    <a:pt x="2133" y="172821"/>
                  </a:lnTo>
                  <a:lnTo>
                    <a:pt x="2133" y="0"/>
                  </a:lnTo>
                  <a:close/>
                </a:path>
                <a:path w="696595" h="173354">
                  <a:moveTo>
                    <a:pt x="696404" y="0"/>
                  </a:moveTo>
                  <a:lnTo>
                    <a:pt x="692124" y="0"/>
                  </a:lnTo>
                  <a:lnTo>
                    <a:pt x="692124" y="172821"/>
                  </a:lnTo>
                  <a:lnTo>
                    <a:pt x="696404" y="172821"/>
                  </a:lnTo>
                  <a:lnTo>
                    <a:pt x="696404" y="0"/>
                  </a:lnTo>
                  <a:close/>
                </a:path>
              </a:pathLst>
            </a:custGeom>
            <a:solidFill>
              <a:srgbClr val="AAE6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5" name="object 85"/>
          <p:cNvGrpSpPr/>
          <p:nvPr/>
        </p:nvGrpSpPr>
        <p:grpSpPr>
          <a:xfrm>
            <a:off x="1697075" y="1256436"/>
            <a:ext cx="6423660" cy="1015365"/>
            <a:chOff x="1697075" y="1256436"/>
            <a:chExt cx="6423660" cy="1015365"/>
          </a:xfrm>
        </p:grpSpPr>
        <p:sp>
          <p:nvSpPr>
            <p:cNvPr id="86" name="object 86"/>
            <p:cNvSpPr/>
            <p:nvPr/>
          </p:nvSpPr>
          <p:spPr>
            <a:xfrm>
              <a:off x="7011428" y="1256436"/>
              <a:ext cx="1109046" cy="1014933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1705356" y="1795272"/>
              <a:ext cx="5562600" cy="346075"/>
            </a:xfrm>
            <a:custGeom>
              <a:avLst/>
              <a:gdLst/>
              <a:ahLst/>
              <a:cxnLst/>
              <a:rect l="l" t="t" r="r" b="b"/>
              <a:pathLst>
                <a:path w="5562600" h="346075">
                  <a:moveTo>
                    <a:pt x="5426964" y="345947"/>
                  </a:moveTo>
                  <a:lnTo>
                    <a:pt x="5426964" y="275844"/>
                  </a:lnTo>
                  <a:lnTo>
                    <a:pt x="135636" y="275844"/>
                  </a:lnTo>
                  <a:lnTo>
                    <a:pt x="135636" y="345947"/>
                  </a:lnTo>
                  <a:lnTo>
                    <a:pt x="0" y="173735"/>
                  </a:lnTo>
                  <a:lnTo>
                    <a:pt x="135636" y="0"/>
                  </a:lnTo>
                  <a:lnTo>
                    <a:pt x="135636" y="70103"/>
                  </a:lnTo>
                  <a:lnTo>
                    <a:pt x="5426964" y="70103"/>
                  </a:lnTo>
                  <a:lnTo>
                    <a:pt x="5426964" y="0"/>
                  </a:lnTo>
                  <a:lnTo>
                    <a:pt x="5562600" y="173735"/>
                  </a:lnTo>
                  <a:lnTo>
                    <a:pt x="5426964" y="345947"/>
                  </a:lnTo>
                  <a:close/>
                </a:path>
              </a:pathLst>
            </a:custGeom>
            <a:solidFill>
              <a:srgbClr val="99FF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1697075" y="1777288"/>
              <a:ext cx="5578475" cy="382270"/>
            </a:xfrm>
            <a:custGeom>
              <a:avLst/>
              <a:gdLst/>
              <a:ahLst/>
              <a:cxnLst/>
              <a:rect l="l" t="t" r="r" b="b"/>
              <a:pathLst>
                <a:path w="5578475" h="382269">
                  <a:moveTo>
                    <a:pt x="150114" y="381914"/>
                  </a:moveTo>
                  <a:lnTo>
                    <a:pt x="0" y="190957"/>
                  </a:lnTo>
                  <a:lnTo>
                    <a:pt x="150114" y="0"/>
                  </a:lnTo>
                  <a:lnTo>
                    <a:pt x="150114" y="18351"/>
                  </a:lnTo>
                  <a:lnTo>
                    <a:pt x="137414" y="18351"/>
                  </a:lnTo>
                  <a:lnTo>
                    <a:pt x="137402" y="36717"/>
                  </a:lnTo>
                  <a:lnTo>
                    <a:pt x="19238" y="187032"/>
                  </a:lnTo>
                  <a:lnTo>
                    <a:pt x="13068" y="187032"/>
                  </a:lnTo>
                  <a:lnTo>
                    <a:pt x="13068" y="194881"/>
                  </a:lnTo>
                  <a:lnTo>
                    <a:pt x="19238" y="194881"/>
                  </a:lnTo>
                  <a:lnTo>
                    <a:pt x="137402" y="345196"/>
                  </a:lnTo>
                  <a:lnTo>
                    <a:pt x="137414" y="363562"/>
                  </a:lnTo>
                  <a:lnTo>
                    <a:pt x="150114" y="363562"/>
                  </a:lnTo>
                  <a:lnTo>
                    <a:pt x="150114" y="381914"/>
                  </a:lnTo>
                  <a:close/>
                </a:path>
                <a:path w="5578475" h="382269">
                  <a:moveTo>
                    <a:pt x="5428361" y="88836"/>
                  </a:moveTo>
                  <a:lnTo>
                    <a:pt x="5428361" y="0"/>
                  </a:lnTo>
                  <a:lnTo>
                    <a:pt x="5442787" y="18351"/>
                  </a:lnTo>
                  <a:lnTo>
                    <a:pt x="5441061" y="18351"/>
                  </a:lnTo>
                  <a:lnTo>
                    <a:pt x="5429707" y="22275"/>
                  </a:lnTo>
                  <a:lnTo>
                    <a:pt x="5441049" y="36702"/>
                  </a:lnTo>
                  <a:lnTo>
                    <a:pt x="5441061" y="82486"/>
                  </a:lnTo>
                  <a:lnTo>
                    <a:pt x="5434711" y="82486"/>
                  </a:lnTo>
                  <a:lnTo>
                    <a:pt x="5428361" y="88836"/>
                  </a:lnTo>
                  <a:close/>
                </a:path>
                <a:path w="5578475" h="382269">
                  <a:moveTo>
                    <a:pt x="137414" y="36702"/>
                  </a:moveTo>
                  <a:lnTo>
                    <a:pt x="137414" y="18351"/>
                  </a:lnTo>
                  <a:lnTo>
                    <a:pt x="148755" y="22275"/>
                  </a:lnTo>
                  <a:lnTo>
                    <a:pt x="137414" y="36702"/>
                  </a:lnTo>
                  <a:close/>
                </a:path>
                <a:path w="5578475" h="382269">
                  <a:moveTo>
                    <a:pt x="5441061" y="95186"/>
                  </a:moveTo>
                  <a:lnTo>
                    <a:pt x="137414" y="95186"/>
                  </a:lnTo>
                  <a:lnTo>
                    <a:pt x="137414" y="36702"/>
                  </a:lnTo>
                  <a:lnTo>
                    <a:pt x="148755" y="22275"/>
                  </a:lnTo>
                  <a:lnTo>
                    <a:pt x="137414" y="18351"/>
                  </a:lnTo>
                  <a:lnTo>
                    <a:pt x="150114" y="18351"/>
                  </a:lnTo>
                  <a:lnTo>
                    <a:pt x="150114" y="82486"/>
                  </a:lnTo>
                  <a:lnTo>
                    <a:pt x="143764" y="82486"/>
                  </a:lnTo>
                  <a:lnTo>
                    <a:pt x="150114" y="88836"/>
                  </a:lnTo>
                  <a:lnTo>
                    <a:pt x="5441061" y="88836"/>
                  </a:lnTo>
                  <a:lnTo>
                    <a:pt x="5441061" y="95186"/>
                  </a:lnTo>
                  <a:close/>
                </a:path>
                <a:path w="5578475" h="382269">
                  <a:moveTo>
                    <a:pt x="5441061" y="36717"/>
                  </a:moveTo>
                  <a:lnTo>
                    <a:pt x="5429707" y="22275"/>
                  </a:lnTo>
                  <a:lnTo>
                    <a:pt x="5441061" y="18351"/>
                  </a:lnTo>
                  <a:lnTo>
                    <a:pt x="5441061" y="36717"/>
                  </a:lnTo>
                  <a:close/>
                </a:path>
                <a:path w="5578475" h="382269">
                  <a:moveTo>
                    <a:pt x="5562321" y="190957"/>
                  </a:moveTo>
                  <a:lnTo>
                    <a:pt x="5441061" y="36717"/>
                  </a:lnTo>
                  <a:lnTo>
                    <a:pt x="5441061" y="18351"/>
                  </a:lnTo>
                  <a:lnTo>
                    <a:pt x="5442787" y="18351"/>
                  </a:lnTo>
                  <a:lnTo>
                    <a:pt x="5575390" y="187032"/>
                  </a:lnTo>
                  <a:lnTo>
                    <a:pt x="5565406" y="187032"/>
                  </a:lnTo>
                  <a:lnTo>
                    <a:pt x="5562321" y="190957"/>
                  </a:lnTo>
                  <a:close/>
                </a:path>
                <a:path w="5578475" h="382269">
                  <a:moveTo>
                    <a:pt x="150114" y="88836"/>
                  </a:moveTo>
                  <a:lnTo>
                    <a:pt x="143764" y="82486"/>
                  </a:lnTo>
                  <a:lnTo>
                    <a:pt x="150114" y="82486"/>
                  </a:lnTo>
                  <a:lnTo>
                    <a:pt x="150114" y="88836"/>
                  </a:lnTo>
                  <a:close/>
                </a:path>
                <a:path w="5578475" h="382269">
                  <a:moveTo>
                    <a:pt x="5428361" y="88836"/>
                  </a:moveTo>
                  <a:lnTo>
                    <a:pt x="150114" y="88836"/>
                  </a:lnTo>
                  <a:lnTo>
                    <a:pt x="150114" y="82486"/>
                  </a:lnTo>
                  <a:lnTo>
                    <a:pt x="5428361" y="82486"/>
                  </a:lnTo>
                  <a:lnTo>
                    <a:pt x="5428361" y="88836"/>
                  </a:lnTo>
                  <a:close/>
                </a:path>
                <a:path w="5578475" h="382269">
                  <a:moveTo>
                    <a:pt x="5441061" y="88836"/>
                  </a:moveTo>
                  <a:lnTo>
                    <a:pt x="5428361" y="88836"/>
                  </a:lnTo>
                  <a:lnTo>
                    <a:pt x="5434711" y="82486"/>
                  </a:lnTo>
                  <a:lnTo>
                    <a:pt x="5441061" y="82486"/>
                  </a:lnTo>
                  <a:lnTo>
                    <a:pt x="5441061" y="88836"/>
                  </a:lnTo>
                  <a:close/>
                </a:path>
                <a:path w="5578475" h="382269">
                  <a:moveTo>
                    <a:pt x="13068" y="194881"/>
                  </a:moveTo>
                  <a:lnTo>
                    <a:pt x="13068" y="187032"/>
                  </a:lnTo>
                  <a:lnTo>
                    <a:pt x="16153" y="190957"/>
                  </a:lnTo>
                  <a:lnTo>
                    <a:pt x="13068" y="194881"/>
                  </a:lnTo>
                  <a:close/>
                </a:path>
                <a:path w="5578475" h="382269">
                  <a:moveTo>
                    <a:pt x="16153" y="190957"/>
                  </a:moveTo>
                  <a:lnTo>
                    <a:pt x="13068" y="187032"/>
                  </a:lnTo>
                  <a:lnTo>
                    <a:pt x="19238" y="187032"/>
                  </a:lnTo>
                  <a:lnTo>
                    <a:pt x="16153" y="190957"/>
                  </a:lnTo>
                  <a:close/>
                </a:path>
                <a:path w="5578475" h="382269">
                  <a:moveTo>
                    <a:pt x="5565406" y="194881"/>
                  </a:moveTo>
                  <a:lnTo>
                    <a:pt x="5562321" y="190957"/>
                  </a:lnTo>
                  <a:lnTo>
                    <a:pt x="5565406" y="187032"/>
                  </a:lnTo>
                  <a:lnTo>
                    <a:pt x="5565406" y="194881"/>
                  </a:lnTo>
                  <a:close/>
                </a:path>
                <a:path w="5578475" h="382269">
                  <a:moveTo>
                    <a:pt x="5575390" y="194881"/>
                  </a:moveTo>
                  <a:lnTo>
                    <a:pt x="5565406" y="194881"/>
                  </a:lnTo>
                  <a:lnTo>
                    <a:pt x="5565406" y="187032"/>
                  </a:lnTo>
                  <a:lnTo>
                    <a:pt x="5575390" y="187032"/>
                  </a:lnTo>
                  <a:lnTo>
                    <a:pt x="5578475" y="190957"/>
                  </a:lnTo>
                  <a:lnTo>
                    <a:pt x="5575390" y="194881"/>
                  </a:lnTo>
                  <a:close/>
                </a:path>
                <a:path w="5578475" h="382269">
                  <a:moveTo>
                    <a:pt x="19238" y="194881"/>
                  </a:moveTo>
                  <a:lnTo>
                    <a:pt x="13068" y="194881"/>
                  </a:lnTo>
                  <a:lnTo>
                    <a:pt x="16153" y="190957"/>
                  </a:lnTo>
                  <a:lnTo>
                    <a:pt x="19238" y="194881"/>
                  </a:lnTo>
                  <a:close/>
                </a:path>
                <a:path w="5578475" h="382269">
                  <a:moveTo>
                    <a:pt x="5442787" y="363562"/>
                  </a:moveTo>
                  <a:lnTo>
                    <a:pt x="5441061" y="363562"/>
                  </a:lnTo>
                  <a:lnTo>
                    <a:pt x="5441061" y="345196"/>
                  </a:lnTo>
                  <a:lnTo>
                    <a:pt x="5562321" y="190957"/>
                  </a:lnTo>
                  <a:lnTo>
                    <a:pt x="5565406" y="194881"/>
                  </a:lnTo>
                  <a:lnTo>
                    <a:pt x="5575390" y="194881"/>
                  </a:lnTo>
                  <a:lnTo>
                    <a:pt x="5442787" y="363562"/>
                  </a:lnTo>
                  <a:close/>
                </a:path>
                <a:path w="5578475" h="382269">
                  <a:moveTo>
                    <a:pt x="150114" y="363562"/>
                  </a:moveTo>
                  <a:lnTo>
                    <a:pt x="137414" y="363562"/>
                  </a:lnTo>
                  <a:lnTo>
                    <a:pt x="148755" y="359638"/>
                  </a:lnTo>
                  <a:lnTo>
                    <a:pt x="137414" y="345211"/>
                  </a:lnTo>
                  <a:lnTo>
                    <a:pt x="137414" y="286740"/>
                  </a:lnTo>
                  <a:lnTo>
                    <a:pt x="5441061" y="286740"/>
                  </a:lnTo>
                  <a:lnTo>
                    <a:pt x="5441061" y="293090"/>
                  </a:lnTo>
                  <a:lnTo>
                    <a:pt x="150114" y="293090"/>
                  </a:lnTo>
                  <a:lnTo>
                    <a:pt x="143764" y="299440"/>
                  </a:lnTo>
                  <a:lnTo>
                    <a:pt x="150114" y="299440"/>
                  </a:lnTo>
                  <a:lnTo>
                    <a:pt x="150114" y="363562"/>
                  </a:lnTo>
                  <a:close/>
                </a:path>
                <a:path w="5578475" h="382269">
                  <a:moveTo>
                    <a:pt x="150114" y="299440"/>
                  </a:moveTo>
                  <a:lnTo>
                    <a:pt x="143764" y="299440"/>
                  </a:lnTo>
                  <a:lnTo>
                    <a:pt x="150114" y="293090"/>
                  </a:lnTo>
                  <a:lnTo>
                    <a:pt x="150114" y="299440"/>
                  </a:lnTo>
                  <a:close/>
                </a:path>
                <a:path w="5578475" h="382269">
                  <a:moveTo>
                    <a:pt x="5428361" y="299440"/>
                  </a:moveTo>
                  <a:lnTo>
                    <a:pt x="150114" y="299440"/>
                  </a:lnTo>
                  <a:lnTo>
                    <a:pt x="150114" y="293090"/>
                  </a:lnTo>
                  <a:lnTo>
                    <a:pt x="5428361" y="293090"/>
                  </a:lnTo>
                  <a:lnTo>
                    <a:pt x="5428361" y="299440"/>
                  </a:lnTo>
                  <a:close/>
                </a:path>
                <a:path w="5578475" h="382269">
                  <a:moveTo>
                    <a:pt x="5428361" y="381914"/>
                  </a:moveTo>
                  <a:lnTo>
                    <a:pt x="5428361" y="293090"/>
                  </a:lnTo>
                  <a:lnTo>
                    <a:pt x="5434711" y="299440"/>
                  </a:lnTo>
                  <a:lnTo>
                    <a:pt x="5441061" y="299440"/>
                  </a:lnTo>
                  <a:lnTo>
                    <a:pt x="5441049" y="345211"/>
                  </a:lnTo>
                  <a:lnTo>
                    <a:pt x="5429707" y="359638"/>
                  </a:lnTo>
                  <a:lnTo>
                    <a:pt x="5441061" y="363562"/>
                  </a:lnTo>
                  <a:lnTo>
                    <a:pt x="5442787" y="363562"/>
                  </a:lnTo>
                  <a:lnTo>
                    <a:pt x="5428361" y="381914"/>
                  </a:lnTo>
                  <a:close/>
                </a:path>
                <a:path w="5578475" h="382269">
                  <a:moveTo>
                    <a:pt x="5441061" y="299440"/>
                  </a:moveTo>
                  <a:lnTo>
                    <a:pt x="5434711" y="299440"/>
                  </a:lnTo>
                  <a:lnTo>
                    <a:pt x="5428361" y="293090"/>
                  </a:lnTo>
                  <a:lnTo>
                    <a:pt x="5441061" y="293090"/>
                  </a:lnTo>
                  <a:lnTo>
                    <a:pt x="5441061" y="299440"/>
                  </a:lnTo>
                  <a:close/>
                </a:path>
                <a:path w="5578475" h="382269">
                  <a:moveTo>
                    <a:pt x="5441061" y="363562"/>
                  </a:moveTo>
                  <a:lnTo>
                    <a:pt x="5429707" y="359638"/>
                  </a:lnTo>
                  <a:lnTo>
                    <a:pt x="5441061" y="345196"/>
                  </a:lnTo>
                  <a:lnTo>
                    <a:pt x="5441061" y="363562"/>
                  </a:lnTo>
                  <a:close/>
                </a:path>
                <a:path w="5578475" h="382269">
                  <a:moveTo>
                    <a:pt x="137414" y="363562"/>
                  </a:moveTo>
                  <a:lnTo>
                    <a:pt x="137414" y="345211"/>
                  </a:lnTo>
                  <a:lnTo>
                    <a:pt x="148755" y="359638"/>
                  </a:lnTo>
                  <a:lnTo>
                    <a:pt x="137414" y="3635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9" name="object 89"/>
          <p:cNvSpPr txBox="1"/>
          <p:nvPr/>
        </p:nvSpPr>
        <p:spPr>
          <a:xfrm>
            <a:off x="3042094" y="1822945"/>
            <a:ext cx="288607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10" b="0">
                <a:solidFill>
                  <a:srgbClr val="000099"/>
                </a:solidFill>
                <a:latin typeface="WenQuanYi Zen Hei Mono"/>
                <a:cs typeface="WenQuanYi Zen Hei Mono"/>
              </a:rPr>
              <a:t>传输层对等实体间的</a:t>
            </a:r>
            <a:r>
              <a:rPr dirty="0" sz="1600" spc="10" b="0">
                <a:solidFill>
                  <a:srgbClr val="FF0000"/>
                </a:solidFill>
                <a:latin typeface="WenQuanYi Zen Hei Mono"/>
                <a:cs typeface="WenQuanYi Zen Hei Mono"/>
              </a:rPr>
              <a:t>端到端通</a:t>
            </a:r>
            <a:r>
              <a:rPr dirty="0" sz="1600" spc="-5" b="0">
                <a:solidFill>
                  <a:srgbClr val="FF0000"/>
                </a:solidFill>
                <a:latin typeface="WenQuanYi Zen Hei Mono"/>
                <a:cs typeface="WenQuanYi Zen Hei Mono"/>
              </a:rPr>
              <a:t>信</a:t>
            </a:r>
            <a:endParaRPr sz="1600">
              <a:latin typeface="WenQuanYi Zen Hei Mono"/>
              <a:cs typeface="WenQuanYi Zen Hei Mono"/>
            </a:endParaRPr>
          </a:p>
        </p:txBody>
      </p:sp>
      <p:grpSp>
        <p:nvGrpSpPr>
          <p:cNvPr id="90" name="object 90"/>
          <p:cNvGrpSpPr/>
          <p:nvPr/>
        </p:nvGrpSpPr>
        <p:grpSpPr>
          <a:xfrm>
            <a:off x="1686356" y="2253754"/>
            <a:ext cx="1243965" cy="337185"/>
            <a:chOff x="1686356" y="2253754"/>
            <a:chExt cx="1243965" cy="337185"/>
          </a:xfrm>
        </p:grpSpPr>
        <p:sp>
          <p:nvSpPr>
            <p:cNvPr id="91" name="object 91"/>
            <p:cNvSpPr/>
            <p:nvPr/>
          </p:nvSpPr>
          <p:spPr>
            <a:xfrm>
              <a:off x="1694688" y="2272283"/>
              <a:ext cx="1226820" cy="300355"/>
            </a:xfrm>
            <a:custGeom>
              <a:avLst/>
              <a:gdLst/>
              <a:ahLst/>
              <a:cxnLst/>
              <a:rect l="l" t="t" r="r" b="b"/>
              <a:pathLst>
                <a:path w="1226820" h="300355">
                  <a:moveTo>
                    <a:pt x="1109472" y="300228"/>
                  </a:moveTo>
                  <a:lnTo>
                    <a:pt x="1109472" y="239268"/>
                  </a:lnTo>
                  <a:lnTo>
                    <a:pt x="117348" y="239268"/>
                  </a:lnTo>
                  <a:lnTo>
                    <a:pt x="117348" y="300228"/>
                  </a:lnTo>
                  <a:lnTo>
                    <a:pt x="0" y="149352"/>
                  </a:lnTo>
                  <a:lnTo>
                    <a:pt x="117348" y="0"/>
                  </a:lnTo>
                  <a:lnTo>
                    <a:pt x="117348" y="60960"/>
                  </a:lnTo>
                  <a:lnTo>
                    <a:pt x="1109472" y="60960"/>
                  </a:lnTo>
                  <a:lnTo>
                    <a:pt x="1109472" y="0"/>
                  </a:lnTo>
                  <a:lnTo>
                    <a:pt x="1226820" y="149352"/>
                  </a:lnTo>
                  <a:lnTo>
                    <a:pt x="1109472" y="300228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1686356" y="2253754"/>
              <a:ext cx="1243965" cy="337185"/>
            </a:xfrm>
            <a:custGeom>
              <a:avLst/>
              <a:gdLst/>
              <a:ahLst/>
              <a:cxnLst/>
              <a:rect l="l" t="t" r="r" b="b"/>
              <a:pathLst>
                <a:path w="1243964" h="337185">
                  <a:moveTo>
                    <a:pt x="132448" y="336943"/>
                  </a:moveTo>
                  <a:lnTo>
                    <a:pt x="0" y="168478"/>
                  </a:lnTo>
                  <a:lnTo>
                    <a:pt x="132448" y="0"/>
                  </a:lnTo>
                  <a:lnTo>
                    <a:pt x="132448" y="18351"/>
                  </a:lnTo>
                  <a:lnTo>
                    <a:pt x="119748" y="18351"/>
                  </a:lnTo>
                  <a:lnTo>
                    <a:pt x="119746" y="36703"/>
                  </a:lnTo>
                  <a:lnTo>
                    <a:pt x="19238" y="164553"/>
                  </a:lnTo>
                  <a:lnTo>
                    <a:pt x="13068" y="164553"/>
                  </a:lnTo>
                  <a:lnTo>
                    <a:pt x="13068" y="172402"/>
                  </a:lnTo>
                  <a:lnTo>
                    <a:pt x="19238" y="172402"/>
                  </a:lnTo>
                  <a:lnTo>
                    <a:pt x="119746" y="300241"/>
                  </a:lnTo>
                  <a:lnTo>
                    <a:pt x="119748" y="318592"/>
                  </a:lnTo>
                  <a:lnTo>
                    <a:pt x="132448" y="318592"/>
                  </a:lnTo>
                  <a:lnTo>
                    <a:pt x="132448" y="336943"/>
                  </a:lnTo>
                  <a:close/>
                </a:path>
                <a:path w="1243964" h="337185">
                  <a:moveTo>
                    <a:pt x="1111287" y="79654"/>
                  </a:moveTo>
                  <a:lnTo>
                    <a:pt x="1111287" y="0"/>
                  </a:lnTo>
                  <a:lnTo>
                    <a:pt x="1125713" y="18351"/>
                  </a:lnTo>
                  <a:lnTo>
                    <a:pt x="1123987" y="18351"/>
                  </a:lnTo>
                  <a:lnTo>
                    <a:pt x="1112646" y="22275"/>
                  </a:lnTo>
                  <a:lnTo>
                    <a:pt x="1123986" y="36702"/>
                  </a:lnTo>
                  <a:lnTo>
                    <a:pt x="1123987" y="73304"/>
                  </a:lnTo>
                  <a:lnTo>
                    <a:pt x="1117637" y="73304"/>
                  </a:lnTo>
                  <a:lnTo>
                    <a:pt x="1111287" y="79654"/>
                  </a:lnTo>
                  <a:close/>
                </a:path>
                <a:path w="1243964" h="337185">
                  <a:moveTo>
                    <a:pt x="119748" y="36702"/>
                  </a:moveTo>
                  <a:lnTo>
                    <a:pt x="119748" y="18351"/>
                  </a:lnTo>
                  <a:lnTo>
                    <a:pt x="131089" y="22275"/>
                  </a:lnTo>
                  <a:lnTo>
                    <a:pt x="119748" y="36702"/>
                  </a:lnTo>
                  <a:close/>
                </a:path>
                <a:path w="1243964" h="337185">
                  <a:moveTo>
                    <a:pt x="1123987" y="86004"/>
                  </a:moveTo>
                  <a:lnTo>
                    <a:pt x="119748" y="86004"/>
                  </a:lnTo>
                  <a:lnTo>
                    <a:pt x="119748" y="36702"/>
                  </a:lnTo>
                  <a:lnTo>
                    <a:pt x="131089" y="22275"/>
                  </a:lnTo>
                  <a:lnTo>
                    <a:pt x="119748" y="18351"/>
                  </a:lnTo>
                  <a:lnTo>
                    <a:pt x="132448" y="18351"/>
                  </a:lnTo>
                  <a:lnTo>
                    <a:pt x="132448" y="73304"/>
                  </a:lnTo>
                  <a:lnTo>
                    <a:pt x="126098" y="73304"/>
                  </a:lnTo>
                  <a:lnTo>
                    <a:pt x="132448" y="79654"/>
                  </a:lnTo>
                  <a:lnTo>
                    <a:pt x="1123987" y="79654"/>
                  </a:lnTo>
                  <a:lnTo>
                    <a:pt x="1123987" y="86004"/>
                  </a:lnTo>
                  <a:close/>
                </a:path>
                <a:path w="1243964" h="337185">
                  <a:moveTo>
                    <a:pt x="1123987" y="36703"/>
                  </a:moveTo>
                  <a:lnTo>
                    <a:pt x="1112646" y="22275"/>
                  </a:lnTo>
                  <a:lnTo>
                    <a:pt x="1123987" y="18351"/>
                  </a:lnTo>
                  <a:lnTo>
                    <a:pt x="1123987" y="36703"/>
                  </a:lnTo>
                  <a:close/>
                </a:path>
                <a:path w="1243964" h="337185">
                  <a:moveTo>
                    <a:pt x="1227570" y="168478"/>
                  </a:moveTo>
                  <a:lnTo>
                    <a:pt x="1123987" y="36703"/>
                  </a:lnTo>
                  <a:lnTo>
                    <a:pt x="1123987" y="18351"/>
                  </a:lnTo>
                  <a:lnTo>
                    <a:pt x="1125713" y="18351"/>
                  </a:lnTo>
                  <a:lnTo>
                    <a:pt x="1240638" y="164553"/>
                  </a:lnTo>
                  <a:lnTo>
                    <a:pt x="1230655" y="164553"/>
                  </a:lnTo>
                  <a:lnTo>
                    <a:pt x="1227570" y="168478"/>
                  </a:lnTo>
                  <a:close/>
                </a:path>
                <a:path w="1243964" h="337185">
                  <a:moveTo>
                    <a:pt x="132448" y="79654"/>
                  </a:moveTo>
                  <a:lnTo>
                    <a:pt x="126098" y="73304"/>
                  </a:lnTo>
                  <a:lnTo>
                    <a:pt x="132448" y="73304"/>
                  </a:lnTo>
                  <a:lnTo>
                    <a:pt x="132448" y="79654"/>
                  </a:lnTo>
                  <a:close/>
                </a:path>
                <a:path w="1243964" h="337185">
                  <a:moveTo>
                    <a:pt x="1111287" y="79654"/>
                  </a:moveTo>
                  <a:lnTo>
                    <a:pt x="132448" y="79654"/>
                  </a:lnTo>
                  <a:lnTo>
                    <a:pt x="132448" y="73304"/>
                  </a:lnTo>
                  <a:lnTo>
                    <a:pt x="1111287" y="73304"/>
                  </a:lnTo>
                  <a:lnTo>
                    <a:pt x="1111287" y="79654"/>
                  </a:lnTo>
                  <a:close/>
                </a:path>
                <a:path w="1243964" h="337185">
                  <a:moveTo>
                    <a:pt x="1123987" y="79654"/>
                  </a:moveTo>
                  <a:lnTo>
                    <a:pt x="1111287" y="79654"/>
                  </a:lnTo>
                  <a:lnTo>
                    <a:pt x="1117637" y="73304"/>
                  </a:lnTo>
                  <a:lnTo>
                    <a:pt x="1123987" y="73304"/>
                  </a:lnTo>
                  <a:lnTo>
                    <a:pt x="1123987" y="79654"/>
                  </a:lnTo>
                  <a:close/>
                </a:path>
                <a:path w="1243964" h="337185">
                  <a:moveTo>
                    <a:pt x="13068" y="172402"/>
                  </a:moveTo>
                  <a:lnTo>
                    <a:pt x="13068" y="164553"/>
                  </a:lnTo>
                  <a:lnTo>
                    <a:pt x="16153" y="168478"/>
                  </a:lnTo>
                  <a:lnTo>
                    <a:pt x="13068" y="172402"/>
                  </a:lnTo>
                  <a:close/>
                </a:path>
                <a:path w="1243964" h="337185">
                  <a:moveTo>
                    <a:pt x="16153" y="168478"/>
                  </a:moveTo>
                  <a:lnTo>
                    <a:pt x="13068" y="164553"/>
                  </a:lnTo>
                  <a:lnTo>
                    <a:pt x="19238" y="164553"/>
                  </a:lnTo>
                  <a:lnTo>
                    <a:pt x="16153" y="168478"/>
                  </a:lnTo>
                  <a:close/>
                </a:path>
                <a:path w="1243964" h="337185">
                  <a:moveTo>
                    <a:pt x="1230655" y="172402"/>
                  </a:moveTo>
                  <a:lnTo>
                    <a:pt x="1227570" y="168478"/>
                  </a:lnTo>
                  <a:lnTo>
                    <a:pt x="1230655" y="164553"/>
                  </a:lnTo>
                  <a:lnTo>
                    <a:pt x="1230655" y="172402"/>
                  </a:lnTo>
                  <a:close/>
                </a:path>
                <a:path w="1243964" h="337185">
                  <a:moveTo>
                    <a:pt x="1240638" y="172402"/>
                  </a:moveTo>
                  <a:lnTo>
                    <a:pt x="1230655" y="172402"/>
                  </a:lnTo>
                  <a:lnTo>
                    <a:pt x="1230655" y="164553"/>
                  </a:lnTo>
                  <a:lnTo>
                    <a:pt x="1240638" y="164553"/>
                  </a:lnTo>
                  <a:lnTo>
                    <a:pt x="1243723" y="168478"/>
                  </a:lnTo>
                  <a:lnTo>
                    <a:pt x="1240638" y="172402"/>
                  </a:lnTo>
                  <a:close/>
                </a:path>
                <a:path w="1243964" h="337185">
                  <a:moveTo>
                    <a:pt x="19238" y="172402"/>
                  </a:moveTo>
                  <a:lnTo>
                    <a:pt x="13068" y="172402"/>
                  </a:lnTo>
                  <a:lnTo>
                    <a:pt x="16153" y="168478"/>
                  </a:lnTo>
                  <a:lnTo>
                    <a:pt x="19238" y="172402"/>
                  </a:lnTo>
                  <a:close/>
                </a:path>
                <a:path w="1243964" h="337185">
                  <a:moveTo>
                    <a:pt x="1125714" y="318592"/>
                  </a:moveTo>
                  <a:lnTo>
                    <a:pt x="1123987" y="318592"/>
                  </a:lnTo>
                  <a:lnTo>
                    <a:pt x="1123987" y="300241"/>
                  </a:lnTo>
                  <a:lnTo>
                    <a:pt x="1227570" y="168478"/>
                  </a:lnTo>
                  <a:lnTo>
                    <a:pt x="1230655" y="172402"/>
                  </a:lnTo>
                  <a:lnTo>
                    <a:pt x="1240638" y="172402"/>
                  </a:lnTo>
                  <a:lnTo>
                    <a:pt x="1125714" y="318592"/>
                  </a:lnTo>
                  <a:close/>
                </a:path>
                <a:path w="1243964" h="337185">
                  <a:moveTo>
                    <a:pt x="132448" y="318592"/>
                  </a:moveTo>
                  <a:lnTo>
                    <a:pt x="119748" y="318592"/>
                  </a:lnTo>
                  <a:lnTo>
                    <a:pt x="131089" y="314667"/>
                  </a:lnTo>
                  <a:lnTo>
                    <a:pt x="119748" y="300242"/>
                  </a:lnTo>
                  <a:lnTo>
                    <a:pt x="119748" y="250939"/>
                  </a:lnTo>
                  <a:lnTo>
                    <a:pt x="1123987" y="250939"/>
                  </a:lnTo>
                  <a:lnTo>
                    <a:pt x="1123987" y="257289"/>
                  </a:lnTo>
                  <a:lnTo>
                    <a:pt x="132448" y="257289"/>
                  </a:lnTo>
                  <a:lnTo>
                    <a:pt x="126098" y="263639"/>
                  </a:lnTo>
                  <a:lnTo>
                    <a:pt x="132448" y="263639"/>
                  </a:lnTo>
                  <a:lnTo>
                    <a:pt x="132448" y="318592"/>
                  </a:lnTo>
                  <a:close/>
                </a:path>
                <a:path w="1243964" h="337185">
                  <a:moveTo>
                    <a:pt x="132448" y="263639"/>
                  </a:moveTo>
                  <a:lnTo>
                    <a:pt x="126098" y="263639"/>
                  </a:lnTo>
                  <a:lnTo>
                    <a:pt x="132448" y="257289"/>
                  </a:lnTo>
                  <a:lnTo>
                    <a:pt x="132448" y="263639"/>
                  </a:lnTo>
                  <a:close/>
                </a:path>
                <a:path w="1243964" h="337185">
                  <a:moveTo>
                    <a:pt x="1111287" y="263639"/>
                  </a:moveTo>
                  <a:lnTo>
                    <a:pt x="132448" y="263639"/>
                  </a:lnTo>
                  <a:lnTo>
                    <a:pt x="132448" y="257289"/>
                  </a:lnTo>
                  <a:lnTo>
                    <a:pt x="1111287" y="257289"/>
                  </a:lnTo>
                  <a:lnTo>
                    <a:pt x="1111287" y="263639"/>
                  </a:lnTo>
                  <a:close/>
                </a:path>
                <a:path w="1243964" h="337185">
                  <a:moveTo>
                    <a:pt x="1111287" y="336943"/>
                  </a:moveTo>
                  <a:lnTo>
                    <a:pt x="1111287" y="257289"/>
                  </a:lnTo>
                  <a:lnTo>
                    <a:pt x="1117637" y="263639"/>
                  </a:lnTo>
                  <a:lnTo>
                    <a:pt x="1123987" y="263639"/>
                  </a:lnTo>
                  <a:lnTo>
                    <a:pt x="1123986" y="300242"/>
                  </a:lnTo>
                  <a:lnTo>
                    <a:pt x="1112646" y="314667"/>
                  </a:lnTo>
                  <a:lnTo>
                    <a:pt x="1123987" y="318592"/>
                  </a:lnTo>
                  <a:lnTo>
                    <a:pt x="1125714" y="318592"/>
                  </a:lnTo>
                  <a:lnTo>
                    <a:pt x="1111287" y="336943"/>
                  </a:lnTo>
                  <a:close/>
                </a:path>
                <a:path w="1243964" h="337185">
                  <a:moveTo>
                    <a:pt x="1123987" y="263639"/>
                  </a:moveTo>
                  <a:lnTo>
                    <a:pt x="1117637" y="263639"/>
                  </a:lnTo>
                  <a:lnTo>
                    <a:pt x="1111287" y="257289"/>
                  </a:lnTo>
                  <a:lnTo>
                    <a:pt x="1123987" y="257289"/>
                  </a:lnTo>
                  <a:lnTo>
                    <a:pt x="1123987" y="263639"/>
                  </a:lnTo>
                  <a:close/>
                </a:path>
                <a:path w="1243964" h="337185">
                  <a:moveTo>
                    <a:pt x="1123987" y="318592"/>
                  </a:moveTo>
                  <a:lnTo>
                    <a:pt x="1112646" y="314667"/>
                  </a:lnTo>
                  <a:lnTo>
                    <a:pt x="1123987" y="300241"/>
                  </a:lnTo>
                  <a:lnTo>
                    <a:pt x="1123987" y="318592"/>
                  </a:lnTo>
                  <a:close/>
                </a:path>
                <a:path w="1243964" h="337185">
                  <a:moveTo>
                    <a:pt x="119748" y="318592"/>
                  </a:moveTo>
                  <a:lnTo>
                    <a:pt x="119748" y="300242"/>
                  </a:lnTo>
                  <a:lnTo>
                    <a:pt x="131089" y="314667"/>
                  </a:lnTo>
                  <a:lnTo>
                    <a:pt x="119748" y="3185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3" name="object 93"/>
          <p:cNvSpPr txBox="1"/>
          <p:nvPr/>
        </p:nvSpPr>
        <p:spPr>
          <a:xfrm>
            <a:off x="1944598" y="2276259"/>
            <a:ext cx="63690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10" b="0">
                <a:solidFill>
                  <a:srgbClr val="000099"/>
                </a:solidFill>
                <a:latin typeface="WenQuanYi Zen Hei Mono"/>
                <a:cs typeface="WenQuanYi Zen Hei Mono"/>
              </a:rPr>
              <a:t>点到</a:t>
            </a:r>
            <a:r>
              <a:rPr dirty="0" sz="1600" spc="-5" b="0">
                <a:solidFill>
                  <a:srgbClr val="000099"/>
                </a:solidFill>
                <a:latin typeface="WenQuanYi Zen Hei Mono"/>
                <a:cs typeface="WenQuanYi Zen Hei Mono"/>
              </a:rPr>
              <a:t>点</a:t>
            </a:r>
            <a:endParaRPr sz="1600">
              <a:latin typeface="WenQuanYi Zen Hei Mono"/>
              <a:cs typeface="WenQuanYi Zen Hei Mono"/>
            </a:endParaRPr>
          </a:p>
        </p:txBody>
      </p:sp>
      <p:grpSp>
        <p:nvGrpSpPr>
          <p:cNvPr id="94" name="object 94"/>
          <p:cNvGrpSpPr/>
          <p:nvPr/>
        </p:nvGrpSpPr>
        <p:grpSpPr>
          <a:xfrm>
            <a:off x="3932199" y="2252979"/>
            <a:ext cx="1113790" cy="337185"/>
            <a:chOff x="3932199" y="2252979"/>
            <a:chExt cx="1113790" cy="337185"/>
          </a:xfrm>
        </p:grpSpPr>
        <p:sp>
          <p:nvSpPr>
            <p:cNvPr id="95" name="object 95"/>
            <p:cNvSpPr/>
            <p:nvPr/>
          </p:nvSpPr>
          <p:spPr>
            <a:xfrm>
              <a:off x="3939540" y="2270759"/>
              <a:ext cx="1097280" cy="300355"/>
            </a:xfrm>
            <a:custGeom>
              <a:avLst/>
              <a:gdLst/>
              <a:ahLst/>
              <a:cxnLst/>
              <a:rect l="l" t="t" r="r" b="b"/>
              <a:pathLst>
                <a:path w="1097279" h="300355">
                  <a:moveTo>
                    <a:pt x="979932" y="300227"/>
                  </a:moveTo>
                  <a:lnTo>
                    <a:pt x="979932" y="239267"/>
                  </a:lnTo>
                  <a:lnTo>
                    <a:pt x="118872" y="239267"/>
                  </a:lnTo>
                  <a:lnTo>
                    <a:pt x="118872" y="300227"/>
                  </a:lnTo>
                  <a:lnTo>
                    <a:pt x="0" y="150875"/>
                  </a:lnTo>
                  <a:lnTo>
                    <a:pt x="118872" y="0"/>
                  </a:lnTo>
                  <a:lnTo>
                    <a:pt x="118872" y="62483"/>
                  </a:lnTo>
                  <a:lnTo>
                    <a:pt x="979932" y="62483"/>
                  </a:lnTo>
                  <a:lnTo>
                    <a:pt x="979932" y="0"/>
                  </a:lnTo>
                  <a:lnTo>
                    <a:pt x="1097280" y="150875"/>
                  </a:lnTo>
                  <a:lnTo>
                    <a:pt x="979932" y="300227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3932199" y="2252979"/>
              <a:ext cx="1113790" cy="337185"/>
            </a:xfrm>
            <a:custGeom>
              <a:avLst/>
              <a:gdLst/>
              <a:ahLst/>
              <a:cxnLst/>
              <a:rect l="l" t="t" r="r" b="b"/>
              <a:pathLst>
                <a:path w="1113789" h="337185">
                  <a:moveTo>
                    <a:pt x="132448" y="336956"/>
                  </a:moveTo>
                  <a:lnTo>
                    <a:pt x="0" y="168478"/>
                  </a:lnTo>
                  <a:lnTo>
                    <a:pt x="132448" y="0"/>
                  </a:lnTo>
                  <a:lnTo>
                    <a:pt x="132448" y="18364"/>
                  </a:lnTo>
                  <a:lnTo>
                    <a:pt x="119748" y="18364"/>
                  </a:lnTo>
                  <a:lnTo>
                    <a:pt x="119748" y="36713"/>
                  </a:lnTo>
                  <a:lnTo>
                    <a:pt x="19238" y="164553"/>
                  </a:lnTo>
                  <a:lnTo>
                    <a:pt x="13068" y="164553"/>
                  </a:lnTo>
                  <a:lnTo>
                    <a:pt x="13068" y="172402"/>
                  </a:lnTo>
                  <a:lnTo>
                    <a:pt x="19238" y="172402"/>
                  </a:lnTo>
                  <a:lnTo>
                    <a:pt x="119748" y="300242"/>
                  </a:lnTo>
                  <a:lnTo>
                    <a:pt x="119748" y="318592"/>
                  </a:lnTo>
                  <a:lnTo>
                    <a:pt x="132448" y="318592"/>
                  </a:lnTo>
                  <a:lnTo>
                    <a:pt x="132448" y="336956"/>
                  </a:lnTo>
                  <a:close/>
                </a:path>
                <a:path w="1113789" h="337185">
                  <a:moveTo>
                    <a:pt x="980770" y="79654"/>
                  </a:moveTo>
                  <a:lnTo>
                    <a:pt x="980770" y="0"/>
                  </a:lnTo>
                  <a:lnTo>
                    <a:pt x="995207" y="18364"/>
                  </a:lnTo>
                  <a:lnTo>
                    <a:pt x="993470" y="18364"/>
                  </a:lnTo>
                  <a:lnTo>
                    <a:pt x="982129" y="22288"/>
                  </a:lnTo>
                  <a:lnTo>
                    <a:pt x="993470" y="36713"/>
                  </a:lnTo>
                  <a:lnTo>
                    <a:pt x="993470" y="73304"/>
                  </a:lnTo>
                  <a:lnTo>
                    <a:pt x="987120" y="73304"/>
                  </a:lnTo>
                  <a:lnTo>
                    <a:pt x="980770" y="79654"/>
                  </a:lnTo>
                  <a:close/>
                </a:path>
                <a:path w="1113789" h="337185">
                  <a:moveTo>
                    <a:pt x="119748" y="36713"/>
                  </a:moveTo>
                  <a:lnTo>
                    <a:pt x="119748" y="18364"/>
                  </a:lnTo>
                  <a:lnTo>
                    <a:pt x="131089" y="22288"/>
                  </a:lnTo>
                  <a:lnTo>
                    <a:pt x="119748" y="36713"/>
                  </a:lnTo>
                  <a:close/>
                </a:path>
                <a:path w="1113789" h="337185">
                  <a:moveTo>
                    <a:pt x="993470" y="86004"/>
                  </a:moveTo>
                  <a:lnTo>
                    <a:pt x="119748" y="86004"/>
                  </a:lnTo>
                  <a:lnTo>
                    <a:pt x="119748" y="36713"/>
                  </a:lnTo>
                  <a:lnTo>
                    <a:pt x="131089" y="22288"/>
                  </a:lnTo>
                  <a:lnTo>
                    <a:pt x="119748" y="18364"/>
                  </a:lnTo>
                  <a:lnTo>
                    <a:pt x="132448" y="18364"/>
                  </a:lnTo>
                  <a:lnTo>
                    <a:pt x="132448" y="73304"/>
                  </a:lnTo>
                  <a:lnTo>
                    <a:pt x="126098" y="73304"/>
                  </a:lnTo>
                  <a:lnTo>
                    <a:pt x="132448" y="79654"/>
                  </a:lnTo>
                  <a:lnTo>
                    <a:pt x="993470" y="79654"/>
                  </a:lnTo>
                  <a:lnTo>
                    <a:pt x="993470" y="86004"/>
                  </a:lnTo>
                  <a:close/>
                </a:path>
                <a:path w="1113789" h="337185">
                  <a:moveTo>
                    <a:pt x="993470" y="36713"/>
                  </a:moveTo>
                  <a:lnTo>
                    <a:pt x="982129" y="22288"/>
                  </a:lnTo>
                  <a:lnTo>
                    <a:pt x="993470" y="18364"/>
                  </a:lnTo>
                  <a:lnTo>
                    <a:pt x="993470" y="36713"/>
                  </a:lnTo>
                  <a:close/>
                </a:path>
                <a:path w="1113789" h="337185">
                  <a:moveTo>
                    <a:pt x="1097064" y="168478"/>
                  </a:moveTo>
                  <a:lnTo>
                    <a:pt x="993470" y="36713"/>
                  </a:lnTo>
                  <a:lnTo>
                    <a:pt x="993470" y="18364"/>
                  </a:lnTo>
                  <a:lnTo>
                    <a:pt x="995207" y="18364"/>
                  </a:lnTo>
                  <a:lnTo>
                    <a:pt x="1110133" y="164553"/>
                  </a:lnTo>
                  <a:lnTo>
                    <a:pt x="1100150" y="164553"/>
                  </a:lnTo>
                  <a:lnTo>
                    <a:pt x="1097064" y="168478"/>
                  </a:lnTo>
                  <a:close/>
                </a:path>
                <a:path w="1113789" h="337185">
                  <a:moveTo>
                    <a:pt x="132448" y="79654"/>
                  </a:moveTo>
                  <a:lnTo>
                    <a:pt x="126098" y="73304"/>
                  </a:lnTo>
                  <a:lnTo>
                    <a:pt x="132448" y="73304"/>
                  </a:lnTo>
                  <a:lnTo>
                    <a:pt x="132448" y="79654"/>
                  </a:lnTo>
                  <a:close/>
                </a:path>
                <a:path w="1113789" h="337185">
                  <a:moveTo>
                    <a:pt x="980770" y="79654"/>
                  </a:moveTo>
                  <a:lnTo>
                    <a:pt x="132448" y="79654"/>
                  </a:lnTo>
                  <a:lnTo>
                    <a:pt x="132448" y="73304"/>
                  </a:lnTo>
                  <a:lnTo>
                    <a:pt x="980770" y="73304"/>
                  </a:lnTo>
                  <a:lnTo>
                    <a:pt x="980770" y="79654"/>
                  </a:lnTo>
                  <a:close/>
                </a:path>
                <a:path w="1113789" h="337185">
                  <a:moveTo>
                    <a:pt x="993470" y="79654"/>
                  </a:moveTo>
                  <a:lnTo>
                    <a:pt x="980770" y="79654"/>
                  </a:lnTo>
                  <a:lnTo>
                    <a:pt x="987120" y="73304"/>
                  </a:lnTo>
                  <a:lnTo>
                    <a:pt x="993470" y="73304"/>
                  </a:lnTo>
                  <a:lnTo>
                    <a:pt x="993470" y="79654"/>
                  </a:lnTo>
                  <a:close/>
                </a:path>
                <a:path w="1113789" h="337185">
                  <a:moveTo>
                    <a:pt x="13068" y="172402"/>
                  </a:moveTo>
                  <a:lnTo>
                    <a:pt x="13068" y="164553"/>
                  </a:lnTo>
                  <a:lnTo>
                    <a:pt x="16153" y="168478"/>
                  </a:lnTo>
                  <a:lnTo>
                    <a:pt x="13068" y="172402"/>
                  </a:lnTo>
                  <a:close/>
                </a:path>
                <a:path w="1113789" h="337185">
                  <a:moveTo>
                    <a:pt x="16153" y="168478"/>
                  </a:moveTo>
                  <a:lnTo>
                    <a:pt x="13068" y="164553"/>
                  </a:lnTo>
                  <a:lnTo>
                    <a:pt x="19238" y="164553"/>
                  </a:lnTo>
                  <a:lnTo>
                    <a:pt x="16153" y="168478"/>
                  </a:lnTo>
                  <a:close/>
                </a:path>
                <a:path w="1113789" h="337185">
                  <a:moveTo>
                    <a:pt x="1100150" y="172402"/>
                  </a:moveTo>
                  <a:lnTo>
                    <a:pt x="1097064" y="168478"/>
                  </a:lnTo>
                  <a:lnTo>
                    <a:pt x="1100150" y="164553"/>
                  </a:lnTo>
                  <a:lnTo>
                    <a:pt x="1100150" y="172402"/>
                  </a:lnTo>
                  <a:close/>
                </a:path>
                <a:path w="1113789" h="337185">
                  <a:moveTo>
                    <a:pt x="1110133" y="172402"/>
                  </a:moveTo>
                  <a:lnTo>
                    <a:pt x="1100150" y="172402"/>
                  </a:lnTo>
                  <a:lnTo>
                    <a:pt x="1100150" y="164553"/>
                  </a:lnTo>
                  <a:lnTo>
                    <a:pt x="1110133" y="164553"/>
                  </a:lnTo>
                  <a:lnTo>
                    <a:pt x="1113218" y="168478"/>
                  </a:lnTo>
                  <a:lnTo>
                    <a:pt x="1110133" y="172402"/>
                  </a:lnTo>
                  <a:close/>
                </a:path>
                <a:path w="1113789" h="337185">
                  <a:moveTo>
                    <a:pt x="19238" y="172402"/>
                  </a:moveTo>
                  <a:lnTo>
                    <a:pt x="13068" y="172402"/>
                  </a:lnTo>
                  <a:lnTo>
                    <a:pt x="16153" y="168478"/>
                  </a:lnTo>
                  <a:lnTo>
                    <a:pt x="19238" y="172402"/>
                  </a:lnTo>
                  <a:close/>
                </a:path>
                <a:path w="1113789" h="337185">
                  <a:moveTo>
                    <a:pt x="995207" y="318592"/>
                  </a:moveTo>
                  <a:lnTo>
                    <a:pt x="993470" y="318592"/>
                  </a:lnTo>
                  <a:lnTo>
                    <a:pt x="993470" y="300242"/>
                  </a:lnTo>
                  <a:lnTo>
                    <a:pt x="1097064" y="168478"/>
                  </a:lnTo>
                  <a:lnTo>
                    <a:pt x="1100150" y="172402"/>
                  </a:lnTo>
                  <a:lnTo>
                    <a:pt x="1110133" y="172402"/>
                  </a:lnTo>
                  <a:lnTo>
                    <a:pt x="995207" y="318592"/>
                  </a:lnTo>
                  <a:close/>
                </a:path>
                <a:path w="1113789" h="337185">
                  <a:moveTo>
                    <a:pt x="132448" y="318592"/>
                  </a:moveTo>
                  <a:lnTo>
                    <a:pt x="119748" y="318592"/>
                  </a:lnTo>
                  <a:lnTo>
                    <a:pt x="131089" y="314667"/>
                  </a:lnTo>
                  <a:lnTo>
                    <a:pt x="119748" y="300242"/>
                  </a:lnTo>
                  <a:lnTo>
                    <a:pt x="119748" y="250952"/>
                  </a:lnTo>
                  <a:lnTo>
                    <a:pt x="993470" y="250952"/>
                  </a:lnTo>
                  <a:lnTo>
                    <a:pt x="993470" y="257302"/>
                  </a:lnTo>
                  <a:lnTo>
                    <a:pt x="132448" y="257302"/>
                  </a:lnTo>
                  <a:lnTo>
                    <a:pt x="126098" y="263652"/>
                  </a:lnTo>
                  <a:lnTo>
                    <a:pt x="132448" y="263652"/>
                  </a:lnTo>
                  <a:lnTo>
                    <a:pt x="132448" y="318592"/>
                  </a:lnTo>
                  <a:close/>
                </a:path>
                <a:path w="1113789" h="337185">
                  <a:moveTo>
                    <a:pt x="132448" y="263652"/>
                  </a:moveTo>
                  <a:lnTo>
                    <a:pt x="126098" y="263652"/>
                  </a:lnTo>
                  <a:lnTo>
                    <a:pt x="132448" y="257302"/>
                  </a:lnTo>
                  <a:lnTo>
                    <a:pt x="132448" y="263652"/>
                  </a:lnTo>
                  <a:close/>
                </a:path>
                <a:path w="1113789" h="337185">
                  <a:moveTo>
                    <a:pt x="980770" y="263652"/>
                  </a:moveTo>
                  <a:lnTo>
                    <a:pt x="132448" y="263652"/>
                  </a:lnTo>
                  <a:lnTo>
                    <a:pt x="132448" y="257302"/>
                  </a:lnTo>
                  <a:lnTo>
                    <a:pt x="980770" y="257302"/>
                  </a:lnTo>
                  <a:lnTo>
                    <a:pt x="980770" y="263652"/>
                  </a:lnTo>
                  <a:close/>
                </a:path>
                <a:path w="1113789" h="337185">
                  <a:moveTo>
                    <a:pt x="980770" y="336956"/>
                  </a:moveTo>
                  <a:lnTo>
                    <a:pt x="980770" y="257302"/>
                  </a:lnTo>
                  <a:lnTo>
                    <a:pt x="987120" y="263652"/>
                  </a:lnTo>
                  <a:lnTo>
                    <a:pt x="993470" y="263652"/>
                  </a:lnTo>
                  <a:lnTo>
                    <a:pt x="993470" y="300242"/>
                  </a:lnTo>
                  <a:lnTo>
                    <a:pt x="982129" y="314667"/>
                  </a:lnTo>
                  <a:lnTo>
                    <a:pt x="993470" y="318592"/>
                  </a:lnTo>
                  <a:lnTo>
                    <a:pt x="995207" y="318592"/>
                  </a:lnTo>
                  <a:lnTo>
                    <a:pt x="980770" y="336956"/>
                  </a:lnTo>
                  <a:close/>
                </a:path>
                <a:path w="1113789" h="337185">
                  <a:moveTo>
                    <a:pt x="993470" y="263652"/>
                  </a:moveTo>
                  <a:lnTo>
                    <a:pt x="987120" y="263652"/>
                  </a:lnTo>
                  <a:lnTo>
                    <a:pt x="980770" y="257302"/>
                  </a:lnTo>
                  <a:lnTo>
                    <a:pt x="993470" y="257302"/>
                  </a:lnTo>
                  <a:lnTo>
                    <a:pt x="993470" y="263652"/>
                  </a:lnTo>
                  <a:close/>
                </a:path>
                <a:path w="1113789" h="337185">
                  <a:moveTo>
                    <a:pt x="119748" y="318592"/>
                  </a:moveTo>
                  <a:lnTo>
                    <a:pt x="119748" y="300242"/>
                  </a:lnTo>
                  <a:lnTo>
                    <a:pt x="131089" y="314667"/>
                  </a:lnTo>
                  <a:lnTo>
                    <a:pt x="119748" y="318592"/>
                  </a:lnTo>
                  <a:close/>
                </a:path>
                <a:path w="1113789" h="337185">
                  <a:moveTo>
                    <a:pt x="993470" y="318592"/>
                  </a:moveTo>
                  <a:lnTo>
                    <a:pt x="982129" y="314667"/>
                  </a:lnTo>
                  <a:lnTo>
                    <a:pt x="993470" y="300242"/>
                  </a:lnTo>
                  <a:lnTo>
                    <a:pt x="993470" y="3185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7" name="object 97"/>
          <p:cNvSpPr txBox="1"/>
          <p:nvPr/>
        </p:nvSpPr>
        <p:spPr>
          <a:xfrm>
            <a:off x="4190441" y="2275484"/>
            <a:ext cx="63690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10" b="0">
                <a:solidFill>
                  <a:srgbClr val="000099"/>
                </a:solidFill>
                <a:latin typeface="WenQuanYi Zen Hei Mono"/>
                <a:cs typeface="WenQuanYi Zen Hei Mono"/>
              </a:rPr>
              <a:t>点到</a:t>
            </a:r>
            <a:r>
              <a:rPr dirty="0" sz="1600" spc="-5" b="0">
                <a:solidFill>
                  <a:srgbClr val="000099"/>
                </a:solidFill>
                <a:latin typeface="WenQuanYi Zen Hei Mono"/>
                <a:cs typeface="WenQuanYi Zen Hei Mono"/>
              </a:rPr>
              <a:t>点</a:t>
            </a:r>
            <a:endParaRPr sz="1600">
              <a:latin typeface="WenQuanYi Zen Hei Mono"/>
              <a:cs typeface="WenQuanYi Zen Hei Mono"/>
            </a:endParaRPr>
          </a:p>
        </p:txBody>
      </p:sp>
      <p:grpSp>
        <p:nvGrpSpPr>
          <p:cNvPr id="98" name="object 98"/>
          <p:cNvGrpSpPr/>
          <p:nvPr/>
        </p:nvGrpSpPr>
        <p:grpSpPr>
          <a:xfrm>
            <a:off x="6059373" y="2252979"/>
            <a:ext cx="1243965" cy="337185"/>
            <a:chOff x="6059373" y="2252979"/>
            <a:chExt cx="1243965" cy="337185"/>
          </a:xfrm>
        </p:grpSpPr>
        <p:sp>
          <p:nvSpPr>
            <p:cNvPr id="99" name="object 99"/>
            <p:cNvSpPr/>
            <p:nvPr/>
          </p:nvSpPr>
          <p:spPr>
            <a:xfrm>
              <a:off x="6067043" y="2270759"/>
              <a:ext cx="1228725" cy="300355"/>
            </a:xfrm>
            <a:custGeom>
              <a:avLst/>
              <a:gdLst/>
              <a:ahLst/>
              <a:cxnLst/>
              <a:rect l="l" t="t" r="r" b="b"/>
              <a:pathLst>
                <a:path w="1228725" h="300355">
                  <a:moveTo>
                    <a:pt x="1109472" y="300227"/>
                  </a:moveTo>
                  <a:lnTo>
                    <a:pt x="1109472" y="239267"/>
                  </a:lnTo>
                  <a:lnTo>
                    <a:pt x="118871" y="239267"/>
                  </a:lnTo>
                  <a:lnTo>
                    <a:pt x="118871" y="300227"/>
                  </a:lnTo>
                  <a:lnTo>
                    <a:pt x="0" y="150875"/>
                  </a:lnTo>
                  <a:lnTo>
                    <a:pt x="118871" y="0"/>
                  </a:lnTo>
                  <a:lnTo>
                    <a:pt x="118871" y="62483"/>
                  </a:lnTo>
                  <a:lnTo>
                    <a:pt x="1109472" y="62483"/>
                  </a:lnTo>
                  <a:lnTo>
                    <a:pt x="1109472" y="0"/>
                  </a:lnTo>
                  <a:lnTo>
                    <a:pt x="1228344" y="150875"/>
                  </a:lnTo>
                  <a:lnTo>
                    <a:pt x="1109472" y="300227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6059373" y="2252979"/>
              <a:ext cx="1243965" cy="337185"/>
            </a:xfrm>
            <a:custGeom>
              <a:avLst/>
              <a:gdLst/>
              <a:ahLst/>
              <a:cxnLst/>
              <a:rect l="l" t="t" r="r" b="b"/>
              <a:pathLst>
                <a:path w="1243965" h="337185">
                  <a:moveTo>
                    <a:pt x="132448" y="336956"/>
                  </a:moveTo>
                  <a:lnTo>
                    <a:pt x="0" y="168478"/>
                  </a:lnTo>
                  <a:lnTo>
                    <a:pt x="132448" y="0"/>
                  </a:lnTo>
                  <a:lnTo>
                    <a:pt x="132448" y="18364"/>
                  </a:lnTo>
                  <a:lnTo>
                    <a:pt x="119748" y="18364"/>
                  </a:lnTo>
                  <a:lnTo>
                    <a:pt x="119747" y="36715"/>
                  </a:lnTo>
                  <a:lnTo>
                    <a:pt x="19238" y="164553"/>
                  </a:lnTo>
                  <a:lnTo>
                    <a:pt x="13068" y="164553"/>
                  </a:lnTo>
                  <a:lnTo>
                    <a:pt x="13068" y="172402"/>
                  </a:lnTo>
                  <a:lnTo>
                    <a:pt x="19238" y="172402"/>
                  </a:lnTo>
                  <a:lnTo>
                    <a:pt x="119747" y="300241"/>
                  </a:lnTo>
                  <a:lnTo>
                    <a:pt x="119748" y="318592"/>
                  </a:lnTo>
                  <a:lnTo>
                    <a:pt x="132448" y="318592"/>
                  </a:lnTo>
                  <a:lnTo>
                    <a:pt x="132448" y="336956"/>
                  </a:lnTo>
                  <a:close/>
                </a:path>
                <a:path w="1243965" h="337185">
                  <a:moveTo>
                    <a:pt x="1111288" y="79654"/>
                  </a:moveTo>
                  <a:lnTo>
                    <a:pt x="1111288" y="0"/>
                  </a:lnTo>
                  <a:lnTo>
                    <a:pt x="1125723" y="18364"/>
                  </a:lnTo>
                  <a:lnTo>
                    <a:pt x="1123988" y="18364"/>
                  </a:lnTo>
                  <a:lnTo>
                    <a:pt x="1112647" y="22288"/>
                  </a:lnTo>
                  <a:lnTo>
                    <a:pt x="1123986" y="36713"/>
                  </a:lnTo>
                  <a:lnTo>
                    <a:pt x="1123988" y="73304"/>
                  </a:lnTo>
                  <a:lnTo>
                    <a:pt x="1117638" y="73304"/>
                  </a:lnTo>
                  <a:lnTo>
                    <a:pt x="1111288" y="79654"/>
                  </a:lnTo>
                  <a:close/>
                </a:path>
                <a:path w="1243965" h="337185">
                  <a:moveTo>
                    <a:pt x="119748" y="36713"/>
                  </a:moveTo>
                  <a:lnTo>
                    <a:pt x="119748" y="18364"/>
                  </a:lnTo>
                  <a:lnTo>
                    <a:pt x="131089" y="22288"/>
                  </a:lnTo>
                  <a:lnTo>
                    <a:pt x="119748" y="36713"/>
                  </a:lnTo>
                  <a:close/>
                </a:path>
                <a:path w="1243965" h="337185">
                  <a:moveTo>
                    <a:pt x="1123988" y="86004"/>
                  </a:moveTo>
                  <a:lnTo>
                    <a:pt x="119748" y="86004"/>
                  </a:lnTo>
                  <a:lnTo>
                    <a:pt x="119748" y="36713"/>
                  </a:lnTo>
                  <a:lnTo>
                    <a:pt x="131089" y="22288"/>
                  </a:lnTo>
                  <a:lnTo>
                    <a:pt x="119748" y="18364"/>
                  </a:lnTo>
                  <a:lnTo>
                    <a:pt x="132448" y="18364"/>
                  </a:lnTo>
                  <a:lnTo>
                    <a:pt x="132448" y="73304"/>
                  </a:lnTo>
                  <a:lnTo>
                    <a:pt x="126098" y="73304"/>
                  </a:lnTo>
                  <a:lnTo>
                    <a:pt x="132448" y="79654"/>
                  </a:lnTo>
                  <a:lnTo>
                    <a:pt x="1123988" y="79654"/>
                  </a:lnTo>
                  <a:lnTo>
                    <a:pt x="1123988" y="86004"/>
                  </a:lnTo>
                  <a:close/>
                </a:path>
                <a:path w="1243965" h="337185">
                  <a:moveTo>
                    <a:pt x="1123988" y="36715"/>
                  </a:moveTo>
                  <a:lnTo>
                    <a:pt x="1112647" y="22288"/>
                  </a:lnTo>
                  <a:lnTo>
                    <a:pt x="1123988" y="18364"/>
                  </a:lnTo>
                  <a:lnTo>
                    <a:pt x="1123988" y="36715"/>
                  </a:lnTo>
                  <a:close/>
                </a:path>
                <a:path w="1243965" h="337185">
                  <a:moveTo>
                    <a:pt x="1227570" y="168478"/>
                  </a:moveTo>
                  <a:lnTo>
                    <a:pt x="1123988" y="36715"/>
                  </a:lnTo>
                  <a:lnTo>
                    <a:pt x="1123988" y="18364"/>
                  </a:lnTo>
                  <a:lnTo>
                    <a:pt x="1125723" y="18364"/>
                  </a:lnTo>
                  <a:lnTo>
                    <a:pt x="1240638" y="164553"/>
                  </a:lnTo>
                  <a:lnTo>
                    <a:pt x="1230655" y="164553"/>
                  </a:lnTo>
                  <a:lnTo>
                    <a:pt x="1227570" y="168478"/>
                  </a:lnTo>
                  <a:close/>
                </a:path>
                <a:path w="1243965" h="337185">
                  <a:moveTo>
                    <a:pt x="132448" y="79654"/>
                  </a:moveTo>
                  <a:lnTo>
                    <a:pt x="126098" y="73304"/>
                  </a:lnTo>
                  <a:lnTo>
                    <a:pt x="132448" y="73304"/>
                  </a:lnTo>
                  <a:lnTo>
                    <a:pt x="132448" y="79654"/>
                  </a:lnTo>
                  <a:close/>
                </a:path>
                <a:path w="1243965" h="337185">
                  <a:moveTo>
                    <a:pt x="1111288" y="79654"/>
                  </a:moveTo>
                  <a:lnTo>
                    <a:pt x="132448" y="79654"/>
                  </a:lnTo>
                  <a:lnTo>
                    <a:pt x="132448" y="73304"/>
                  </a:lnTo>
                  <a:lnTo>
                    <a:pt x="1111288" y="73304"/>
                  </a:lnTo>
                  <a:lnTo>
                    <a:pt x="1111288" y="79654"/>
                  </a:lnTo>
                  <a:close/>
                </a:path>
                <a:path w="1243965" h="337185">
                  <a:moveTo>
                    <a:pt x="1123988" y="79654"/>
                  </a:moveTo>
                  <a:lnTo>
                    <a:pt x="1111288" y="79654"/>
                  </a:lnTo>
                  <a:lnTo>
                    <a:pt x="1117638" y="73304"/>
                  </a:lnTo>
                  <a:lnTo>
                    <a:pt x="1123988" y="73304"/>
                  </a:lnTo>
                  <a:lnTo>
                    <a:pt x="1123988" y="79654"/>
                  </a:lnTo>
                  <a:close/>
                </a:path>
                <a:path w="1243965" h="337185">
                  <a:moveTo>
                    <a:pt x="13068" y="172402"/>
                  </a:moveTo>
                  <a:lnTo>
                    <a:pt x="13068" y="164553"/>
                  </a:lnTo>
                  <a:lnTo>
                    <a:pt x="16153" y="168478"/>
                  </a:lnTo>
                  <a:lnTo>
                    <a:pt x="13068" y="172402"/>
                  </a:lnTo>
                  <a:close/>
                </a:path>
                <a:path w="1243965" h="337185">
                  <a:moveTo>
                    <a:pt x="16153" y="168478"/>
                  </a:moveTo>
                  <a:lnTo>
                    <a:pt x="13068" y="164553"/>
                  </a:lnTo>
                  <a:lnTo>
                    <a:pt x="19238" y="164553"/>
                  </a:lnTo>
                  <a:lnTo>
                    <a:pt x="16153" y="168478"/>
                  </a:lnTo>
                  <a:close/>
                </a:path>
                <a:path w="1243965" h="337185">
                  <a:moveTo>
                    <a:pt x="1230655" y="172402"/>
                  </a:moveTo>
                  <a:lnTo>
                    <a:pt x="1227570" y="168478"/>
                  </a:lnTo>
                  <a:lnTo>
                    <a:pt x="1230655" y="164553"/>
                  </a:lnTo>
                  <a:lnTo>
                    <a:pt x="1230655" y="172402"/>
                  </a:lnTo>
                  <a:close/>
                </a:path>
                <a:path w="1243965" h="337185">
                  <a:moveTo>
                    <a:pt x="1240638" y="172402"/>
                  </a:moveTo>
                  <a:lnTo>
                    <a:pt x="1230655" y="172402"/>
                  </a:lnTo>
                  <a:lnTo>
                    <a:pt x="1230655" y="164553"/>
                  </a:lnTo>
                  <a:lnTo>
                    <a:pt x="1240638" y="164553"/>
                  </a:lnTo>
                  <a:lnTo>
                    <a:pt x="1243723" y="168478"/>
                  </a:lnTo>
                  <a:lnTo>
                    <a:pt x="1240638" y="172402"/>
                  </a:lnTo>
                  <a:close/>
                </a:path>
                <a:path w="1243965" h="337185">
                  <a:moveTo>
                    <a:pt x="19238" y="172402"/>
                  </a:moveTo>
                  <a:lnTo>
                    <a:pt x="13068" y="172402"/>
                  </a:lnTo>
                  <a:lnTo>
                    <a:pt x="16153" y="168478"/>
                  </a:lnTo>
                  <a:lnTo>
                    <a:pt x="19238" y="172402"/>
                  </a:lnTo>
                  <a:close/>
                </a:path>
                <a:path w="1243965" h="337185">
                  <a:moveTo>
                    <a:pt x="1125723" y="318592"/>
                  </a:moveTo>
                  <a:lnTo>
                    <a:pt x="1123988" y="318592"/>
                  </a:lnTo>
                  <a:lnTo>
                    <a:pt x="1123988" y="300241"/>
                  </a:lnTo>
                  <a:lnTo>
                    <a:pt x="1227570" y="168478"/>
                  </a:lnTo>
                  <a:lnTo>
                    <a:pt x="1230655" y="172402"/>
                  </a:lnTo>
                  <a:lnTo>
                    <a:pt x="1240638" y="172402"/>
                  </a:lnTo>
                  <a:lnTo>
                    <a:pt x="1125723" y="318592"/>
                  </a:lnTo>
                  <a:close/>
                </a:path>
                <a:path w="1243965" h="337185">
                  <a:moveTo>
                    <a:pt x="132448" y="318592"/>
                  </a:moveTo>
                  <a:lnTo>
                    <a:pt x="119748" y="318592"/>
                  </a:lnTo>
                  <a:lnTo>
                    <a:pt x="131089" y="314667"/>
                  </a:lnTo>
                  <a:lnTo>
                    <a:pt x="119748" y="300242"/>
                  </a:lnTo>
                  <a:lnTo>
                    <a:pt x="119748" y="250952"/>
                  </a:lnTo>
                  <a:lnTo>
                    <a:pt x="1123988" y="250952"/>
                  </a:lnTo>
                  <a:lnTo>
                    <a:pt x="1123988" y="257302"/>
                  </a:lnTo>
                  <a:lnTo>
                    <a:pt x="132448" y="257302"/>
                  </a:lnTo>
                  <a:lnTo>
                    <a:pt x="126098" y="263652"/>
                  </a:lnTo>
                  <a:lnTo>
                    <a:pt x="132448" y="263652"/>
                  </a:lnTo>
                  <a:lnTo>
                    <a:pt x="132448" y="318592"/>
                  </a:lnTo>
                  <a:close/>
                </a:path>
                <a:path w="1243965" h="337185">
                  <a:moveTo>
                    <a:pt x="132448" y="263652"/>
                  </a:moveTo>
                  <a:lnTo>
                    <a:pt x="126098" y="263652"/>
                  </a:lnTo>
                  <a:lnTo>
                    <a:pt x="132448" y="257302"/>
                  </a:lnTo>
                  <a:lnTo>
                    <a:pt x="132448" y="263652"/>
                  </a:lnTo>
                  <a:close/>
                </a:path>
                <a:path w="1243965" h="337185">
                  <a:moveTo>
                    <a:pt x="1111288" y="263652"/>
                  </a:moveTo>
                  <a:lnTo>
                    <a:pt x="132448" y="263652"/>
                  </a:lnTo>
                  <a:lnTo>
                    <a:pt x="132448" y="257302"/>
                  </a:lnTo>
                  <a:lnTo>
                    <a:pt x="1111288" y="257302"/>
                  </a:lnTo>
                  <a:lnTo>
                    <a:pt x="1111288" y="263652"/>
                  </a:lnTo>
                  <a:close/>
                </a:path>
                <a:path w="1243965" h="337185">
                  <a:moveTo>
                    <a:pt x="1111288" y="336956"/>
                  </a:moveTo>
                  <a:lnTo>
                    <a:pt x="1111288" y="257302"/>
                  </a:lnTo>
                  <a:lnTo>
                    <a:pt x="1117638" y="263652"/>
                  </a:lnTo>
                  <a:lnTo>
                    <a:pt x="1123988" y="263652"/>
                  </a:lnTo>
                  <a:lnTo>
                    <a:pt x="1123986" y="300242"/>
                  </a:lnTo>
                  <a:lnTo>
                    <a:pt x="1112647" y="314667"/>
                  </a:lnTo>
                  <a:lnTo>
                    <a:pt x="1123988" y="318592"/>
                  </a:lnTo>
                  <a:lnTo>
                    <a:pt x="1125723" y="318592"/>
                  </a:lnTo>
                  <a:lnTo>
                    <a:pt x="1111288" y="336956"/>
                  </a:lnTo>
                  <a:close/>
                </a:path>
                <a:path w="1243965" h="337185">
                  <a:moveTo>
                    <a:pt x="1123988" y="263652"/>
                  </a:moveTo>
                  <a:lnTo>
                    <a:pt x="1117638" y="263652"/>
                  </a:lnTo>
                  <a:lnTo>
                    <a:pt x="1111288" y="257302"/>
                  </a:lnTo>
                  <a:lnTo>
                    <a:pt x="1123988" y="257302"/>
                  </a:lnTo>
                  <a:lnTo>
                    <a:pt x="1123988" y="263652"/>
                  </a:lnTo>
                  <a:close/>
                </a:path>
                <a:path w="1243965" h="337185">
                  <a:moveTo>
                    <a:pt x="1123988" y="318592"/>
                  </a:moveTo>
                  <a:lnTo>
                    <a:pt x="1112647" y="314667"/>
                  </a:lnTo>
                  <a:lnTo>
                    <a:pt x="1123988" y="300241"/>
                  </a:lnTo>
                  <a:lnTo>
                    <a:pt x="1123988" y="318592"/>
                  </a:lnTo>
                  <a:close/>
                </a:path>
                <a:path w="1243965" h="337185">
                  <a:moveTo>
                    <a:pt x="119748" y="318592"/>
                  </a:moveTo>
                  <a:lnTo>
                    <a:pt x="119748" y="300242"/>
                  </a:lnTo>
                  <a:lnTo>
                    <a:pt x="131089" y="314667"/>
                  </a:lnTo>
                  <a:lnTo>
                    <a:pt x="119748" y="3185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1" name="object 101"/>
          <p:cNvSpPr txBox="1"/>
          <p:nvPr/>
        </p:nvSpPr>
        <p:spPr>
          <a:xfrm>
            <a:off x="6317627" y="2275484"/>
            <a:ext cx="63690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10" b="0">
                <a:solidFill>
                  <a:srgbClr val="000099"/>
                </a:solidFill>
                <a:latin typeface="WenQuanYi Zen Hei Mono"/>
                <a:cs typeface="WenQuanYi Zen Hei Mono"/>
              </a:rPr>
              <a:t>点到</a:t>
            </a:r>
            <a:r>
              <a:rPr dirty="0" sz="1600" spc="-5" b="0">
                <a:solidFill>
                  <a:srgbClr val="000099"/>
                </a:solidFill>
                <a:latin typeface="WenQuanYi Zen Hei Mono"/>
                <a:cs typeface="WenQuanYi Zen Hei Mono"/>
              </a:rPr>
              <a:t>点</a:t>
            </a:r>
            <a:endParaRPr sz="1600">
              <a:latin typeface="WenQuanYi Zen Hei Mono"/>
              <a:cs typeface="WenQuanYi Zen Hei Mono"/>
            </a:endParaRPr>
          </a:p>
        </p:txBody>
      </p:sp>
      <p:grpSp>
        <p:nvGrpSpPr>
          <p:cNvPr id="102" name="object 102"/>
          <p:cNvGrpSpPr/>
          <p:nvPr/>
        </p:nvGrpSpPr>
        <p:grpSpPr>
          <a:xfrm>
            <a:off x="1705406" y="2755938"/>
            <a:ext cx="1243965" cy="337185"/>
            <a:chOff x="1705406" y="2755938"/>
            <a:chExt cx="1243965" cy="337185"/>
          </a:xfrm>
        </p:grpSpPr>
        <p:sp>
          <p:nvSpPr>
            <p:cNvPr id="103" name="object 103"/>
            <p:cNvSpPr/>
            <p:nvPr/>
          </p:nvSpPr>
          <p:spPr>
            <a:xfrm>
              <a:off x="1712975" y="2773680"/>
              <a:ext cx="1228725" cy="300355"/>
            </a:xfrm>
            <a:custGeom>
              <a:avLst/>
              <a:gdLst/>
              <a:ahLst/>
              <a:cxnLst/>
              <a:rect l="l" t="t" r="r" b="b"/>
              <a:pathLst>
                <a:path w="1228725" h="300355">
                  <a:moveTo>
                    <a:pt x="1109472" y="300228"/>
                  </a:moveTo>
                  <a:lnTo>
                    <a:pt x="1109472" y="239268"/>
                  </a:lnTo>
                  <a:lnTo>
                    <a:pt x="118872" y="239268"/>
                  </a:lnTo>
                  <a:lnTo>
                    <a:pt x="118872" y="300228"/>
                  </a:lnTo>
                  <a:lnTo>
                    <a:pt x="0" y="150876"/>
                  </a:lnTo>
                  <a:lnTo>
                    <a:pt x="118872" y="0"/>
                  </a:lnTo>
                  <a:lnTo>
                    <a:pt x="118872" y="62484"/>
                  </a:lnTo>
                  <a:lnTo>
                    <a:pt x="1109472" y="62484"/>
                  </a:lnTo>
                  <a:lnTo>
                    <a:pt x="1109472" y="0"/>
                  </a:lnTo>
                  <a:lnTo>
                    <a:pt x="1228344" y="150876"/>
                  </a:lnTo>
                  <a:lnTo>
                    <a:pt x="1109472" y="300228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1705406" y="2755938"/>
              <a:ext cx="1243965" cy="337185"/>
            </a:xfrm>
            <a:custGeom>
              <a:avLst/>
              <a:gdLst/>
              <a:ahLst/>
              <a:cxnLst/>
              <a:rect l="l" t="t" r="r" b="b"/>
              <a:pathLst>
                <a:path w="1243964" h="337185">
                  <a:moveTo>
                    <a:pt x="132435" y="336943"/>
                  </a:moveTo>
                  <a:lnTo>
                    <a:pt x="0" y="168465"/>
                  </a:lnTo>
                  <a:lnTo>
                    <a:pt x="132435" y="0"/>
                  </a:lnTo>
                  <a:lnTo>
                    <a:pt x="132435" y="18351"/>
                  </a:lnTo>
                  <a:lnTo>
                    <a:pt x="119735" y="18351"/>
                  </a:lnTo>
                  <a:lnTo>
                    <a:pt x="119735" y="36702"/>
                  </a:lnTo>
                  <a:lnTo>
                    <a:pt x="19238" y="164541"/>
                  </a:lnTo>
                  <a:lnTo>
                    <a:pt x="13068" y="164541"/>
                  </a:lnTo>
                  <a:lnTo>
                    <a:pt x="13068" y="172389"/>
                  </a:lnTo>
                  <a:lnTo>
                    <a:pt x="19237" y="172389"/>
                  </a:lnTo>
                  <a:lnTo>
                    <a:pt x="119735" y="300240"/>
                  </a:lnTo>
                  <a:lnTo>
                    <a:pt x="119735" y="318592"/>
                  </a:lnTo>
                  <a:lnTo>
                    <a:pt x="132435" y="318592"/>
                  </a:lnTo>
                  <a:lnTo>
                    <a:pt x="132435" y="336943"/>
                  </a:lnTo>
                  <a:close/>
                </a:path>
                <a:path w="1243964" h="337185">
                  <a:moveTo>
                    <a:pt x="1111275" y="79641"/>
                  </a:moveTo>
                  <a:lnTo>
                    <a:pt x="1111275" y="0"/>
                  </a:lnTo>
                  <a:lnTo>
                    <a:pt x="1125703" y="18351"/>
                  </a:lnTo>
                  <a:lnTo>
                    <a:pt x="1123975" y="18351"/>
                  </a:lnTo>
                  <a:lnTo>
                    <a:pt x="1112634" y="22275"/>
                  </a:lnTo>
                  <a:lnTo>
                    <a:pt x="1123975" y="36702"/>
                  </a:lnTo>
                  <a:lnTo>
                    <a:pt x="1123975" y="73291"/>
                  </a:lnTo>
                  <a:lnTo>
                    <a:pt x="1117625" y="73291"/>
                  </a:lnTo>
                  <a:lnTo>
                    <a:pt x="1111275" y="79641"/>
                  </a:lnTo>
                  <a:close/>
                </a:path>
                <a:path w="1243964" h="337185">
                  <a:moveTo>
                    <a:pt x="119735" y="36702"/>
                  </a:moveTo>
                  <a:lnTo>
                    <a:pt x="119735" y="18351"/>
                  </a:lnTo>
                  <a:lnTo>
                    <a:pt x="131076" y="22275"/>
                  </a:lnTo>
                  <a:lnTo>
                    <a:pt x="119735" y="36702"/>
                  </a:lnTo>
                  <a:close/>
                </a:path>
                <a:path w="1243964" h="337185">
                  <a:moveTo>
                    <a:pt x="1123975" y="85991"/>
                  </a:moveTo>
                  <a:lnTo>
                    <a:pt x="119735" y="85991"/>
                  </a:lnTo>
                  <a:lnTo>
                    <a:pt x="119735" y="36702"/>
                  </a:lnTo>
                  <a:lnTo>
                    <a:pt x="131076" y="22275"/>
                  </a:lnTo>
                  <a:lnTo>
                    <a:pt x="119735" y="18351"/>
                  </a:lnTo>
                  <a:lnTo>
                    <a:pt x="132435" y="18351"/>
                  </a:lnTo>
                  <a:lnTo>
                    <a:pt x="132435" y="73291"/>
                  </a:lnTo>
                  <a:lnTo>
                    <a:pt x="126085" y="73291"/>
                  </a:lnTo>
                  <a:lnTo>
                    <a:pt x="132435" y="79641"/>
                  </a:lnTo>
                  <a:lnTo>
                    <a:pt x="1123975" y="79641"/>
                  </a:lnTo>
                  <a:lnTo>
                    <a:pt x="1123975" y="85991"/>
                  </a:lnTo>
                  <a:close/>
                </a:path>
                <a:path w="1243964" h="337185">
                  <a:moveTo>
                    <a:pt x="1123975" y="36702"/>
                  </a:moveTo>
                  <a:lnTo>
                    <a:pt x="1112634" y="22275"/>
                  </a:lnTo>
                  <a:lnTo>
                    <a:pt x="1123975" y="18351"/>
                  </a:lnTo>
                  <a:lnTo>
                    <a:pt x="1123975" y="36702"/>
                  </a:lnTo>
                  <a:close/>
                </a:path>
                <a:path w="1243964" h="337185">
                  <a:moveTo>
                    <a:pt x="1227557" y="168465"/>
                  </a:moveTo>
                  <a:lnTo>
                    <a:pt x="1123975" y="36702"/>
                  </a:lnTo>
                  <a:lnTo>
                    <a:pt x="1123975" y="18351"/>
                  </a:lnTo>
                  <a:lnTo>
                    <a:pt x="1125703" y="18351"/>
                  </a:lnTo>
                  <a:lnTo>
                    <a:pt x="1240638" y="164541"/>
                  </a:lnTo>
                  <a:lnTo>
                    <a:pt x="1230642" y="164541"/>
                  </a:lnTo>
                  <a:lnTo>
                    <a:pt x="1227557" y="168465"/>
                  </a:lnTo>
                  <a:close/>
                </a:path>
                <a:path w="1243964" h="337185">
                  <a:moveTo>
                    <a:pt x="132435" y="79641"/>
                  </a:moveTo>
                  <a:lnTo>
                    <a:pt x="126085" y="73291"/>
                  </a:lnTo>
                  <a:lnTo>
                    <a:pt x="132435" y="73291"/>
                  </a:lnTo>
                  <a:lnTo>
                    <a:pt x="132435" y="79641"/>
                  </a:lnTo>
                  <a:close/>
                </a:path>
                <a:path w="1243964" h="337185">
                  <a:moveTo>
                    <a:pt x="1111275" y="79641"/>
                  </a:moveTo>
                  <a:lnTo>
                    <a:pt x="132435" y="79641"/>
                  </a:lnTo>
                  <a:lnTo>
                    <a:pt x="132435" y="73291"/>
                  </a:lnTo>
                  <a:lnTo>
                    <a:pt x="1111275" y="73291"/>
                  </a:lnTo>
                  <a:lnTo>
                    <a:pt x="1111275" y="79641"/>
                  </a:lnTo>
                  <a:close/>
                </a:path>
                <a:path w="1243964" h="337185">
                  <a:moveTo>
                    <a:pt x="1123975" y="79641"/>
                  </a:moveTo>
                  <a:lnTo>
                    <a:pt x="1111275" y="79641"/>
                  </a:lnTo>
                  <a:lnTo>
                    <a:pt x="1117625" y="73291"/>
                  </a:lnTo>
                  <a:lnTo>
                    <a:pt x="1123975" y="73291"/>
                  </a:lnTo>
                  <a:lnTo>
                    <a:pt x="1123975" y="79641"/>
                  </a:lnTo>
                  <a:close/>
                </a:path>
                <a:path w="1243964" h="337185">
                  <a:moveTo>
                    <a:pt x="13068" y="172389"/>
                  </a:moveTo>
                  <a:lnTo>
                    <a:pt x="13068" y="164541"/>
                  </a:lnTo>
                  <a:lnTo>
                    <a:pt x="16153" y="168465"/>
                  </a:lnTo>
                  <a:lnTo>
                    <a:pt x="13068" y="172389"/>
                  </a:lnTo>
                  <a:close/>
                </a:path>
                <a:path w="1243964" h="337185">
                  <a:moveTo>
                    <a:pt x="16153" y="168465"/>
                  </a:moveTo>
                  <a:lnTo>
                    <a:pt x="13068" y="164541"/>
                  </a:lnTo>
                  <a:lnTo>
                    <a:pt x="19238" y="164541"/>
                  </a:lnTo>
                  <a:lnTo>
                    <a:pt x="16153" y="168465"/>
                  </a:lnTo>
                  <a:close/>
                </a:path>
                <a:path w="1243964" h="337185">
                  <a:moveTo>
                    <a:pt x="1230642" y="172389"/>
                  </a:moveTo>
                  <a:lnTo>
                    <a:pt x="1227557" y="168465"/>
                  </a:lnTo>
                  <a:lnTo>
                    <a:pt x="1230642" y="164541"/>
                  </a:lnTo>
                  <a:lnTo>
                    <a:pt x="1230642" y="172389"/>
                  </a:lnTo>
                  <a:close/>
                </a:path>
                <a:path w="1243964" h="337185">
                  <a:moveTo>
                    <a:pt x="1240638" y="172389"/>
                  </a:moveTo>
                  <a:lnTo>
                    <a:pt x="1230642" y="172389"/>
                  </a:lnTo>
                  <a:lnTo>
                    <a:pt x="1230642" y="164541"/>
                  </a:lnTo>
                  <a:lnTo>
                    <a:pt x="1240638" y="164541"/>
                  </a:lnTo>
                  <a:lnTo>
                    <a:pt x="1243723" y="168465"/>
                  </a:lnTo>
                  <a:lnTo>
                    <a:pt x="1240638" y="172389"/>
                  </a:lnTo>
                  <a:close/>
                </a:path>
                <a:path w="1243964" h="337185">
                  <a:moveTo>
                    <a:pt x="19237" y="172389"/>
                  </a:moveTo>
                  <a:lnTo>
                    <a:pt x="13068" y="172389"/>
                  </a:lnTo>
                  <a:lnTo>
                    <a:pt x="16153" y="168465"/>
                  </a:lnTo>
                  <a:lnTo>
                    <a:pt x="19237" y="172389"/>
                  </a:lnTo>
                  <a:close/>
                </a:path>
                <a:path w="1243964" h="337185">
                  <a:moveTo>
                    <a:pt x="1125702" y="318592"/>
                  </a:moveTo>
                  <a:lnTo>
                    <a:pt x="1123975" y="318592"/>
                  </a:lnTo>
                  <a:lnTo>
                    <a:pt x="1123975" y="300240"/>
                  </a:lnTo>
                  <a:lnTo>
                    <a:pt x="1227557" y="168465"/>
                  </a:lnTo>
                  <a:lnTo>
                    <a:pt x="1230642" y="172389"/>
                  </a:lnTo>
                  <a:lnTo>
                    <a:pt x="1240638" y="172389"/>
                  </a:lnTo>
                  <a:lnTo>
                    <a:pt x="1125702" y="318592"/>
                  </a:lnTo>
                  <a:close/>
                </a:path>
                <a:path w="1243964" h="337185">
                  <a:moveTo>
                    <a:pt x="132435" y="318592"/>
                  </a:moveTo>
                  <a:lnTo>
                    <a:pt x="119735" y="318592"/>
                  </a:lnTo>
                  <a:lnTo>
                    <a:pt x="131076" y="314667"/>
                  </a:lnTo>
                  <a:lnTo>
                    <a:pt x="119735" y="300240"/>
                  </a:lnTo>
                  <a:lnTo>
                    <a:pt x="119735" y="250939"/>
                  </a:lnTo>
                  <a:lnTo>
                    <a:pt x="1123975" y="250939"/>
                  </a:lnTo>
                  <a:lnTo>
                    <a:pt x="1123975" y="257289"/>
                  </a:lnTo>
                  <a:lnTo>
                    <a:pt x="132435" y="257289"/>
                  </a:lnTo>
                  <a:lnTo>
                    <a:pt x="126085" y="263639"/>
                  </a:lnTo>
                  <a:lnTo>
                    <a:pt x="132435" y="263639"/>
                  </a:lnTo>
                  <a:lnTo>
                    <a:pt x="132435" y="318592"/>
                  </a:lnTo>
                  <a:close/>
                </a:path>
                <a:path w="1243964" h="337185">
                  <a:moveTo>
                    <a:pt x="132435" y="263639"/>
                  </a:moveTo>
                  <a:lnTo>
                    <a:pt x="126085" y="263639"/>
                  </a:lnTo>
                  <a:lnTo>
                    <a:pt x="132435" y="257289"/>
                  </a:lnTo>
                  <a:lnTo>
                    <a:pt x="132435" y="263639"/>
                  </a:lnTo>
                  <a:close/>
                </a:path>
                <a:path w="1243964" h="337185">
                  <a:moveTo>
                    <a:pt x="1111275" y="263639"/>
                  </a:moveTo>
                  <a:lnTo>
                    <a:pt x="132435" y="263639"/>
                  </a:lnTo>
                  <a:lnTo>
                    <a:pt x="132435" y="257289"/>
                  </a:lnTo>
                  <a:lnTo>
                    <a:pt x="1111275" y="257289"/>
                  </a:lnTo>
                  <a:lnTo>
                    <a:pt x="1111275" y="263639"/>
                  </a:lnTo>
                  <a:close/>
                </a:path>
                <a:path w="1243964" h="337185">
                  <a:moveTo>
                    <a:pt x="1111275" y="336943"/>
                  </a:moveTo>
                  <a:lnTo>
                    <a:pt x="1111275" y="257289"/>
                  </a:lnTo>
                  <a:lnTo>
                    <a:pt x="1117625" y="263639"/>
                  </a:lnTo>
                  <a:lnTo>
                    <a:pt x="1123975" y="263639"/>
                  </a:lnTo>
                  <a:lnTo>
                    <a:pt x="1123975" y="300240"/>
                  </a:lnTo>
                  <a:lnTo>
                    <a:pt x="1112634" y="314667"/>
                  </a:lnTo>
                  <a:lnTo>
                    <a:pt x="1123975" y="318592"/>
                  </a:lnTo>
                  <a:lnTo>
                    <a:pt x="1125702" y="318592"/>
                  </a:lnTo>
                  <a:lnTo>
                    <a:pt x="1111275" y="336943"/>
                  </a:lnTo>
                  <a:close/>
                </a:path>
                <a:path w="1243964" h="337185">
                  <a:moveTo>
                    <a:pt x="1123975" y="263639"/>
                  </a:moveTo>
                  <a:lnTo>
                    <a:pt x="1117625" y="263639"/>
                  </a:lnTo>
                  <a:lnTo>
                    <a:pt x="1111275" y="257289"/>
                  </a:lnTo>
                  <a:lnTo>
                    <a:pt x="1123975" y="257289"/>
                  </a:lnTo>
                  <a:lnTo>
                    <a:pt x="1123975" y="263639"/>
                  </a:lnTo>
                  <a:close/>
                </a:path>
                <a:path w="1243964" h="337185">
                  <a:moveTo>
                    <a:pt x="119735" y="318592"/>
                  </a:moveTo>
                  <a:lnTo>
                    <a:pt x="119735" y="300240"/>
                  </a:lnTo>
                  <a:lnTo>
                    <a:pt x="131076" y="314667"/>
                  </a:lnTo>
                  <a:lnTo>
                    <a:pt x="119735" y="318592"/>
                  </a:lnTo>
                  <a:close/>
                </a:path>
                <a:path w="1243964" h="337185">
                  <a:moveTo>
                    <a:pt x="1123975" y="318592"/>
                  </a:moveTo>
                  <a:lnTo>
                    <a:pt x="1112634" y="314667"/>
                  </a:lnTo>
                  <a:lnTo>
                    <a:pt x="1123975" y="300240"/>
                  </a:lnTo>
                  <a:lnTo>
                    <a:pt x="1123975" y="3185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5" name="object 105"/>
          <p:cNvSpPr txBox="1"/>
          <p:nvPr/>
        </p:nvSpPr>
        <p:spPr>
          <a:xfrm>
            <a:off x="1963648" y="2778429"/>
            <a:ext cx="63690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10" b="0">
                <a:solidFill>
                  <a:srgbClr val="000099"/>
                </a:solidFill>
                <a:latin typeface="WenQuanYi Zen Hei Mono"/>
                <a:cs typeface="WenQuanYi Zen Hei Mono"/>
              </a:rPr>
              <a:t>点到</a:t>
            </a:r>
            <a:r>
              <a:rPr dirty="0" sz="1600" spc="-5" b="0">
                <a:solidFill>
                  <a:srgbClr val="000099"/>
                </a:solidFill>
                <a:latin typeface="WenQuanYi Zen Hei Mono"/>
                <a:cs typeface="WenQuanYi Zen Hei Mono"/>
              </a:rPr>
              <a:t>点</a:t>
            </a:r>
            <a:endParaRPr sz="1600">
              <a:latin typeface="WenQuanYi Zen Hei Mono"/>
              <a:cs typeface="WenQuanYi Zen Hei Mono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7299959" y="1106424"/>
            <a:ext cx="1396365" cy="643255"/>
          </a:xfrm>
          <a:prstGeom prst="rect">
            <a:avLst/>
          </a:prstGeom>
        </p:spPr>
        <p:txBody>
          <a:bodyPr wrap="square" lIns="0" tIns="287020" rIns="0" bIns="0" rtlCol="0" vert="horz">
            <a:spAutoFit/>
          </a:bodyPr>
          <a:lstStyle/>
          <a:p>
            <a:pPr marL="179705">
              <a:lnSpc>
                <a:spcPct val="100000"/>
              </a:lnSpc>
              <a:spcBef>
                <a:spcPts val="2260"/>
              </a:spcBef>
            </a:pPr>
            <a:r>
              <a:rPr dirty="0" baseline="53819" sz="2400" spc="-7" b="1">
                <a:solidFill>
                  <a:srgbClr val="000099"/>
                </a:solidFill>
                <a:latin typeface="Times New Roman"/>
                <a:cs typeface="Times New Roman"/>
              </a:rPr>
              <a:t>AP</a:t>
            </a:r>
            <a:r>
              <a:rPr dirty="0" baseline="63492" sz="1575" spc="-7" b="1">
                <a:solidFill>
                  <a:srgbClr val="000099"/>
                </a:solidFill>
                <a:latin typeface="Times New Roman"/>
                <a:cs typeface="Times New Roman"/>
              </a:rPr>
              <a:t>2</a:t>
            </a:r>
            <a:r>
              <a:rPr dirty="0" baseline="63492" sz="1575" spc="120" b="1">
                <a:solidFill>
                  <a:srgbClr val="000099"/>
                </a:solidFill>
                <a:latin typeface="Times New Roman"/>
                <a:cs typeface="Times New Roman"/>
              </a:rPr>
              <a:t> </a:t>
            </a:r>
            <a:r>
              <a:rPr dirty="0" sz="2000" spc="10" b="0">
                <a:solidFill>
                  <a:srgbClr val="000099"/>
                </a:solidFill>
                <a:latin typeface="WenQuanYi Zen Hei Mono"/>
                <a:cs typeface="WenQuanYi Zen Hei Mono"/>
              </a:rPr>
              <a:t>应用</a:t>
            </a:r>
            <a:r>
              <a:rPr dirty="0" sz="2000" spc="5" b="0">
                <a:solidFill>
                  <a:srgbClr val="000099"/>
                </a:solidFill>
                <a:latin typeface="WenQuanYi Zen Hei Mono"/>
                <a:cs typeface="WenQuanYi Zen Hei Mono"/>
              </a:rPr>
              <a:t>层</a:t>
            </a:r>
            <a:endParaRPr sz="2000">
              <a:latin typeface="WenQuanYi Zen Hei Mono"/>
              <a:cs typeface="WenQuanYi Zen Hei Mono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7299959" y="1749551"/>
            <a:ext cx="1396365" cy="437515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570865">
              <a:lnSpc>
                <a:spcPct val="100000"/>
              </a:lnSpc>
              <a:spcBef>
                <a:spcPts val="795"/>
              </a:spcBef>
            </a:pPr>
            <a:r>
              <a:rPr dirty="0" sz="2000" spc="10" b="0">
                <a:solidFill>
                  <a:srgbClr val="000099"/>
                </a:solidFill>
                <a:latin typeface="WenQuanYi Zen Hei Mono"/>
                <a:cs typeface="WenQuanYi Zen Hei Mono"/>
              </a:rPr>
              <a:t>传输</a:t>
            </a:r>
            <a:r>
              <a:rPr dirty="0" sz="2000" spc="5" b="0">
                <a:solidFill>
                  <a:srgbClr val="000099"/>
                </a:solidFill>
                <a:latin typeface="WenQuanYi Zen Hei Mono"/>
                <a:cs typeface="WenQuanYi Zen Hei Mono"/>
              </a:rPr>
              <a:t>层</a:t>
            </a:r>
            <a:endParaRPr sz="2000">
              <a:latin typeface="WenQuanYi Zen Hei Mono"/>
              <a:cs typeface="WenQuanYi Zen Hei Mono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7299959" y="2294877"/>
            <a:ext cx="139636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02615">
              <a:lnSpc>
                <a:spcPct val="100000"/>
              </a:lnSpc>
              <a:spcBef>
                <a:spcPts val="105"/>
              </a:spcBef>
            </a:pPr>
            <a:r>
              <a:rPr dirty="0" sz="2000" spc="10" b="0">
                <a:solidFill>
                  <a:srgbClr val="000099"/>
                </a:solidFill>
                <a:latin typeface="WenQuanYi Zen Hei Mono"/>
                <a:cs typeface="WenQuanYi Zen Hei Mono"/>
              </a:rPr>
              <a:t>网络</a:t>
            </a:r>
            <a:r>
              <a:rPr dirty="0" sz="2000" spc="5" b="0">
                <a:solidFill>
                  <a:srgbClr val="000099"/>
                </a:solidFill>
                <a:latin typeface="WenQuanYi Zen Hei Mono"/>
                <a:cs typeface="WenQuanYi Zen Hei Mono"/>
              </a:rPr>
              <a:t>层</a:t>
            </a:r>
            <a:endParaRPr sz="2000">
              <a:latin typeface="WenQuanYi Zen Hei Mono"/>
              <a:cs typeface="WenQuanYi Zen Hei Mono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7299959" y="2753347"/>
            <a:ext cx="140144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5095">
              <a:lnSpc>
                <a:spcPct val="100000"/>
              </a:lnSpc>
              <a:spcBef>
                <a:spcPts val="105"/>
              </a:spcBef>
            </a:pPr>
            <a:r>
              <a:rPr dirty="0" sz="2000" spc="10" b="0">
                <a:solidFill>
                  <a:srgbClr val="000099"/>
                </a:solidFill>
                <a:latin typeface="WenQuanYi Zen Hei Mono"/>
                <a:cs typeface="WenQuanYi Zen Hei Mono"/>
              </a:rPr>
              <a:t>网络接口</a:t>
            </a:r>
            <a:r>
              <a:rPr dirty="0" sz="2000" spc="5" b="0">
                <a:solidFill>
                  <a:srgbClr val="000099"/>
                </a:solidFill>
                <a:latin typeface="WenQuanYi Zen Hei Mono"/>
                <a:cs typeface="WenQuanYi Zen Hei Mono"/>
              </a:rPr>
              <a:t>层</a:t>
            </a:r>
            <a:endParaRPr sz="2000">
              <a:latin typeface="WenQuanYi Zen Hei Mono"/>
              <a:cs typeface="WenQuanYi Zen Hei Mono"/>
            </a:endParaRPr>
          </a:p>
        </p:txBody>
      </p:sp>
      <p:grpSp>
        <p:nvGrpSpPr>
          <p:cNvPr id="110" name="object 110"/>
          <p:cNvGrpSpPr/>
          <p:nvPr/>
        </p:nvGrpSpPr>
        <p:grpSpPr>
          <a:xfrm>
            <a:off x="6042926" y="2774594"/>
            <a:ext cx="1243965" cy="337185"/>
            <a:chOff x="6042926" y="2774594"/>
            <a:chExt cx="1243965" cy="337185"/>
          </a:xfrm>
        </p:grpSpPr>
        <p:sp>
          <p:nvSpPr>
            <p:cNvPr id="111" name="object 111"/>
            <p:cNvSpPr/>
            <p:nvPr/>
          </p:nvSpPr>
          <p:spPr>
            <a:xfrm>
              <a:off x="6050280" y="2793492"/>
              <a:ext cx="1228725" cy="300355"/>
            </a:xfrm>
            <a:custGeom>
              <a:avLst/>
              <a:gdLst/>
              <a:ahLst/>
              <a:cxnLst/>
              <a:rect l="l" t="t" r="r" b="b"/>
              <a:pathLst>
                <a:path w="1228725" h="300355">
                  <a:moveTo>
                    <a:pt x="1110996" y="300227"/>
                  </a:moveTo>
                  <a:lnTo>
                    <a:pt x="1110996" y="237743"/>
                  </a:lnTo>
                  <a:lnTo>
                    <a:pt x="118872" y="237743"/>
                  </a:lnTo>
                  <a:lnTo>
                    <a:pt x="118872" y="300227"/>
                  </a:lnTo>
                  <a:lnTo>
                    <a:pt x="0" y="149351"/>
                  </a:lnTo>
                  <a:lnTo>
                    <a:pt x="118872" y="0"/>
                  </a:lnTo>
                  <a:lnTo>
                    <a:pt x="118872" y="60959"/>
                  </a:lnTo>
                  <a:lnTo>
                    <a:pt x="1110996" y="60959"/>
                  </a:lnTo>
                  <a:lnTo>
                    <a:pt x="1110996" y="0"/>
                  </a:lnTo>
                  <a:lnTo>
                    <a:pt x="1228344" y="149351"/>
                  </a:lnTo>
                  <a:lnTo>
                    <a:pt x="1110996" y="300227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6042926" y="2774594"/>
              <a:ext cx="1243965" cy="337185"/>
            </a:xfrm>
            <a:custGeom>
              <a:avLst/>
              <a:gdLst/>
              <a:ahLst/>
              <a:cxnLst/>
              <a:rect l="l" t="t" r="r" b="b"/>
              <a:pathLst>
                <a:path w="1243965" h="337185">
                  <a:moveTo>
                    <a:pt x="132435" y="336943"/>
                  </a:moveTo>
                  <a:lnTo>
                    <a:pt x="0" y="168478"/>
                  </a:lnTo>
                  <a:lnTo>
                    <a:pt x="132435" y="0"/>
                  </a:lnTo>
                  <a:lnTo>
                    <a:pt x="132435" y="18351"/>
                  </a:lnTo>
                  <a:lnTo>
                    <a:pt x="119735" y="18351"/>
                  </a:lnTo>
                  <a:lnTo>
                    <a:pt x="119735" y="36703"/>
                  </a:lnTo>
                  <a:lnTo>
                    <a:pt x="19237" y="164553"/>
                  </a:lnTo>
                  <a:lnTo>
                    <a:pt x="13068" y="164553"/>
                  </a:lnTo>
                  <a:lnTo>
                    <a:pt x="13068" y="172402"/>
                  </a:lnTo>
                  <a:lnTo>
                    <a:pt x="19238" y="172402"/>
                  </a:lnTo>
                  <a:lnTo>
                    <a:pt x="119735" y="300241"/>
                  </a:lnTo>
                  <a:lnTo>
                    <a:pt x="119735" y="318592"/>
                  </a:lnTo>
                  <a:lnTo>
                    <a:pt x="132435" y="318592"/>
                  </a:lnTo>
                  <a:lnTo>
                    <a:pt x="132435" y="336943"/>
                  </a:lnTo>
                  <a:close/>
                </a:path>
                <a:path w="1243965" h="337185">
                  <a:moveTo>
                    <a:pt x="1111275" y="79654"/>
                  </a:moveTo>
                  <a:lnTo>
                    <a:pt x="1111275" y="0"/>
                  </a:lnTo>
                  <a:lnTo>
                    <a:pt x="1125702" y="18351"/>
                  </a:lnTo>
                  <a:lnTo>
                    <a:pt x="1123975" y="18351"/>
                  </a:lnTo>
                  <a:lnTo>
                    <a:pt x="1112634" y="22275"/>
                  </a:lnTo>
                  <a:lnTo>
                    <a:pt x="1123975" y="36702"/>
                  </a:lnTo>
                  <a:lnTo>
                    <a:pt x="1123975" y="73304"/>
                  </a:lnTo>
                  <a:lnTo>
                    <a:pt x="1117625" y="73304"/>
                  </a:lnTo>
                  <a:lnTo>
                    <a:pt x="1111275" y="79654"/>
                  </a:lnTo>
                  <a:close/>
                </a:path>
                <a:path w="1243965" h="337185">
                  <a:moveTo>
                    <a:pt x="119735" y="36703"/>
                  </a:moveTo>
                  <a:lnTo>
                    <a:pt x="119735" y="18351"/>
                  </a:lnTo>
                  <a:lnTo>
                    <a:pt x="131076" y="22275"/>
                  </a:lnTo>
                  <a:lnTo>
                    <a:pt x="119735" y="36703"/>
                  </a:lnTo>
                  <a:close/>
                </a:path>
                <a:path w="1243965" h="337185">
                  <a:moveTo>
                    <a:pt x="1123975" y="86004"/>
                  </a:moveTo>
                  <a:lnTo>
                    <a:pt x="119735" y="86004"/>
                  </a:lnTo>
                  <a:lnTo>
                    <a:pt x="119736" y="36702"/>
                  </a:lnTo>
                  <a:lnTo>
                    <a:pt x="131076" y="22275"/>
                  </a:lnTo>
                  <a:lnTo>
                    <a:pt x="119735" y="18351"/>
                  </a:lnTo>
                  <a:lnTo>
                    <a:pt x="132435" y="18351"/>
                  </a:lnTo>
                  <a:lnTo>
                    <a:pt x="132435" y="73304"/>
                  </a:lnTo>
                  <a:lnTo>
                    <a:pt x="126085" y="73304"/>
                  </a:lnTo>
                  <a:lnTo>
                    <a:pt x="132435" y="79654"/>
                  </a:lnTo>
                  <a:lnTo>
                    <a:pt x="1123975" y="79654"/>
                  </a:lnTo>
                  <a:lnTo>
                    <a:pt x="1123975" y="86004"/>
                  </a:lnTo>
                  <a:close/>
                </a:path>
                <a:path w="1243965" h="337185">
                  <a:moveTo>
                    <a:pt x="1123975" y="36702"/>
                  </a:moveTo>
                  <a:lnTo>
                    <a:pt x="1112634" y="22275"/>
                  </a:lnTo>
                  <a:lnTo>
                    <a:pt x="1123975" y="18351"/>
                  </a:lnTo>
                  <a:lnTo>
                    <a:pt x="1123975" y="36702"/>
                  </a:lnTo>
                  <a:close/>
                </a:path>
                <a:path w="1243965" h="337185">
                  <a:moveTo>
                    <a:pt x="1227570" y="168478"/>
                  </a:moveTo>
                  <a:lnTo>
                    <a:pt x="1123976" y="36703"/>
                  </a:lnTo>
                  <a:lnTo>
                    <a:pt x="1123975" y="18351"/>
                  </a:lnTo>
                  <a:lnTo>
                    <a:pt x="1125702" y="18351"/>
                  </a:lnTo>
                  <a:lnTo>
                    <a:pt x="1240638" y="164553"/>
                  </a:lnTo>
                  <a:lnTo>
                    <a:pt x="1230655" y="164553"/>
                  </a:lnTo>
                  <a:lnTo>
                    <a:pt x="1227570" y="168478"/>
                  </a:lnTo>
                  <a:close/>
                </a:path>
                <a:path w="1243965" h="337185">
                  <a:moveTo>
                    <a:pt x="132435" y="79654"/>
                  </a:moveTo>
                  <a:lnTo>
                    <a:pt x="126085" y="73304"/>
                  </a:lnTo>
                  <a:lnTo>
                    <a:pt x="132435" y="73304"/>
                  </a:lnTo>
                  <a:lnTo>
                    <a:pt x="132435" y="79654"/>
                  </a:lnTo>
                  <a:close/>
                </a:path>
                <a:path w="1243965" h="337185">
                  <a:moveTo>
                    <a:pt x="1111275" y="79654"/>
                  </a:moveTo>
                  <a:lnTo>
                    <a:pt x="132435" y="79654"/>
                  </a:lnTo>
                  <a:lnTo>
                    <a:pt x="132435" y="73304"/>
                  </a:lnTo>
                  <a:lnTo>
                    <a:pt x="1111275" y="73304"/>
                  </a:lnTo>
                  <a:lnTo>
                    <a:pt x="1111275" y="79654"/>
                  </a:lnTo>
                  <a:close/>
                </a:path>
                <a:path w="1243965" h="337185">
                  <a:moveTo>
                    <a:pt x="1123975" y="79654"/>
                  </a:moveTo>
                  <a:lnTo>
                    <a:pt x="1111275" y="79654"/>
                  </a:lnTo>
                  <a:lnTo>
                    <a:pt x="1117625" y="73304"/>
                  </a:lnTo>
                  <a:lnTo>
                    <a:pt x="1123975" y="73304"/>
                  </a:lnTo>
                  <a:lnTo>
                    <a:pt x="1123975" y="79654"/>
                  </a:lnTo>
                  <a:close/>
                </a:path>
                <a:path w="1243965" h="337185">
                  <a:moveTo>
                    <a:pt x="13068" y="172402"/>
                  </a:moveTo>
                  <a:lnTo>
                    <a:pt x="13068" y="164553"/>
                  </a:lnTo>
                  <a:lnTo>
                    <a:pt x="16152" y="168478"/>
                  </a:lnTo>
                  <a:lnTo>
                    <a:pt x="13068" y="172402"/>
                  </a:lnTo>
                  <a:close/>
                </a:path>
                <a:path w="1243965" h="337185">
                  <a:moveTo>
                    <a:pt x="16153" y="168478"/>
                  </a:moveTo>
                  <a:lnTo>
                    <a:pt x="13068" y="164553"/>
                  </a:lnTo>
                  <a:lnTo>
                    <a:pt x="19237" y="164553"/>
                  </a:lnTo>
                  <a:lnTo>
                    <a:pt x="16153" y="168478"/>
                  </a:lnTo>
                  <a:close/>
                </a:path>
                <a:path w="1243965" h="337185">
                  <a:moveTo>
                    <a:pt x="1230655" y="172402"/>
                  </a:moveTo>
                  <a:lnTo>
                    <a:pt x="1227570" y="168478"/>
                  </a:lnTo>
                  <a:lnTo>
                    <a:pt x="1230655" y="164553"/>
                  </a:lnTo>
                  <a:lnTo>
                    <a:pt x="1230655" y="172402"/>
                  </a:lnTo>
                  <a:close/>
                </a:path>
                <a:path w="1243965" h="337185">
                  <a:moveTo>
                    <a:pt x="1240638" y="172402"/>
                  </a:moveTo>
                  <a:lnTo>
                    <a:pt x="1230655" y="172402"/>
                  </a:lnTo>
                  <a:lnTo>
                    <a:pt x="1230655" y="164553"/>
                  </a:lnTo>
                  <a:lnTo>
                    <a:pt x="1240638" y="164553"/>
                  </a:lnTo>
                  <a:lnTo>
                    <a:pt x="1243723" y="168478"/>
                  </a:lnTo>
                  <a:lnTo>
                    <a:pt x="1240638" y="172402"/>
                  </a:lnTo>
                  <a:close/>
                </a:path>
                <a:path w="1243965" h="337185">
                  <a:moveTo>
                    <a:pt x="19238" y="172402"/>
                  </a:moveTo>
                  <a:lnTo>
                    <a:pt x="13068" y="172402"/>
                  </a:lnTo>
                  <a:lnTo>
                    <a:pt x="16153" y="168478"/>
                  </a:lnTo>
                  <a:lnTo>
                    <a:pt x="19238" y="172402"/>
                  </a:lnTo>
                  <a:close/>
                </a:path>
                <a:path w="1243965" h="337185">
                  <a:moveTo>
                    <a:pt x="1125703" y="318592"/>
                  </a:moveTo>
                  <a:lnTo>
                    <a:pt x="1123975" y="318592"/>
                  </a:lnTo>
                  <a:lnTo>
                    <a:pt x="1123976" y="300241"/>
                  </a:lnTo>
                  <a:lnTo>
                    <a:pt x="1227570" y="168478"/>
                  </a:lnTo>
                  <a:lnTo>
                    <a:pt x="1230655" y="172402"/>
                  </a:lnTo>
                  <a:lnTo>
                    <a:pt x="1240638" y="172402"/>
                  </a:lnTo>
                  <a:lnTo>
                    <a:pt x="1125703" y="318592"/>
                  </a:lnTo>
                  <a:close/>
                </a:path>
                <a:path w="1243965" h="337185">
                  <a:moveTo>
                    <a:pt x="132435" y="318592"/>
                  </a:moveTo>
                  <a:lnTo>
                    <a:pt x="119735" y="318592"/>
                  </a:lnTo>
                  <a:lnTo>
                    <a:pt x="131076" y="314667"/>
                  </a:lnTo>
                  <a:lnTo>
                    <a:pt x="119736" y="300242"/>
                  </a:lnTo>
                  <a:lnTo>
                    <a:pt x="119735" y="250939"/>
                  </a:lnTo>
                  <a:lnTo>
                    <a:pt x="1123975" y="250939"/>
                  </a:lnTo>
                  <a:lnTo>
                    <a:pt x="1123975" y="257289"/>
                  </a:lnTo>
                  <a:lnTo>
                    <a:pt x="132435" y="257289"/>
                  </a:lnTo>
                  <a:lnTo>
                    <a:pt x="126085" y="263639"/>
                  </a:lnTo>
                  <a:lnTo>
                    <a:pt x="132435" y="263639"/>
                  </a:lnTo>
                  <a:lnTo>
                    <a:pt x="132435" y="318592"/>
                  </a:lnTo>
                  <a:close/>
                </a:path>
                <a:path w="1243965" h="337185">
                  <a:moveTo>
                    <a:pt x="132435" y="263639"/>
                  </a:moveTo>
                  <a:lnTo>
                    <a:pt x="126085" y="263639"/>
                  </a:lnTo>
                  <a:lnTo>
                    <a:pt x="132435" y="257289"/>
                  </a:lnTo>
                  <a:lnTo>
                    <a:pt x="132435" y="263639"/>
                  </a:lnTo>
                  <a:close/>
                </a:path>
                <a:path w="1243965" h="337185">
                  <a:moveTo>
                    <a:pt x="1111275" y="263639"/>
                  </a:moveTo>
                  <a:lnTo>
                    <a:pt x="132435" y="263639"/>
                  </a:lnTo>
                  <a:lnTo>
                    <a:pt x="132435" y="257289"/>
                  </a:lnTo>
                  <a:lnTo>
                    <a:pt x="1111275" y="257289"/>
                  </a:lnTo>
                  <a:lnTo>
                    <a:pt x="1111275" y="263639"/>
                  </a:lnTo>
                  <a:close/>
                </a:path>
                <a:path w="1243965" h="337185">
                  <a:moveTo>
                    <a:pt x="1111275" y="336943"/>
                  </a:moveTo>
                  <a:lnTo>
                    <a:pt x="1111275" y="257289"/>
                  </a:lnTo>
                  <a:lnTo>
                    <a:pt x="1117625" y="263639"/>
                  </a:lnTo>
                  <a:lnTo>
                    <a:pt x="1123975" y="263639"/>
                  </a:lnTo>
                  <a:lnTo>
                    <a:pt x="1123975" y="300242"/>
                  </a:lnTo>
                  <a:lnTo>
                    <a:pt x="1112634" y="314667"/>
                  </a:lnTo>
                  <a:lnTo>
                    <a:pt x="1123975" y="318592"/>
                  </a:lnTo>
                  <a:lnTo>
                    <a:pt x="1125703" y="318592"/>
                  </a:lnTo>
                  <a:lnTo>
                    <a:pt x="1111275" y="336943"/>
                  </a:lnTo>
                  <a:close/>
                </a:path>
                <a:path w="1243965" h="337185">
                  <a:moveTo>
                    <a:pt x="1123975" y="263639"/>
                  </a:moveTo>
                  <a:lnTo>
                    <a:pt x="1117625" y="263639"/>
                  </a:lnTo>
                  <a:lnTo>
                    <a:pt x="1111275" y="257289"/>
                  </a:lnTo>
                  <a:lnTo>
                    <a:pt x="1123975" y="257289"/>
                  </a:lnTo>
                  <a:lnTo>
                    <a:pt x="1123975" y="263639"/>
                  </a:lnTo>
                  <a:close/>
                </a:path>
                <a:path w="1243965" h="337185">
                  <a:moveTo>
                    <a:pt x="119735" y="318592"/>
                  </a:moveTo>
                  <a:lnTo>
                    <a:pt x="119735" y="300241"/>
                  </a:lnTo>
                  <a:lnTo>
                    <a:pt x="131076" y="314667"/>
                  </a:lnTo>
                  <a:lnTo>
                    <a:pt x="119735" y="318592"/>
                  </a:lnTo>
                  <a:close/>
                </a:path>
                <a:path w="1243965" h="337185">
                  <a:moveTo>
                    <a:pt x="1123975" y="318592"/>
                  </a:moveTo>
                  <a:lnTo>
                    <a:pt x="1112634" y="314667"/>
                  </a:lnTo>
                  <a:lnTo>
                    <a:pt x="1123975" y="300242"/>
                  </a:lnTo>
                  <a:lnTo>
                    <a:pt x="1123975" y="3185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3" name="object 113"/>
          <p:cNvSpPr txBox="1"/>
          <p:nvPr/>
        </p:nvSpPr>
        <p:spPr>
          <a:xfrm>
            <a:off x="6301168" y="2797098"/>
            <a:ext cx="63690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10" b="0">
                <a:solidFill>
                  <a:srgbClr val="000099"/>
                </a:solidFill>
                <a:latin typeface="WenQuanYi Zen Hei Mono"/>
                <a:cs typeface="WenQuanYi Zen Hei Mono"/>
              </a:rPr>
              <a:t>点到</a:t>
            </a:r>
            <a:r>
              <a:rPr dirty="0" sz="1600" spc="-5" b="0">
                <a:solidFill>
                  <a:srgbClr val="000099"/>
                </a:solidFill>
                <a:latin typeface="WenQuanYi Zen Hei Mono"/>
                <a:cs typeface="WenQuanYi Zen Hei Mono"/>
              </a:rPr>
              <a:t>点</a:t>
            </a:r>
            <a:endParaRPr sz="1600">
              <a:latin typeface="WenQuanYi Zen Hei Mono"/>
              <a:cs typeface="WenQuanYi Zen Hei Mono"/>
            </a:endParaRPr>
          </a:p>
        </p:txBody>
      </p:sp>
      <p:grpSp>
        <p:nvGrpSpPr>
          <p:cNvPr id="114" name="object 114"/>
          <p:cNvGrpSpPr/>
          <p:nvPr/>
        </p:nvGrpSpPr>
        <p:grpSpPr>
          <a:xfrm>
            <a:off x="3937927" y="2774594"/>
            <a:ext cx="1108075" cy="337185"/>
            <a:chOff x="3937927" y="2774594"/>
            <a:chExt cx="1108075" cy="337185"/>
          </a:xfrm>
        </p:grpSpPr>
        <p:sp>
          <p:nvSpPr>
            <p:cNvPr id="115" name="object 115"/>
            <p:cNvSpPr/>
            <p:nvPr/>
          </p:nvSpPr>
          <p:spPr>
            <a:xfrm>
              <a:off x="3945635" y="2793492"/>
              <a:ext cx="1091565" cy="300355"/>
            </a:xfrm>
            <a:custGeom>
              <a:avLst/>
              <a:gdLst/>
              <a:ahLst/>
              <a:cxnLst/>
              <a:rect l="l" t="t" r="r" b="b"/>
              <a:pathLst>
                <a:path w="1091564" h="300355">
                  <a:moveTo>
                    <a:pt x="973836" y="300227"/>
                  </a:moveTo>
                  <a:lnTo>
                    <a:pt x="973836" y="237743"/>
                  </a:lnTo>
                  <a:lnTo>
                    <a:pt x="118872" y="237743"/>
                  </a:lnTo>
                  <a:lnTo>
                    <a:pt x="118872" y="300227"/>
                  </a:lnTo>
                  <a:lnTo>
                    <a:pt x="0" y="149351"/>
                  </a:lnTo>
                  <a:lnTo>
                    <a:pt x="118872" y="0"/>
                  </a:lnTo>
                  <a:lnTo>
                    <a:pt x="118872" y="60959"/>
                  </a:lnTo>
                  <a:lnTo>
                    <a:pt x="973836" y="60959"/>
                  </a:lnTo>
                  <a:lnTo>
                    <a:pt x="973836" y="0"/>
                  </a:lnTo>
                  <a:lnTo>
                    <a:pt x="1091184" y="149351"/>
                  </a:lnTo>
                  <a:lnTo>
                    <a:pt x="973836" y="300227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3937927" y="2774594"/>
              <a:ext cx="1108075" cy="337185"/>
            </a:xfrm>
            <a:custGeom>
              <a:avLst/>
              <a:gdLst/>
              <a:ahLst/>
              <a:cxnLst/>
              <a:rect l="l" t="t" r="r" b="b"/>
              <a:pathLst>
                <a:path w="1108075" h="337185">
                  <a:moveTo>
                    <a:pt x="132435" y="336943"/>
                  </a:moveTo>
                  <a:lnTo>
                    <a:pt x="0" y="168478"/>
                  </a:lnTo>
                  <a:lnTo>
                    <a:pt x="132435" y="0"/>
                  </a:lnTo>
                  <a:lnTo>
                    <a:pt x="132435" y="18351"/>
                  </a:lnTo>
                  <a:lnTo>
                    <a:pt x="119735" y="18351"/>
                  </a:lnTo>
                  <a:lnTo>
                    <a:pt x="119735" y="36703"/>
                  </a:lnTo>
                  <a:lnTo>
                    <a:pt x="19237" y="164553"/>
                  </a:lnTo>
                  <a:lnTo>
                    <a:pt x="13068" y="164553"/>
                  </a:lnTo>
                  <a:lnTo>
                    <a:pt x="13068" y="172402"/>
                  </a:lnTo>
                  <a:lnTo>
                    <a:pt x="19238" y="172402"/>
                  </a:lnTo>
                  <a:lnTo>
                    <a:pt x="119735" y="300241"/>
                  </a:lnTo>
                  <a:lnTo>
                    <a:pt x="119735" y="318592"/>
                  </a:lnTo>
                  <a:lnTo>
                    <a:pt x="132435" y="318592"/>
                  </a:lnTo>
                  <a:lnTo>
                    <a:pt x="132435" y="336943"/>
                  </a:lnTo>
                  <a:close/>
                </a:path>
                <a:path w="1108075" h="337185">
                  <a:moveTo>
                    <a:pt x="975042" y="79654"/>
                  </a:moveTo>
                  <a:lnTo>
                    <a:pt x="975042" y="0"/>
                  </a:lnTo>
                  <a:lnTo>
                    <a:pt x="989469" y="18351"/>
                  </a:lnTo>
                  <a:lnTo>
                    <a:pt x="987742" y="18351"/>
                  </a:lnTo>
                  <a:lnTo>
                    <a:pt x="976401" y="22275"/>
                  </a:lnTo>
                  <a:lnTo>
                    <a:pt x="987742" y="36702"/>
                  </a:lnTo>
                  <a:lnTo>
                    <a:pt x="987742" y="73304"/>
                  </a:lnTo>
                  <a:lnTo>
                    <a:pt x="981392" y="73304"/>
                  </a:lnTo>
                  <a:lnTo>
                    <a:pt x="975042" y="79654"/>
                  </a:lnTo>
                  <a:close/>
                </a:path>
                <a:path w="1108075" h="337185">
                  <a:moveTo>
                    <a:pt x="119735" y="36703"/>
                  </a:moveTo>
                  <a:lnTo>
                    <a:pt x="119735" y="18351"/>
                  </a:lnTo>
                  <a:lnTo>
                    <a:pt x="131076" y="22275"/>
                  </a:lnTo>
                  <a:lnTo>
                    <a:pt x="119735" y="36703"/>
                  </a:lnTo>
                  <a:close/>
                </a:path>
                <a:path w="1108075" h="337185">
                  <a:moveTo>
                    <a:pt x="987742" y="86004"/>
                  </a:moveTo>
                  <a:lnTo>
                    <a:pt x="119735" y="86004"/>
                  </a:lnTo>
                  <a:lnTo>
                    <a:pt x="119736" y="36702"/>
                  </a:lnTo>
                  <a:lnTo>
                    <a:pt x="131076" y="22275"/>
                  </a:lnTo>
                  <a:lnTo>
                    <a:pt x="119735" y="18351"/>
                  </a:lnTo>
                  <a:lnTo>
                    <a:pt x="132435" y="18351"/>
                  </a:lnTo>
                  <a:lnTo>
                    <a:pt x="132435" y="73304"/>
                  </a:lnTo>
                  <a:lnTo>
                    <a:pt x="126085" y="73304"/>
                  </a:lnTo>
                  <a:lnTo>
                    <a:pt x="132435" y="79654"/>
                  </a:lnTo>
                  <a:lnTo>
                    <a:pt x="987742" y="79654"/>
                  </a:lnTo>
                  <a:lnTo>
                    <a:pt x="987742" y="86004"/>
                  </a:lnTo>
                  <a:close/>
                </a:path>
                <a:path w="1108075" h="337185">
                  <a:moveTo>
                    <a:pt x="987742" y="36702"/>
                  </a:moveTo>
                  <a:lnTo>
                    <a:pt x="976401" y="22275"/>
                  </a:lnTo>
                  <a:lnTo>
                    <a:pt x="987742" y="18351"/>
                  </a:lnTo>
                  <a:lnTo>
                    <a:pt x="987742" y="36702"/>
                  </a:lnTo>
                  <a:close/>
                </a:path>
                <a:path w="1108075" h="337185">
                  <a:moveTo>
                    <a:pt x="1091337" y="168478"/>
                  </a:moveTo>
                  <a:lnTo>
                    <a:pt x="987743" y="36703"/>
                  </a:lnTo>
                  <a:lnTo>
                    <a:pt x="987742" y="18351"/>
                  </a:lnTo>
                  <a:lnTo>
                    <a:pt x="989469" y="18351"/>
                  </a:lnTo>
                  <a:lnTo>
                    <a:pt x="1104405" y="164553"/>
                  </a:lnTo>
                  <a:lnTo>
                    <a:pt x="1094422" y="164553"/>
                  </a:lnTo>
                  <a:lnTo>
                    <a:pt x="1091337" y="168478"/>
                  </a:lnTo>
                  <a:close/>
                </a:path>
                <a:path w="1108075" h="337185">
                  <a:moveTo>
                    <a:pt x="132435" y="79654"/>
                  </a:moveTo>
                  <a:lnTo>
                    <a:pt x="126085" y="73304"/>
                  </a:lnTo>
                  <a:lnTo>
                    <a:pt x="132435" y="73304"/>
                  </a:lnTo>
                  <a:lnTo>
                    <a:pt x="132435" y="79654"/>
                  </a:lnTo>
                  <a:close/>
                </a:path>
                <a:path w="1108075" h="337185">
                  <a:moveTo>
                    <a:pt x="975042" y="79654"/>
                  </a:moveTo>
                  <a:lnTo>
                    <a:pt x="132435" y="79654"/>
                  </a:lnTo>
                  <a:lnTo>
                    <a:pt x="132435" y="73304"/>
                  </a:lnTo>
                  <a:lnTo>
                    <a:pt x="975042" y="73304"/>
                  </a:lnTo>
                  <a:lnTo>
                    <a:pt x="975042" y="79654"/>
                  </a:lnTo>
                  <a:close/>
                </a:path>
                <a:path w="1108075" h="337185">
                  <a:moveTo>
                    <a:pt x="987742" y="79654"/>
                  </a:moveTo>
                  <a:lnTo>
                    <a:pt x="975042" y="79654"/>
                  </a:lnTo>
                  <a:lnTo>
                    <a:pt x="981392" y="73304"/>
                  </a:lnTo>
                  <a:lnTo>
                    <a:pt x="987742" y="73304"/>
                  </a:lnTo>
                  <a:lnTo>
                    <a:pt x="987742" y="79654"/>
                  </a:lnTo>
                  <a:close/>
                </a:path>
                <a:path w="1108075" h="337185">
                  <a:moveTo>
                    <a:pt x="13068" y="172402"/>
                  </a:moveTo>
                  <a:lnTo>
                    <a:pt x="13068" y="164553"/>
                  </a:lnTo>
                  <a:lnTo>
                    <a:pt x="16152" y="168478"/>
                  </a:lnTo>
                  <a:lnTo>
                    <a:pt x="13068" y="172402"/>
                  </a:lnTo>
                  <a:close/>
                </a:path>
                <a:path w="1108075" h="337185">
                  <a:moveTo>
                    <a:pt x="16153" y="168478"/>
                  </a:moveTo>
                  <a:lnTo>
                    <a:pt x="13068" y="164553"/>
                  </a:lnTo>
                  <a:lnTo>
                    <a:pt x="19237" y="164553"/>
                  </a:lnTo>
                  <a:lnTo>
                    <a:pt x="16153" y="168478"/>
                  </a:lnTo>
                  <a:close/>
                </a:path>
                <a:path w="1108075" h="337185">
                  <a:moveTo>
                    <a:pt x="1094422" y="172402"/>
                  </a:moveTo>
                  <a:lnTo>
                    <a:pt x="1091337" y="168478"/>
                  </a:lnTo>
                  <a:lnTo>
                    <a:pt x="1094422" y="164553"/>
                  </a:lnTo>
                  <a:lnTo>
                    <a:pt x="1094422" y="172402"/>
                  </a:lnTo>
                  <a:close/>
                </a:path>
                <a:path w="1108075" h="337185">
                  <a:moveTo>
                    <a:pt x="1104405" y="172402"/>
                  </a:moveTo>
                  <a:lnTo>
                    <a:pt x="1094422" y="172402"/>
                  </a:lnTo>
                  <a:lnTo>
                    <a:pt x="1094422" y="164553"/>
                  </a:lnTo>
                  <a:lnTo>
                    <a:pt x="1104405" y="164553"/>
                  </a:lnTo>
                  <a:lnTo>
                    <a:pt x="1107490" y="168478"/>
                  </a:lnTo>
                  <a:lnTo>
                    <a:pt x="1104405" y="172402"/>
                  </a:lnTo>
                  <a:close/>
                </a:path>
                <a:path w="1108075" h="337185">
                  <a:moveTo>
                    <a:pt x="19238" y="172402"/>
                  </a:moveTo>
                  <a:lnTo>
                    <a:pt x="13068" y="172402"/>
                  </a:lnTo>
                  <a:lnTo>
                    <a:pt x="16153" y="168478"/>
                  </a:lnTo>
                  <a:lnTo>
                    <a:pt x="19238" y="172402"/>
                  </a:lnTo>
                  <a:close/>
                </a:path>
                <a:path w="1108075" h="337185">
                  <a:moveTo>
                    <a:pt x="989470" y="318592"/>
                  </a:moveTo>
                  <a:lnTo>
                    <a:pt x="987742" y="318592"/>
                  </a:lnTo>
                  <a:lnTo>
                    <a:pt x="987743" y="300241"/>
                  </a:lnTo>
                  <a:lnTo>
                    <a:pt x="1091337" y="168478"/>
                  </a:lnTo>
                  <a:lnTo>
                    <a:pt x="1094422" y="172402"/>
                  </a:lnTo>
                  <a:lnTo>
                    <a:pt x="1104405" y="172402"/>
                  </a:lnTo>
                  <a:lnTo>
                    <a:pt x="989470" y="318592"/>
                  </a:lnTo>
                  <a:close/>
                </a:path>
                <a:path w="1108075" h="337185">
                  <a:moveTo>
                    <a:pt x="132435" y="318592"/>
                  </a:moveTo>
                  <a:lnTo>
                    <a:pt x="119735" y="318592"/>
                  </a:lnTo>
                  <a:lnTo>
                    <a:pt x="131076" y="314667"/>
                  </a:lnTo>
                  <a:lnTo>
                    <a:pt x="119736" y="300242"/>
                  </a:lnTo>
                  <a:lnTo>
                    <a:pt x="119735" y="250939"/>
                  </a:lnTo>
                  <a:lnTo>
                    <a:pt x="987742" y="250939"/>
                  </a:lnTo>
                  <a:lnTo>
                    <a:pt x="987742" y="257289"/>
                  </a:lnTo>
                  <a:lnTo>
                    <a:pt x="132435" y="257289"/>
                  </a:lnTo>
                  <a:lnTo>
                    <a:pt x="126085" y="263639"/>
                  </a:lnTo>
                  <a:lnTo>
                    <a:pt x="132435" y="263639"/>
                  </a:lnTo>
                  <a:lnTo>
                    <a:pt x="132435" y="318592"/>
                  </a:lnTo>
                  <a:close/>
                </a:path>
                <a:path w="1108075" h="337185">
                  <a:moveTo>
                    <a:pt x="132435" y="263639"/>
                  </a:moveTo>
                  <a:lnTo>
                    <a:pt x="126085" y="263639"/>
                  </a:lnTo>
                  <a:lnTo>
                    <a:pt x="132435" y="257289"/>
                  </a:lnTo>
                  <a:lnTo>
                    <a:pt x="132435" y="263639"/>
                  </a:lnTo>
                  <a:close/>
                </a:path>
                <a:path w="1108075" h="337185">
                  <a:moveTo>
                    <a:pt x="975042" y="263639"/>
                  </a:moveTo>
                  <a:lnTo>
                    <a:pt x="132435" y="263639"/>
                  </a:lnTo>
                  <a:lnTo>
                    <a:pt x="132435" y="257289"/>
                  </a:lnTo>
                  <a:lnTo>
                    <a:pt x="975042" y="257289"/>
                  </a:lnTo>
                  <a:lnTo>
                    <a:pt x="975042" y="263639"/>
                  </a:lnTo>
                  <a:close/>
                </a:path>
                <a:path w="1108075" h="337185">
                  <a:moveTo>
                    <a:pt x="975042" y="336943"/>
                  </a:moveTo>
                  <a:lnTo>
                    <a:pt x="975042" y="257289"/>
                  </a:lnTo>
                  <a:lnTo>
                    <a:pt x="981392" y="263639"/>
                  </a:lnTo>
                  <a:lnTo>
                    <a:pt x="987742" y="263639"/>
                  </a:lnTo>
                  <a:lnTo>
                    <a:pt x="987742" y="300242"/>
                  </a:lnTo>
                  <a:lnTo>
                    <a:pt x="976401" y="314667"/>
                  </a:lnTo>
                  <a:lnTo>
                    <a:pt x="987742" y="318592"/>
                  </a:lnTo>
                  <a:lnTo>
                    <a:pt x="989470" y="318592"/>
                  </a:lnTo>
                  <a:lnTo>
                    <a:pt x="975042" y="336943"/>
                  </a:lnTo>
                  <a:close/>
                </a:path>
                <a:path w="1108075" h="337185">
                  <a:moveTo>
                    <a:pt x="987742" y="263639"/>
                  </a:moveTo>
                  <a:lnTo>
                    <a:pt x="981392" y="263639"/>
                  </a:lnTo>
                  <a:lnTo>
                    <a:pt x="975042" y="257289"/>
                  </a:lnTo>
                  <a:lnTo>
                    <a:pt x="987742" y="257289"/>
                  </a:lnTo>
                  <a:lnTo>
                    <a:pt x="987742" y="263639"/>
                  </a:lnTo>
                  <a:close/>
                </a:path>
                <a:path w="1108075" h="337185">
                  <a:moveTo>
                    <a:pt x="119735" y="318592"/>
                  </a:moveTo>
                  <a:lnTo>
                    <a:pt x="119735" y="300241"/>
                  </a:lnTo>
                  <a:lnTo>
                    <a:pt x="131076" y="314667"/>
                  </a:lnTo>
                  <a:lnTo>
                    <a:pt x="119735" y="318592"/>
                  </a:lnTo>
                  <a:close/>
                </a:path>
                <a:path w="1108075" h="337185">
                  <a:moveTo>
                    <a:pt x="987742" y="318592"/>
                  </a:moveTo>
                  <a:lnTo>
                    <a:pt x="976401" y="314667"/>
                  </a:lnTo>
                  <a:lnTo>
                    <a:pt x="987742" y="300242"/>
                  </a:lnTo>
                  <a:lnTo>
                    <a:pt x="987742" y="3185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7" name="object 117"/>
          <p:cNvSpPr txBox="1"/>
          <p:nvPr/>
        </p:nvSpPr>
        <p:spPr>
          <a:xfrm>
            <a:off x="4196169" y="2797098"/>
            <a:ext cx="63690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10" b="0">
                <a:solidFill>
                  <a:srgbClr val="000099"/>
                </a:solidFill>
                <a:latin typeface="WenQuanYi Zen Hei Mono"/>
                <a:cs typeface="WenQuanYi Zen Hei Mono"/>
              </a:rPr>
              <a:t>点到</a:t>
            </a:r>
            <a:r>
              <a:rPr dirty="0" sz="1600" spc="-5" b="0">
                <a:solidFill>
                  <a:srgbClr val="000099"/>
                </a:solidFill>
                <a:latin typeface="WenQuanYi Zen Hei Mono"/>
                <a:cs typeface="WenQuanYi Zen Hei Mono"/>
              </a:rPr>
              <a:t>点</a:t>
            </a:r>
            <a:endParaRPr sz="1600">
              <a:latin typeface="WenQuanYi Zen Hei Mono"/>
              <a:cs typeface="WenQuanYi Zen Hei Mono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3207829" y="2399068"/>
            <a:ext cx="256603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107565" algn="l"/>
              </a:tabLst>
            </a:pPr>
            <a:r>
              <a:rPr dirty="0" baseline="1736" sz="2400" spc="-7" b="1">
                <a:solidFill>
                  <a:srgbClr val="000099"/>
                </a:solidFill>
                <a:latin typeface="Times New Roman"/>
                <a:cs typeface="Times New Roman"/>
              </a:rPr>
              <a:t>IP</a:t>
            </a:r>
            <a:r>
              <a:rPr dirty="0" baseline="1736" sz="2400" spc="-135" b="1">
                <a:solidFill>
                  <a:srgbClr val="000099"/>
                </a:solidFill>
                <a:latin typeface="Times New Roman"/>
                <a:cs typeface="Times New Roman"/>
              </a:rPr>
              <a:t> </a:t>
            </a:r>
            <a:r>
              <a:rPr dirty="0" baseline="1736" sz="2400" spc="-7" b="0">
                <a:solidFill>
                  <a:srgbClr val="000099"/>
                </a:solidFill>
                <a:latin typeface="WenQuanYi Zen Hei Mono"/>
                <a:cs typeface="WenQuanYi Zen Hei Mono"/>
              </a:rPr>
              <a:t>层	</a:t>
            </a:r>
            <a:r>
              <a:rPr dirty="0" sz="1600" spc="-5" b="1">
                <a:solidFill>
                  <a:srgbClr val="000099"/>
                </a:solidFill>
                <a:latin typeface="Times New Roman"/>
                <a:cs typeface="Times New Roman"/>
              </a:rPr>
              <a:t>IP</a:t>
            </a:r>
            <a:r>
              <a:rPr dirty="0" sz="1600" spc="-160" b="1">
                <a:solidFill>
                  <a:srgbClr val="000099"/>
                </a:solidFill>
                <a:latin typeface="Times New Roman"/>
                <a:cs typeface="Times New Roman"/>
              </a:rPr>
              <a:t> </a:t>
            </a:r>
            <a:r>
              <a:rPr dirty="0" sz="1600" spc="-5" b="0">
                <a:solidFill>
                  <a:srgbClr val="000099"/>
                </a:solidFill>
                <a:latin typeface="WenQuanYi Zen Hei Mono"/>
                <a:cs typeface="WenQuanYi Zen Hei Mono"/>
              </a:rPr>
              <a:t>层</a:t>
            </a:r>
            <a:endParaRPr sz="1600">
              <a:latin typeface="WenQuanYi Zen Hei Mono"/>
              <a:cs typeface="WenQuanYi Zen Hei Mon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49334" y="6423025"/>
            <a:ext cx="20383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">
                <a:latin typeface="Times New Roman"/>
                <a:cs typeface="Times New Roman"/>
              </a:rPr>
              <a:t>4</a:t>
            </a:r>
            <a:r>
              <a:rPr dirty="0" sz="1400">
                <a:latin typeface="Times New Roman"/>
                <a:cs typeface="Times New Roman"/>
              </a:rPr>
              <a:t>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3265" y="753223"/>
            <a:ext cx="7950200" cy="221932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20000"/>
              </a:lnSpc>
              <a:spcBef>
                <a:spcPts val="100"/>
              </a:spcBef>
            </a:pPr>
            <a:r>
              <a:rPr dirty="0"/>
              <a:t>在整个过程中，主机</a:t>
            </a:r>
            <a:r>
              <a:rPr dirty="0">
                <a:latin typeface="Times New Roman"/>
                <a:cs typeface="Times New Roman"/>
              </a:rPr>
              <a:t>1</a:t>
            </a:r>
            <a:r>
              <a:rPr dirty="0"/>
              <a:t>的应用层和传输层看到的就是其通信 </a:t>
            </a:r>
            <a:r>
              <a:rPr dirty="0">
                <a:solidFill>
                  <a:srgbClr val="FF0000"/>
                </a:solidFill>
              </a:rPr>
              <a:t>对等端</a:t>
            </a:r>
            <a:r>
              <a:rPr dirty="0"/>
              <a:t>（主机</a:t>
            </a:r>
            <a:r>
              <a:rPr dirty="0">
                <a:latin typeface="Times New Roman"/>
                <a:cs typeface="Times New Roman"/>
              </a:rPr>
              <a:t>2</a:t>
            </a:r>
            <a:r>
              <a:rPr dirty="0"/>
              <a:t>）的相应层，而主机</a:t>
            </a:r>
            <a:r>
              <a:rPr dirty="0">
                <a:latin typeface="Times New Roman"/>
                <a:cs typeface="Times New Roman"/>
              </a:rPr>
              <a:t>1</a:t>
            </a:r>
            <a:r>
              <a:rPr dirty="0"/>
              <a:t>、</a:t>
            </a:r>
            <a:r>
              <a:rPr dirty="0" spc="-5">
                <a:latin typeface="Times New Roman"/>
                <a:cs typeface="Times New Roman"/>
              </a:rPr>
              <a:t>R1</a:t>
            </a:r>
            <a:r>
              <a:rPr dirty="0"/>
              <a:t>、</a:t>
            </a:r>
            <a:r>
              <a:rPr dirty="0" spc="-5">
                <a:latin typeface="Times New Roman"/>
                <a:cs typeface="Times New Roman"/>
              </a:rPr>
              <a:t>R2</a:t>
            </a:r>
            <a:r>
              <a:rPr dirty="0"/>
              <a:t>和主机</a:t>
            </a:r>
            <a:r>
              <a:rPr dirty="0">
                <a:latin typeface="Times New Roman"/>
                <a:cs typeface="Times New Roman"/>
              </a:rPr>
              <a:t>2</a:t>
            </a:r>
            <a:r>
              <a:rPr dirty="0"/>
              <a:t>的</a:t>
            </a:r>
            <a:r>
              <a:rPr dirty="0">
                <a:latin typeface="Times New Roman"/>
                <a:cs typeface="Times New Roman"/>
              </a:rPr>
              <a:t>IP  </a:t>
            </a:r>
            <a:r>
              <a:rPr dirty="0"/>
              <a:t>层、网络接口层看到的都是与自己</a:t>
            </a:r>
            <a:r>
              <a:rPr dirty="0">
                <a:solidFill>
                  <a:srgbClr val="FF0000"/>
                </a:solidFill>
              </a:rPr>
              <a:t>直连</a:t>
            </a:r>
            <a:r>
              <a:rPr dirty="0"/>
              <a:t>的下一跳设备的相应 层。从这一点看，我们称应用层和传输层是端到端的，而其 下各层是点到点的。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3265" y="3023349"/>
            <a:ext cx="7952105" cy="18567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dirty="0" sz="2400" spc="5" b="0">
                <a:latin typeface="Noto Sans CJK JP Medium"/>
                <a:cs typeface="Noto Sans CJK JP Medium"/>
              </a:rPr>
              <a:t>点到点</a:t>
            </a:r>
            <a:r>
              <a:rPr dirty="0" sz="2400">
                <a:latin typeface="UKIJ CJK"/>
                <a:cs typeface="UKIJ CJK"/>
              </a:rPr>
              <a:t>：指对等实体间的通信由一段直接相连的机器间的通 信组成。</a:t>
            </a:r>
            <a:endParaRPr sz="2400">
              <a:latin typeface="UKIJ CJK"/>
              <a:cs typeface="UKIJ CJK"/>
            </a:endParaRPr>
          </a:p>
          <a:p>
            <a:pPr marL="12700" marR="5080">
              <a:lnSpc>
                <a:spcPct val="120000"/>
              </a:lnSpc>
              <a:spcBef>
                <a:spcPts val="595"/>
              </a:spcBef>
            </a:pPr>
            <a:r>
              <a:rPr dirty="0" sz="2400" spc="5" b="0">
                <a:latin typeface="Noto Sans CJK JP Medium"/>
                <a:cs typeface="Noto Sans CJK JP Medium"/>
              </a:rPr>
              <a:t>端到端</a:t>
            </a:r>
            <a:r>
              <a:rPr dirty="0" sz="2400">
                <a:latin typeface="UKIJ CJK"/>
                <a:cs typeface="UKIJ CJK"/>
              </a:rPr>
              <a:t>：指对等实体间的通信向拥有一条直接线路，而不管 中间要经过多少通信节点。</a:t>
            </a:r>
            <a:endParaRPr sz="2400">
              <a:latin typeface="UKIJ CJK"/>
              <a:cs typeface="UKIJ CJK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76237" y="4836464"/>
            <a:ext cx="8315325" cy="466725"/>
          </a:xfrm>
          <a:custGeom>
            <a:avLst/>
            <a:gdLst/>
            <a:ahLst/>
            <a:cxnLst/>
            <a:rect l="l" t="t" r="r" b="b"/>
            <a:pathLst>
              <a:path w="8315325" h="466725">
                <a:moveTo>
                  <a:pt x="8315325" y="0"/>
                </a:moveTo>
                <a:lnTo>
                  <a:pt x="0" y="0"/>
                </a:lnTo>
                <a:lnTo>
                  <a:pt x="0" y="466725"/>
                </a:lnTo>
                <a:lnTo>
                  <a:pt x="8315325" y="466725"/>
                </a:lnTo>
                <a:lnTo>
                  <a:pt x="8315325" y="461962"/>
                </a:lnTo>
                <a:lnTo>
                  <a:pt x="8315325" y="457200"/>
                </a:lnTo>
                <a:lnTo>
                  <a:pt x="8315325" y="9525"/>
                </a:lnTo>
                <a:lnTo>
                  <a:pt x="8315325" y="4762"/>
                </a:lnTo>
                <a:lnTo>
                  <a:pt x="83153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1000" y="4841747"/>
            <a:ext cx="8305800" cy="457200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60"/>
              </a:spcBef>
            </a:pPr>
            <a:r>
              <a:rPr dirty="0" sz="1600" spc="15">
                <a:solidFill>
                  <a:srgbClr val="FFFFFF"/>
                </a:solidFill>
                <a:latin typeface="Trebuchet MS"/>
                <a:cs typeface="Trebuchet MS"/>
              </a:rPr>
              <a:t>IP</a:t>
            </a:r>
            <a:r>
              <a:rPr dirty="0" sz="1600">
                <a:solidFill>
                  <a:srgbClr val="FFFFFF"/>
                </a:solidFill>
                <a:latin typeface="Noto Sans CJK JP Black"/>
                <a:cs typeface="Noto Sans CJK JP Black"/>
              </a:rPr>
              <a:t>、</a:t>
            </a:r>
            <a:r>
              <a:rPr dirty="0" sz="1600" spc="35">
                <a:solidFill>
                  <a:srgbClr val="FFFFFF"/>
                </a:solidFill>
                <a:latin typeface="Trebuchet MS"/>
                <a:cs typeface="Trebuchet MS"/>
              </a:rPr>
              <a:t>ICMP</a:t>
            </a:r>
            <a:r>
              <a:rPr dirty="0" sz="1600">
                <a:solidFill>
                  <a:srgbClr val="FFFFFF"/>
                </a:solidFill>
                <a:latin typeface="Noto Sans CJK JP Black"/>
                <a:cs typeface="Noto Sans CJK JP Black"/>
              </a:rPr>
              <a:t>、</a:t>
            </a:r>
            <a:r>
              <a:rPr dirty="0" sz="1600" spc="30">
                <a:solidFill>
                  <a:srgbClr val="FFFFFF"/>
                </a:solidFill>
                <a:latin typeface="Trebuchet MS"/>
                <a:cs typeface="Trebuchet MS"/>
              </a:rPr>
              <a:t>IGMP</a:t>
            </a:r>
            <a:r>
              <a:rPr dirty="0" sz="1600">
                <a:solidFill>
                  <a:srgbClr val="FFFFFF"/>
                </a:solidFill>
                <a:latin typeface="Noto Sans CJK JP Black"/>
                <a:cs typeface="Noto Sans CJK JP Black"/>
              </a:rPr>
              <a:t>、</a:t>
            </a:r>
            <a:r>
              <a:rPr dirty="0" sz="1600" spc="30">
                <a:solidFill>
                  <a:srgbClr val="FFFFFF"/>
                </a:solidFill>
                <a:latin typeface="Trebuchet MS"/>
                <a:cs typeface="Trebuchet MS"/>
              </a:rPr>
              <a:t>OSPF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76237" y="5293664"/>
            <a:ext cx="8315325" cy="466725"/>
            <a:chOff x="376237" y="5293664"/>
            <a:chExt cx="8315325" cy="466725"/>
          </a:xfrm>
        </p:grpSpPr>
        <p:sp>
          <p:nvSpPr>
            <p:cNvPr id="5" name="object 5"/>
            <p:cNvSpPr/>
            <p:nvPr/>
          </p:nvSpPr>
          <p:spPr>
            <a:xfrm>
              <a:off x="381000" y="5298948"/>
              <a:ext cx="8305800" cy="457200"/>
            </a:xfrm>
            <a:custGeom>
              <a:avLst/>
              <a:gdLst/>
              <a:ahLst/>
              <a:cxnLst/>
              <a:rect l="l" t="t" r="r" b="b"/>
              <a:pathLst>
                <a:path w="8305800" h="457200">
                  <a:moveTo>
                    <a:pt x="83058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8305800" y="0"/>
                  </a:lnTo>
                  <a:lnTo>
                    <a:pt x="8305800" y="457200"/>
                  </a:lnTo>
                  <a:close/>
                </a:path>
              </a:pathLst>
            </a:custGeom>
            <a:solidFill>
              <a:srgbClr val="FF33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76237" y="5293664"/>
              <a:ext cx="8315325" cy="466725"/>
            </a:xfrm>
            <a:custGeom>
              <a:avLst/>
              <a:gdLst/>
              <a:ahLst/>
              <a:cxnLst/>
              <a:rect l="l" t="t" r="r" b="b"/>
              <a:pathLst>
                <a:path w="8315325" h="466725">
                  <a:moveTo>
                    <a:pt x="8315325" y="466725"/>
                  </a:moveTo>
                  <a:lnTo>
                    <a:pt x="0" y="466725"/>
                  </a:lnTo>
                  <a:lnTo>
                    <a:pt x="0" y="0"/>
                  </a:lnTo>
                  <a:lnTo>
                    <a:pt x="8315325" y="0"/>
                  </a:lnTo>
                  <a:lnTo>
                    <a:pt x="8315325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457200"/>
                  </a:lnTo>
                  <a:lnTo>
                    <a:pt x="4762" y="457200"/>
                  </a:lnTo>
                  <a:lnTo>
                    <a:pt x="9525" y="461962"/>
                  </a:lnTo>
                  <a:lnTo>
                    <a:pt x="8315325" y="461962"/>
                  </a:lnTo>
                  <a:lnTo>
                    <a:pt x="8315325" y="466725"/>
                  </a:lnTo>
                  <a:close/>
                </a:path>
                <a:path w="8315325" h="466725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8315325" h="466725">
                  <a:moveTo>
                    <a:pt x="8305800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8305800" y="4762"/>
                  </a:lnTo>
                  <a:lnTo>
                    <a:pt x="8305800" y="9525"/>
                  </a:lnTo>
                  <a:close/>
                </a:path>
                <a:path w="8315325" h="466725">
                  <a:moveTo>
                    <a:pt x="8305800" y="461962"/>
                  </a:moveTo>
                  <a:lnTo>
                    <a:pt x="8305800" y="4762"/>
                  </a:lnTo>
                  <a:lnTo>
                    <a:pt x="8310562" y="9525"/>
                  </a:lnTo>
                  <a:lnTo>
                    <a:pt x="8315325" y="9525"/>
                  </a:lnTo>
                  <a:lnTo>
                    <a:pt x="8315325" y="457200"/>
                  </a:lnTo>
                  <a:lnTo>
                    <a:pt x="8310562" y="457200"/>
                  </a:lnTo>
                  <a:lnTo>
                    <a:pt x="8305800" y="461962"/>
                  </a:lnTo>
                  <a:close/>
                </a:path>
                <a:path w="8315325" h="466725">
                  <a:moveTo>
                    <a:pt x="8315325" y="9525"/>
                  </a:moveTo>
                  <a:lnTo>
                    <a:pt x="8310562" y="9525"/>
                  </a:lnTo>
                  <a:lnTo>
                    <a:pt x="8305800" y="4762"/>
                  </a:lnTo>
                  <a:lnTo>
                    <a:pt x="8315325" y="4762"/>
                  </a:lnTo>
                  <a:lnTo>
                    <a:pt x="8315325" y="9525"/>
                  </a:lnTo>
                  <a:close/>
                </a:path>
                <a:path w="8315325" h="466725">
                  <a:moveTo>
                    <a:pt x="9525" y="461962"/>
                  </a:moveTo>
                  <a:lnTo>
                    <a:pt x="4762" y="457200"/>
                  </a:lnTo>
                  <a:lnTo>
                    <a:pt x="9525" y="457200"/>
                  </a:lnTo>
                  <a:lnTo>
                    <a:pt x="9525" y="461962"/>
                  </a:lnTo>
                  <a:close/>
                </a:path>
                <a:path w="8315325" h="466725">
                  <a:moveTo>
                    <a:pt x="8305800" y="461962"/>
                  </a:moveTo>
                  <a:lnTo>
                    <a:pt x="9525" y="461962"/>
                  </a:lnTo>
                  <a:lnTo>
                    <a:pt x="9525" y="457200"/>
                  </a:lnTo>
                  <a:lnTo>
                    <a:pt x="8305800" y="457200"/>
                  </a:lnTo>
                  <a:lnTo>
                    <a:pt x="8305800" y="461962"/>
                  </a:lnTo>
                  <a:close/>
                </a:path>
                <a:path w="8315325" h="466725">
                  <a:moveTo>
                    <a:pt x="8315325" y="461962"/>
                  </a:moveTo>
                  <a:lnTo>
                    <a:pt x="8305800" y="461962"/>
                  </a:lnTo>
                  <a:lnTo>
                    <a:pt x="8310562" y="457200"/>
                  </a:lnTo>
                  <a:lnTo>
                    <a:pt x="8315325" y="457200"/>
                  </a:lnTo>
                  <a:lnTo>
                    <a:pt x="8315325" y="4619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381000" y="5298947"/>
            <a:ext cx="8305800" cy="457200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60"/>
              </a:spcBef>
            </a:pPr>
            <a:r>
              <a:rPr dirty="0" sz="1600" spc="60">
                <a:solidFill>
                  <a:srgbClr val="FFFFFF"/>
                </a:solidFill>
                <a:latin typeface="Trebuchet MS"/>
                <a:cs typeface="Trebuchet MS"/>
              </a:rPr>
              <a:t>ARP</a:t>
            </a:r>
            <a:r>
              <a:rPr dirty="0" sz="1600">
                <a:solidFill>
                  <a:srgbClr val="FFFFFF"/>
                </a:solidFill>
                <a:latin typeface="Noto Sans CJK JP Black"/>
                <a:cs typeface="Noto Sans CJK JP Black"/>
              </a:rPr>
              <a:t>、</a:t>
            </a:r>
            <a:r>
              <a:rPr dirty="0" sz="1600" spc="65">
                <a:solidFill>
                  <a:srgbClr val="FFFFFF"/>
                </a:solidFill>
                <a:latin typeface="Trebuchet MS"/>
                <a:cs typeface="Trebuchet MS"/>
              </a:rPr>
              <a:t>RARP</a:t>
            </a:r>
            <a:r>
              <a:rPr dirty="0" sz="1600">
                <a:solidFill>
                  <a:srgbClr val="FFFFFF"/>
                </a:solidFill>
                <a:latin typeface="Noto Sans CJK JP Black"/>
                <a:cs typeface="Noto Sans CJK JP Black"/>
              </a:rPr>
              <a:t>、</a:t>
            </a:r>
            <a:r>
              <a:rPr dirty="0" sz="1600" spc="60">
                <a:solidFill>
                  <a:srgbClr val="FFFFFF"/>
                </a:solidFill>
                <a:latin typeface="Trebuchet MS"/>
                <a:cs typeface="Trebuchet MS"/>
              </a:rPr>
              <a:t>PPP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76237" y="4379264"/>
            <a:ext cx="8315325" cy="466725"/>
            <a:chOff x="376237" y="4379264"/>
            <a:chExt cx="8315325" cy="466725"/>
          </a:xfrm>
        </p:grpSpPr>
        <p:sp>
          <p:nvSpPr>
            <p:cNvPr id="9" name="object 9"/>
            <p:cNvSpPr/>
            <p:nvPr/>
          </p:nvSpPr>
          <p:spPr>
            <a:xfrm>
              <a:off x="4572000" y="4384548"/>
              <a:ext cx="4114800" cy="457200"/>
            </a:xfrm>
            <a:custGeom>
              <a:avLst/>
              <a:gdLst/>
              <a:ahLst/>
              <a:cxnLst/>
              <a:rect l="l" t="t" r="r" b="b"/>
              <a:pathLst>
                <a:path w="4114800" h="457200">
                  <a:moveTo>
                    <a:pt x="41148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114800" y="0"/>
                  </a:lnTo>
                  <a:lnTo>
                    <a:pt x="4114800" y="45720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567237" y="4379264"/>
              <a:ext cx="4124325" cy="466725"/>
            </a:xfrm>
            <a:custGeom>
              <a:avLst/>
              <a:gdLst/>
              <a:ahLst/>
              <a:cxnLst/>
              <a:rect l="l" t="t" r="r" b="b"/>
              <a:pathLst>
                <a:path w="4124325" h="466725">
                  <a:moveTo>
                    <a:pt x="4124325" y="466725"/>
                  </a:moveTo>
                  <a:lnTo>
                    <a:pt x="0" y="466725"/>
                  </a:lnTo>
                  <a:lnTo>
                    <a:pt x="0" y="0"/>
                  </a:lnTo>
                  <a:lnTo>
                    <a:pt x="4124325" y="0"/>
                  </a:lnTo>
                  <a:lnTo>
                    <a:pt x="4124325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457200"/>
                  </a:lnTo>
                  <a:lnTo>
                    <a:pt x="4762" y="457200"/>
                  </a:lnTo>
                  <a:lnTo>
                    <a:pt x="9525" y="461962"/>
                  </a:lnTo>
                  <a:lnTo>
                    <a:pt x="4124325" y="461962"/>
                  </a:lnTo>
                  <a:lnTo>
                    <a:pt x="4124325" y="466725"/>
                  </a:lnTo>
                  <a:close/>
                </a:path>
                <a:path w="4124325" h="466725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4124325" h="466725">
                  <a:moveTo>
                    <a:pt x="4114800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4114800" y="4762"/>
                  </a:lnTo>
                  <a:lnTo>
                    <a:pt x="4114800" y="9525"/>
                  </a:lnTo>
                  <a:close/>
                </a:path>
                <a:path w="4124325" h="466725">
                  <a:moveTo>
                    <a:pt x="4114800" y="461962"/>
                  </a:moveTo>
                  <a:lnTo>
                    <a:pt x="4114800" y="4762"/>
                  </a:lnTo>
                  <a:lnTo>
                    <a:pt x="4119562" y="9525"/>
                  </a:lnTo>
                  <a:lnTo>
                    <a:pt x="4124325" y="9525"/>
                  </a:lnTo>
                  <a:lnTo>
                    <a:pt x="4124325" y="457200"/>
                  </a:lnTo>
                  <a:lnTo>
                    <a:pt x="4119562" y="457200"/>
                  </a:lnTo>
                  <a:lnTo>
                    <a:pt x="4114800" y="461962"/>
                  </a:lnTo>
                  <a:close/>
                </a:path>
                <a:path w="4124325" h="466725">
                  <a:moveTo>
                    <a:pt x="4124325" y="9525"/>
                  </a:moveTo>
                  <a:lnTo>
                    <a:pt x="4119562" y="9525"/>
                  </a:lnTo>
                  <a:lnTo>
                    <a:pt x="4114800" y="4762"/>
                  </a:lnTo>
                  <a:lnTo>
                    <a:pt x="4124325" y="4762"/>
                  </a:lnTo>
                  <a:lnTo>
                    <a:pt x="4124325" y="9525"/>
                  </a:lnTo>
                  <a:close/>
                </a:path>
                <a:path w="4124325" h="466725">
                  <a:moveTo>
                    <a:pt x="9525" y="461962"/>
                  </a:moveTo>
                  <a:lnTo>
                    <a:pt x="4762" y="457200"/>
                  </a:lnTo>
                  <a:lnTo>
                    <a:pt x="9525" y="457200"/>
                  </a:lnTo>
                  <a:lnTo>
                    <a:pt x="9525" y="461962"/>
                  </a:lnTo>
                  <a:close/>
                </a:path>
                <a:path w="4124325" h="466725">
                  <a:moveTo>
                    <a:pt x="4114800" y="461962"/>
                  </a:moveTo>
                  <a:lnTo>
                    <a:pt x="9525" y="461962"/>
                  </a:lnTo>
                  <a:lnTo>
                    <a:pt x="9525" y="457200"/>
                  </a:lnTo>
                  <a:lnTo>
                    <a:pt x="4114800" y="457200"/>
                  </a:lnTo>
                  <a:lnTo>
                    <a:pt x="4114800" y="461962"/>
                  </a:lnTo>
                  <a:close/>
                </a:path>
                <a:path w="4124325" h="466725">
                  <a:moveTo>
                    <a:pt x="4124325" y="461962"/>
                  </a:moveTo>
                  <a:lnTo>
                    <a:pt x="4114800" y="461962"/>
                  </a:lnTo>
                  <a:lnTo>
                    <a:pt x="4119562" y="457200"/>
                  </a:lnTo>
                  <a:lnTo>
                    <a:pt x="4124325" y="457200"/>
                  </a:lnTo>
                  <a:lnTo>
                    <a:pt x="4124325" y="461962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81000" y="4384548"/>
              <a:ext cx="4191000" cy="457200"/>
            </a:xfrm>
            <a:custGeom>
              <a:avLst/>
              <a:gdLst/>
              <a:ahLst/>
              <a:cxnLst/>
              <a:rect l="l" t="t" r="r" b="b"/>
              <a:pathLst>
                <a:path w="4191000" h="457200">
                  <a:moveTo>
                    <a:pt x="41910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191000" y="0"/>
                  </a:lnTo>
                  <a:lnTo>
                    <a:pt x="4191000" y="45720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76237" y="4379264"/>
              <a:ext cx="4200525" cy="466725"/>
            </a:xfrm>
            <a:custGeom>
              <a:avLst/>
              <a:gdLst/>
              <a:ahLst/>
              <a:cxnLst/>
              <a:rect l="l" t="t" r="r" b="b"/>
              <a:pathLst>
                <a:path w="4200525" h="466725">
                  <a:moveTo>
                    <a:pt x="4200525" y="466725"/>
                  </a:moveTo>
                  <a:lnTo>
                    <a:pt x="0" y="466725"/>
                  </a:lnTo>
                  <a:lnTo>
                    <a:pt x="0" y="0"/>
                  </a:lnTo>
                  <a:lnTo>
                    <a:pt x="4200525" y="0"/>
                  </a:lnTo>
                  <a:lnTo>
                    <a:pt x="4200525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457200"/>
                  </a:lnTo>
                  <a:lnTo>
                    <a:pt x="4762" y="457200"/>
                  </a:lnTo>
                  <a:lnTo>
                    <a:pt x="9525" y="461962"/>
                  </a:lnTo>
                  <a:lnTo>
                    <a:pt x="4200525" y="461962"/>
                  </a:lnTo>
                  <a:lnTo>
                    <a:pt x="4200525" y="466725"/>
                  </a:lnTo>
                  <a:close/>
                </a:path>
                <a:path w="4200525" h="466725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4200525" h="466725">
                  <a:moveTo>
                    <a:pt x="4191000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4191000" y="4762"/>
                  </a:lnTo>
                  <a:lnTo>
                    <a:pt x="4191000" y="9525"/>
                  </a:lnTo>
                  <a:close/>
                </a:path>
                <a:path w="4200525" h="466725">
                  <a:moveTo>
                    <a:pt x="4191000" y="461962"/>
                  </a:moveTo>
                  <a:lnTo>
                    <a:pt x="4191000" y="4762"/>
                  </a:lnTo>
                  <a:lnTo>
                    <a:pt x="4195762" y="9525"/>
                  </a:lnTo>
                  <a:lnTo>
                    <a:pt x="4200525" y="9525"/>
                  </a:lnTo>
                  <a:lnTo>
                    <a:pt x="4200525" y="457200"/>
                  </a:lnTo>
                  <a:lnTo>
                    <a:pt x="4195762" y="457200"/>
                  </a:lnTo>
                  <a:lnTo>
                    <a:pt x="4191000" y="461962"/>
                  </a:lnTo>
                  <a:close/>
                </a:path>
                <a:path w="4200525" h="466725">
                  <a:moveTo>
                    <a:pt x="4200525" y="9525"/>
                  </a:moveTo>
                  <a:lnTo>
                    <a:pt x="4195762" y="9525"/>
                  </a:lnTo>
                  <a:lnTo>
                    <a:pt x="4191000" y="4762"/>
                  </a:lnTo>
                  <a:lnTo>
                    <a:pt x="4200525" y="4762"/>
                  </a:lnTo>
                  <a:lnTo>
                    <a:pt x="4200525" y="9525"/>
                  </a:lnTo>
                  <a:close/>
                </a:path>
                <a:path w="4200525" h="466725">
                  <a:moveTo>
                    <a:pt x="9525" y="461962"/>
                  </a:moveTo>
                  <a:lnTo>
                    <a:pt x="4762" y="457200"/>
                  </a:lnTo>
                  <a:lnTo>
                    <a:pt x="9525" y="457200"/>
                  </a:lnTo>
                  <a:lnTo>
                    <a:pt x="9525" y="461962"/>
                  </a:lnTo>
                  <a:close/>
                </a:path>
                <a:path w="4200525" h="466725">
                  <a:moveTo>
                    <a:pt x="4191000" y="461962"/>
                  </a:moveTo>
                  <a:lnTo>
                    <a:pt x="9525" y="461962"/>
                  </a:lnTo>
                  <a:lnTo>
                    <a:pt x="9525" y="457200"/>
                  </a:lnTo>
                  <a:lnTo>
                    <a:pt x="4191000" y="457200"/>
                  </a:lnTo>
                  <a:lnTo>
                    <a:pt x="4191000" y="461962"/>
                  </a:lnTo>
                  <a:close/>
                </a:path>
                <a:path w="4200525" h="466725">
                  <a:moveTo>
                    <a:pt x="4200525" y="461962"/>
                  </a:moveTo>
                  <a:lnTo>
                    <a:pt x="4191000" y="461962"/>
                  </a:lnTo>
                  <a:lnTo>
                    <a:pt x="4195762" y="457200"/>
                  </a:lnTo>
                  <a:lnTo>
                    <a:pt x="4200525" y="457200"/>
                  </a:lnTo>
                  <a:lnTo>
                    <a:pt x="4200525" y="461962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2224404" y="4402442"/>
            <a:ext cx="4699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4122420" algn="l"/>
              </a:tabLst>
            </a:pPr>
            <a:r>
              <a:rPr dirty="0" sz="2400" spc="-265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2400" spc="-50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dirty="0" sz="2400" spc="95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2400" spc="-135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r>
              <a:rPr dirty="0" sz="2400" spc="90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dirty="0" sz="2400" spc="95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76237" y="3617264"/>
            <a:ext cx="619125" cy="771525"/>
            <a:chOff x="376237" y="3617264"/>
            <a:chExt cx="619125" cy="771525"/>
          </a:xfrm>
        </p:grpSpPr>
        <p:sp>
          <p:nvSpPr>
            <p:cNvPr id="15" name="object 15"/>
            <p:cNvSpPr/>
            <p:nvPr/>
          </p:nvSpPr>
          <p:spPr>
            <a:xfrm>
              <a:off x="381000" y="3622548"/>
              <a:ext cx="609600" cy="762000"/>
            </a:xfrm>
            <a:custGeom>
              <a:avLst/>
              <a:gdLst/>
              <a:ahLst/>
              <a:cxnLst/>
              <a:rect l="l" t="t" r="r" b="b"/>
              <a:pathLst>
                <a:path w="609600" h="762000">
                  <a:moveTo>
                    <a:pt x="609600" y="762000"/>
                  </a:moveTo>
                  <a:lnTo>
                    <a:pt x="0" y="762000"/>
                  </a:lnTo>
                  <a:lnTo>
                    <a:pt x="0" y="0"/>
                  </a:lnTo>
                  <a:lnTo>
                    <a:pt x="609600" y="0"/>
                  </a:lnTo>
                  <a:lnTo>
                    <a:pt x="609600" y="762000"/>
                  </a:lnTo>
                  <a:close/>
                </a:path>
              </a:pathLst>
            </a:custGeom>
            <a:solidFill>
              <a:srgbClr val="996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76237" y="3617264"/>
              <a:ext cx="619125" cy="771525"/>
            </a:xfrm>
            <a:custGeom>
              <a:avLst/>
              <a:gdLst/>
              <a:ahLst/>
              <a:cxnLst/>
              <a:rect l="l" t="t" r="r" b="b"/>
              <a:pathLst>
                <a:path w="619125" h="771525">
                  <a:moveTo>
                    <a:pt x="619125" y="771525"/>
                  </a:moveTo>
                  <a:lnTo>
                    <a:pt x="0" y="771525"/>
                  </a:lnTo>
                  <a:lnTo>
                    <a:pt x="0" y="0"/>
                  </a:lnTo>
                  <a:lnTo>
                    <a:pt x="619125" y="0"/>
                  </a:lnTo>
                  <a:lnTo>
                    <a:pt x="619125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762000"/>
                  </a:lnTo>
                  <a:lnTo>
                    <a:pt x="4762" y="762000"/>
                  </a:lnTo>
                  <a:lnTo>
                    <a:pt x="9525" y="766762"/>
                  </a:lnTo>
                  <a:lnTo>
                    <a:pt x="619125" y="766762"/>
                  </a:lnTo>
                  <a:lnTo>
                    <a:pt x="619125" y="771525"/>
                  </a:lnTo>
                  <a:close/>
                </a:path>
                <a:path w="619125" h="771525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619125" h="771525">
                  <a:moveTo>
                    <a:pt x="609600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609600" y="4762"/>
                  </a:lnTo>
                  <a:lnTo>
                    <a:pt x="609600" y="9525"/>
                  </a:lnTo>
                  <a:close/>
                </a:path>
                <a:path w="619125" h="771525">
                  <a:moveTo>
                    <a:pt x="609600" y="766762"/>
                  </a:moveTo>
                  <a:lnTo>
                    <a:pt x="609600" y="4762"/>
                  </a:lnTo>
                  <a:lnTo>
                    <a:pt x="614362" y="9525"/>
                  </a:lnTo>
                  <a:lnTo>
                    <a:pt x="619125" y="9525"/>
                  </a:lnTo>
                  <a:lnTo>
                    <a:pt x="619125" y="762000"/>
                  </a:lnTo>
                  <a:lnTo>
                    <a:pt x="614362" y="762000"/>
                  </a:lnTo>
                  <a:lnTo>
                    <a:pt x="609600" y="766762"/>
                  </a:lnTo>
                  <a:close/>
                </a:path>
                <a:path w="619125" h="771525">
                  <a:moveTo>
                    <a:pt x="619125" y="9525"/>
                  </a:moveTo>
                  <a:lnTo>
                    <a:pt x="614362" y="9525"/>
                  </a:lnTo>
                  <a:lnTo>
                    <a:pt x="609600" y="4762"/>
                  </a:lnTo>
                  <a:lnTo>
                    <a:pt x="619125" y="4762"/>
                  </a:lnTo>
                  <a:lnTo>
                    <a:pt x="619125" y="9525"/>
                  </a:lnTo>
                  <a:close/>
                </a:path>
                <a:path w="619125" h="771525">
                  <a:moveTo>
                    <a:pt x="9525" y="766762"/>
                  </a:moveTo>
                  <a:lnTo>
                    <a:pt x="4762" y="762000"/>
                  </a:lnTo>
                  <a:lnTo>
                    <a:pt x="9525" y="762000"/>
                  </a:lnTo>
                  <a:lnTo>
                    <a:pt x="9525" y="766762"/>
                  </a:lnTo>
                  <a:close/>
                </a:path>
                <a:path w="619125" h="771525">
                  <a:moveTo>
                    <a:pt x="609600" y="766762"/>
                  </a:moveTo>
                  <a:lnTo>
                    <a:pt x="9525" y="766762"/>
                  </a:lnTo>
                  <a:lnTo>
                    <a:pt x="9525" y="762000"/>
                  </a:lnTo>
                  <a:lnTo>
                    <a:pt x="609600" y="762000"/>
                  </a:lnTo>
                  <a:lnTo>
                    <a:pt x="609600" y="766762"/>
                  </a:lnTo>
                  <a:close/>
                </a:path>
                <a:path w="619125" h="771525">
                  <a:moveTo>
                    <a:pt x="619125" y="766762"/>
                  </a:moveTo>
                  <a:lnTo>
                    <a:pt x="609600" y="766762"/>
                  </a:lnTo>
                  <a:lnTo>
                    <a:pt x="614362" y="762000"/>
                  </a:lnTo>
                  <a:lnTo>
                    <a:pt x="619125" y="762000"/>
                  </a:lnTo>
                  <a:lnTo>
                    <a:pt x="619125" y="766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381000" y="3622547"/>
            <a:ext cx="609600" cy="762000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700">
              <a:latin typeface="Times New Roman"/>
              <a:cs typeface="Times New Roman"/>
            </a:endParaRPr>
          </a:p>
          <a:p>
            <a:pPr marL="55244">
              <a:lnSpc>
                <a:spcPct val="100000"/>
              </a:lnSpc>
            </a:pPr>
            <a:r>
              <a:rPr dirty="0" sz="1600" spc="45">
                <a:latin typeface="Trebuchet MS"/>
                <a:cs typeface="Trebuchet MS"/>
              </a:rPr>
              <a:t>SMTP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214437" y="3160064"/>
            <a:ext cx="695325" cy="1228725"/>
            <a:chOff x="1214437" y="3160064"/>
            <a:chExt cx="695325" cy="1228725"/>
          </a:xfrm>
        </p:grpSpPr>
        <p:sp>
          <p:nvSpPr>
            <p:cNvPr id="19" name="object 19"/>
            <p:cNvSpPr/>
            <p:nvPr/>
          </p:nvSpPr>
          <p:spPr>
            <a:xfrm>
              <a:off x="1219200" y="3165348"/>
              <a:ext cx="685800" cy="1219200"/>
            </a:xfrm>
            <a:custGeom>
              <a:avLst/>
              <a:gdLst/>
              <a:ahLst/>
              <a:cxnLst/>
              <a:rect l="l" t="t" r="r" b="b"/>
              <a:pathLst>
                <a:path w="685800" h="1219200">
                  <a:moveTo>
                    <a:pt x="685800" y="1219200"/>
                  </a:moveTo>
                  <a:lnTo>
                    <a:pt x="0" y="1219200"/>
                  </a:lnTo>
                  <a:lnTo>
                    <a:pt x="0" y="0"/>
                  </a:lnTo>
                  <a:lnTo>
                    <a:pt x="685800" y="0"/>
                  </a:lnTo>
                  <a:lnTo>
                    <a:pt x="685800" y="1219200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214437" y="3160064"/>
              <a:ext cx="695325" cy="1228725"/>
            </a:xfrm>
            <a:custGeom>
              <a:avLst/>
              <a:gdLst/>
              <a:ahLst/>
              <a:cxnLst/>
              <a:rect l="l" t="t" r="r" b="b"/>
              <a:pathLst>
                <a:path w="695325" h="1228725">
                  <a:moveTo>
                    <a:pt x="695325" y="1228725"/>
                  </a:moveTo>
                  <a:lnTo>
                    <a:pt x="0" y="1228725"/>
                  </a:lnTo>
                  <a:lnTo>
                    <a:pt x="0" y="0"/>
                  </a:lnTo>
                  <a:lnTo>
                    <a:pt x="695325" y="0"/>
                  </a:lnTo>
                  <a:lnTo>
                    <a:pt x="695325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1219200"/>
                  </a:lnTo>
                  <a:lnTo>
                    <a:pt x="4762" y="1219200"/>
                  </a:lnTo>
                  <a:lnTo>
                    <a:pt x="9525" y="1223962"/>
                  </a:lnTo>
                  <a:lnTo>
                    <a:pt x="695325" y="1223962"/>
                  </a:lnTo>
                  <a:lnTo>
                    <a:pt x="695325" y="1228725"/>
                  </a:lnTo>
                  <a:close/>
                </a:path>
                <a:path w="695325" h="1228725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695325" h="1228725">
                  <a:moveTo>
                    <a:pt x="685800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685800" y="4762"/>
                  </a:lnTo>
                  <a:lnTo>
                    <a:pt x="685800" y="9525"/>
                  </a:lnTo>
                  <a:close/>
                </a:path>
                <a:path w="695325" h="1228725">
                  <a:moveTo>
                    <a:pt x="685800" y="1223962"/>
                  </a:moveTo>
                  <a:lnTo>
                    <a:pt x="685800" y="4762"/>
                  </a:lnTo>
                  <a:lnTo>
                    <a:pt x="690562" y="9525"/>
                  </a:lnTo>
                  <a:lnTo>
                    <a:pt x="695325" y="9525"/>
                  </a:lnTo>
                  <a:lnTo>
                    <a:pt x="695325" y="1219200"/>
                  </a:lnTo>
                  <a:lnTo>
                    <a:pt x="690562" y="1219200"/>
                  </a:lnTo>
                  <a:lnTo>
                    <a:pt x="685800" y="1223962"/>
                  </a:lnTo>
                  <a:close/>
                </a:path>
                <a:path w="695325" h="1228725">
                  <a:moveTo>
                    <a:pt x="695325" y="9525"/>
                  </a:moveTo>
                  <a:lnTo>
                    <a:pt x="690562" y="9525"/>
                  </a:lnTo>
                  <a:lnTo>
                    <a:pt x="685800" y="4762"/>
                  </a:lnTo>
                  <a:lnTo>
                    <a:pt x="695325" y="4762"/>
                  </a:lnTo>
                  <a:lnTo>
                    <a:pt x="695325" y="9525"/>
                  </a:lnTo>
                  <a:close/>
                </a:path>
                <a:path w="695325" h="1228725">
                  <a:moveTo>
                    <a:pt x="9525" y="1223962"/>
                  </a:moveTo>
                  <a:lnTo>
                    <a:pt x="4762" y="1219200"/>
                  </a:lnTo>
                  <a:lnTo>
                    <a:pt x="9525" y="1219200"/>
                  </a:lnTo>
                  <a:lnTo>
                    <a:pt x="9525" y="1223962"/>
                  </a:lnTo>
                  <a:close/>
                </a:path>
                <a:path w="695325" h="1228725">
                  <a:moveTo>
                    <a:pt x="685800" y="1223962"/>
                  </a:moveTo>
                  <a:lnTo>
                    <a:pt x="9525" y="1223962"/>
                  </a:lnTo>
                  <a:lnTo>
                    <a:pt x="9525" y="1219200"/>
                  </a:lnTo>
                  <a:lnTo>
                    <a:pt x="685800" y="1219200"/>
                  </a:lnTo>
                  <a:lnTo>
                    <a:pt x="685800" y="1223962"/>
                  </a:lnTo>
                  <a:close/>
                </a:path>
                <a:path w="695325" h="1228725">
                  <a:moveTo>
                    <a:pt x="695325" y="1223962"/>
                  </a:moveTo>
                  <a:lnTo>
                    <a:pt x="685800" y="1223962"/>
                  </a:lnTo>
                  <a:lnTo>
                    <a:pt x="690562" y="1219200"/>
                  </a:lnTo>
                  <a:lnTo>
                    <a:pt x="695325" y="1219200"/>
                  </a:lnTo>
                  <a:lnTo>
                    <a:pt x="695325" y="12239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1219200" y="3165348"/>
            <a:ext cx="685800" cy="457200"/>
          </a:xfrm>
          <a:prstGeom prst="rect">
            <a:avLst/>
          </a:prstGeom>
          <a:solidFill>
            <a:srgbClr val="FF9933"/>
          </a:solidFill>
        </p:spPr>
        <p:txBody>
          <a:bodyPr wrap="square" lIns="0" tIns="111760" rIns="0" bIns="0" rtlCol="0" vert="horz">
            <a:spAutoFit/>
          </a:bodyPr>
          <a:lstStyle/>
          <a:p>
            <a:pPr marL="117475">
              <a:lnSpc>
                <a:spcPct val="100000"/>
              </a:lnSpc>
              <a:spcBef>
                <a:spcPts val="880"/>
              </a:spcBef>
            </a:pPr>
            <a:r>
              <a:rPr dirty="0" sz="1600" spc="-70">
                <a:latin typeface="Trebuchet MS"/>
                <a:cs typeface="Trebuchet MS"/>
              </a:rPr>
              <a:t>HTTP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985837" y="3617264"/>
            <a:ext cx="619125" cy="390525"/>
            <a:chOff x="985837" y="3617264"/>
            <a:chExt cx="619125" cy="390525"/>
          </a:xfrm>
        </p:grpSpPr>
        <p:sp>
          <p:nvSpPr>
            <p:cNvPr id="23" name="object 23"/>
            <p:cNvSpPr/>
            <p:nvPr/>
          </p:nvSpPr>
          <p:spPr>
            <a:xfrm>
              <a:off x="990600" y="3622548"/>
              <a:ext cx="609600" cy="381000"/>
            </a:xfrm>
            <a:custGeom>
              <a:avLst/>
              <a:gdLst/>
              <a:ahLst/>
              <a:cxnLst/>
              <a:rect l="l" t="t" r="r" b="b"/>
              <a:pathLst>
                <a:path w="609600" h="381000">
                  <a:moveTo>
                    <a:pt x="609600" y="381000"/>
                  </a:moveTo>
                  <a:lnTo>
                    <a:pt x="0" y="381000"/>
                  </a:lnTo>
                  <a:lnTo>
                    <a:pt x="0" y="0"/>
                  </a:lnTo>
                  <a:lnTo>
                    <a:pt x="609600" y="0"/>
                  </a:lnTo>
                  <a:lnTo>
                    <a:pt x="609600" y="381000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985837" y="3617264"/>
              <a:ext cx="619125" cy="390525"/>
            </a:xfrm>
            <a:custGeom>
              <a:avLst/>
              <a:gdLst/>
              <a:ahLst/>
              <a:cxnLst/>
              <a:rect l="l" t="t" r="r" b="b"/>
              <a:pathLst>
                <a:path w="619125" h="390525">
                  <a:moveTo>
                    <a:pt x="619125" y="390525"/>
                  </a:moveTo>
                  <a:lnTo>
                    <a:pt x="0" y="390525"/>
                  </a:lnTo>
                  <a:lnTo>
                    <a:pt x="0" y="0"/>
                  </a:lnTo>
                  <a:lnTo>
                    <a:pt x="619125" y="0"/>
                  </a:lnTo>
                  <a:lnTo>
                    <a:pt x="619125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381000"/>
                  </a:lnTo>
                  <a:lnTo>
                    <a:pt x="4762" y="381000"/>
                  </a:lnTo>
                  <a:lnTo>
                    <a:pt x="9525" y="385762"/>
                  </a:lnTo>
                  <a:lnTo>
                    <a:pt x="619125" y="385762"/>
                  </a:lnTo>
                  <a:lnTo>
                    <a:pt x="619125" y="390525"/>
                  </a:lnTo>
                  <a:close/>
                </a:path>
                <a:path w="619125" h="390525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619125" h="390525">
                  <a:moveTo>
                    <a:pt x="609600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609600" y="4762"/>
                  </a:lnTo>
                  <a:lnTo>
                    <a:pt x="609600" y="9525"/>
                  </a:lnTo>
                  <a:close/>
                </a:path>
                <a:path w="619125" h="390525">
                  <a:moveTo>
                    <a:pt x="609600" y="385762"/>
                  </a:moveTo>
                  <a:lnTo>
                    <a:pt x="609600" y="4762"/>
                  </a:lnTo>
                  <a:lnTo>
                    <a:pt x="614362" y="9525"/>
                  </a:lnTo>
                  <a:lnTo>
                    <a:pt x="619125" y="9525"/>
                  </a:lnTo>
                  <a:lnTo>
                    <a:pt x="619125" y="381000"/>
                  </a:lnTo>
                  <a:lnTo>
                    <a:pt x="614362" y="381000"/>
                  </a:lnTo>
                  <a:lnTo>
                    <a:pt x="609600" y="385762"/>
                  </a:lnTo>
                  <a:close/>
                </a:path>
                <a:path w="619125" h="390525">
                  <a:moveTo>
                    <a:pt x="619125" y="9525"/>
                  </a:moveTo>
                  <a:lnTo>
                    <a:pt x="614362" y="9525"/>
                  </a:lnTo>
                  <a:lnTo>
                    <a:pt x="609600" y="4762"/>
                  </a:lnTo>
                  <a:lnTo>
                    <a:pt x="619125" y="4762"/>
                  </a:lnTo>
                  <a:lnTo>
                    <a:pt x="619125" y="9525"/>
                  </a:lnTo>
                  <a:close/>
                </a:path>
                <a:path w="619125" h="390525">
                  <a:moveTo>
                    <a:pt x="9525" y="385762"/>
                  </a:moveTo>
                  <a:lnTo>
                    <a:pt x="4762" y="381000"/>
                  </a:lnTo>
                  <a:lnTo>
                    <a:pt x="9525" y="381000"/>
                  </a:lnTo>
                  <a:lnTo>
                    <a:pt x="9525" y="385762"/>
                  </a:lnTo>
                  <a:close/>
                </a:path>
                <a:path w="619125" h="390525">
                  <a:moveTo>
                    <a:pt x="609600" y="385762"/>
                  </a:moveTo>
                  <a:lnTo>
                    <a:pt x="9525" y="385762"/>
                  </a:lnTo>
                  <a:lnTo>
                    <a:pt x="9525" y="381000"/>
                  </a:lnTo>
                  <a:lnTo>
                    <a:pt x="609600" y="381000"/>
                  </a:lnTo>
                  <a:lnTo>
                    <a:pt x="609600" y="385762"/>
                  </a:lnTo>
                  <a:close/>
                </a:path>
                <a:path w="619125" h="390525">
                  <a:moveTo>
                    <a:pt x="619125" y="385762"/>
                  </a:moveTo>
                  <a:lnTo>
                    <a:pt x="609600" y="385762"/>
                  </a:lnTo>
                  <a:lnTo>
                    <a:pt x="614362" y="381000"/>
                  </a:lnTo>
                  <a:lnTo>
                    <a:pt x="619125" y="381000"/>
                  </a:lnTo>
                  <a:lnTo>
                    <a:pt x="619125" y="385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990600" y="3622547"/>
            <a:ext cx="228600" cy="3810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58419" rIns="0" bIns="0" rtlCol="0" vert="horz">
            <a:spAutoFit/>
          </a:bodyPr>
          <a:lstStyle/>
          <a:p>
            <a:pPr marL="60325">
              <a:lnSpc>
                <a:spcPct val="100000"/>
              </a:lnSpc>
              <a:spcBef>
                <a:spcPts val="459"/>
              </a:spcBef>
            </a:pPr>
            <a:r>
              <a:rPr dirty="0" sz="1600" spc="140">
                <a:latin typeface="Trebuchet MS"/>
                <a:cs typeface="Trebuchet MS"/>
              </a:rPr>
              <a:t>M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19200" y="3622547"/>
            <a:ext cx="381000" cy="3810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58419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59"/>
              </a:spcBef>
            </a:pPr>
            <a:r>
              <a:rPr dirty="0" sz="1600" spc="35">
                <a:latin typeface="Trebuchet MS"/>
                <a:cs typeface="Trebuchet MS"/>
              </a:rPr>
              <a:t>IME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985837" y="3617264"/>
            <a:ext cx="1381125" cy="771525"/>
            <a:chOff x="985837" y="3617264"/>
            <a:chExt cx="1381125" cy="771525"/>
          </a:xfrm>
        </p:grpSpPr>
        <p:sp>
          <p:nvSpPr>
            <p:cNvPr id="28" name="object 28"/>
            <p:cNvSpPr/>
            <p:nvPr/>
          </p:nvSpPr>
          <p:spPr>
            <a:xfrm>
              <a:off x="985837" y="3998264"/>
              <a:ext cx="619125" cy="390525"/>
            </a:xfrm>
            <a:custGeom>
              <a:avLst/>
              <a:gdLst/>
              <a:ahLst/>
              <a:cxnLst/>
              <a:rect l="l" t="t" r="r" b="b"/>
              <a:pathLst>
                <a:path w="619125" h="390525">
                  <a:moveTo>
                    <a:pt x="619125" y="0"/>
                  </a:moveTo>
                  <a:lnTo>
                    <a:pt x="0" y="0"/>
                  </a:lnTo>
                  <a:lnTo>
                    <a:pt x="0" y="390525"/>
                  </a:lnTo>
                  <a:lnTo>
                    <a:pt x="619125" y="390525"/>
                  </a:lnTo>
                  <a:lnTo>
                    <a:pt x="619125" y="385762"/>
                  </a:lnTo>
                  <a:lnTo>
                    <a:pt x="619125" y="381000"/>
                  </a:lnTo>
                  <a:lnTo>
                    <a:pt x="619125" y="9525"/>
                  </a:lnTo>
                  <a:lnTo>
                    <a:pt x="619125" y="4762"/>
                  </a:lnTo>
                  <a:lnTo>
                    <a:pt x="6191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905000" y="3622548"/>
              <a:ext cx="457200" cy="762000"/>
            </a:xfrm>
            <a:custGeom>
              <a:avLst/>
              <a:gdLst/>
              <a:ahLst/>
              <a:cxnLst/>
              <a:rect l="l" t="t" r="r" b="b"/>
              <a:pathLst>
                <a:path w="457200" h="762000">
                  <a:moveTo>
                    <a:pt x="457200" y="762000"/>
                  </a:moveTo>
                  <a:lnTo>
                    <a:pt x="0" y="7620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762000"/>
                  </a:lnTo>
                  <a:close/>
                </a:path>
              </a:pathLst>
            </a:custGeom>
            <a:solidFill>
              <a:srgbClr val="FF99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900237" y="3617264"/>
              <a:ext cx="466725" cy="771525"/>
            </a:xfrm>
            <a:custGeom>
              <a:avLst/>
              <a:gdLst/>
              <a:ahLst/>
              <a:cxnLst/>
              <a:rect l="l" t="t" r="r" b="b"/>
              <a:pathLst>
                <a:path w="466725" h="771525">
                  <a:moveTo>
                    <a:pt x="466725" y="771525"/>
                  </a:moveTo>
                  <a:lnTo>
                    <a:pt x="0" y="771525"/>
                  </a:lnTo>
                  <a:lnTo>
                    <a:pt x="0" y="0"/>
                  </a:lnTo>
                  <a:lnTo>
                    <a:pt x="466725" y="0"/>
                  </a:lnTo>
                  <a:lnTo>
                    <a:pt x="466725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762000"/>
                  </a:lnTo>
                  <a:lnTo>
                    <a:pt x="4762" y="762000"/>
                  </a:lnTo>
                  <a:lnTo>
                    <a:pt x="9525" y="766762"/>
                  </a:lnTo>
                  <a:lnTo>
                    <a:pt x="466725" y="766762"/>
                  </a:lnTo>
                  <a:lnTo>
                    <a:pt x="466725" y="771525"/>
                  </a:lnTo>
                  <a:close/>
                </a:path>
                <a:path w="466725" h="771525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466725" h="771525">
                  <a:moveTo>
                    <a:pt x="457200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457200" y="4762"/>
                  </a:lnTo>
                  <a:lnTo>
                    <a:pt x="457200" y="9525"/>
                  </a:lnTo>
                  <a:close/>
                </a:path>
                <a:path w="466725" h="771525">
                  <a:moveTo>
                    <a:pt x="457200" y="766762"/>
                  </a:moveTo>
                  <a:lnTo>
                    <a:pt x="457200" y="4762"/>
                  </a:lnTo>
                  <a:lnTo>
                    <a:pt x="461962" y="9525"/>
                  </a:lnTo>
                  <a:lnTo>
                    <a:pt x="466725" y="9525"/>
                  </a:lnTo>
                  <a:lnTo>
                    <a:pt x="466725" y="762000"/>
                  </a:lnTo>
                  <a:lnTo>
                    <a:pt x="461962" y="762000"/>
                  </a:lnTo>
                  <a:lnTo>
                    <a:pt x="457200" y="766762"/>
                  </a:lnTo>
                  <a:close/>
                </a:path>
                <a:path w="466725" h="771525">
                  <a:moveTo>
                    <a:pt x="466725" y="9525"/>
                  </a:moveTo>
                  <a:lnTo>
                    <a:pt x="461962" y="9525"/>
                  </a:lnTo>
                  <a:lnTo>
                    <a:pt x="457200" y="4762"/>
                  </a:lnTo>
                  <a:lnTo>
                    <a:pt x="466725" y="4762"/>
                  </a:lnTo>
                  <a:lnTo>
                    <a:pt x="466725" y="9525"/>
                  </a:lnTo>
                  <a:close/>
                </a:path>
                <a:path w="466725" h="771525">
                  <a:moveTo>
                    <a:pt x="9525" y="766762"/>
                  </a:moveTo>
                  <a:lnTo>
                    <a:pt x="4762" y="762000"/>
                  </a:lnTo>
                  <a:lnTo>
                    <a:pt x="9525" y="762000"/>
                  </a:lnTo>
                  <a:lnTo>
                    <a:pt x="9525" y="766762"/>
                  </a:lnTo>
                  <a:close/>
                </a:path>
                <a:path w="466725" h="771525">
                  <a:moveTo>
                    <a:pt x="457200" y="766762"/>
                  </a:moveTo>
                  <a:lnTo>
                    <a:pt x="9525" y="766762"/>
                  </a:lnTo>
                  <a:lnTo>
                    <a:pt x="9525" y="762000"/>
                  </a:lnTo>
                  <a:lnTo>
                    <a:pt x="457200" y="762000"/>
                  </a:lnTo>
                  <a:lnTo>
                    <a:pt x="457200" y="766762"/>
                  </a:lnTo>
                  <a:close/>
                </a:path>
                <a:path w="466725" h="771525">
                  <a:moveTo>
                    <a:pt x="466725" y="766762"/>
                  </a:moveTo>
                  <a:lnTo>
                    <a:pt x="457200" y="766762"/>
                  </a:lnTo>
                  <a:lnTo>
                    <a:pt x="461962" y="762000"/>
                  </a:lnTo>
                  <a:lnTo>
                    <a:pt x="466725" y="762000"/>
                  </a:lnTo>
                  <a:lnTo>
                    <a:pt x="466725" y="766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1905000" y="3622547"/>
            <a:ext cx="457200" cy="762000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700">
              <a:latin typeface="Times New Roman"/>
              <a:cs typeface="Times New Roman"/>
            </a:endParaRPr>
          </a:p>
          <a:p>
            <a:pPr marL="40005">
              <a:lnSpc>
                <a:spcPct val="100000"/>
              </a:lnSpc>
            </a:pPr>
            <a:r>
              <a:rPr dirty="0" sz="1600" spc="20">
                <a:latin typeface="Trebuchet MS"/>
                <a:cs typeface="Trebuchet MS"/>
              </a:rPr>
              <a:t>BGP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357437" y="3617264"/>
            <a:ext cx="466725" cy="771525"/>
            <a:chOff x="2357437" y="3617264"/>
            <a:chExt cx="466725" cy="771525"/>
          </a:xfrm>
        </p:grpSpPr>
        <p:sp>
          <p:nvSpPr>
            <p:cNvPr id="33" name="object 33"/>
            <p:cNvSpPr/>
            <p:nvPr/>
          </p:nvSpPr>
          <p:spPr>
            <a:xfrm>
              <a:off x="2362200" y="3622548"/>
              <a:ext cx="457200" cy="762000"/>
            </a:xfrm>
            <a:custGeom>
              <a:avLst/>
              <a:gdLst/>
              <a:ahLst/>
              <a:cxnLst/>
              <a:rect l="l" t="t" r="r" b="b"/>
              <a:pathLst>
                <a:path w="457200" h="762000">
                  <a:moveTo>
                    <a:pt x="457200" y="762000"/>
                  </a:moveTo>
                  <a:lnTo>
                    <a:pt x="0" y="7620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762000"/>
                  </a:lnTo>
                  <a:close/>
                </a:path>
              </a:pathLst>
            </a:custGeom>
            <a:solidFill>
              <a:srgbClr val="FF99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2357437" y="3617264"/>
              <a:ext cx="466725" cy="771525"/>
            </a:xfrm>
            <a:custGeom>
              <a:avLst/>
              <a:gdLst/>
              <a:ahLst/>
              <a:cxnLst/>
              <a:rect l="l" t="t" r="r" b="b"/>
              <a:pathLst>
                <a:path w="466725" h="771525">
                  <a:moveTo>
                    <a:pt x="466725" y="771525"/>
                  </a:moveTo>
                  <a:lnTo>
                    <a:pt x="0" y="771525"/>
                  </a:lnTo>
                  <a:lnTo>
                    <a:pt x="0" y="0"/>
                  </a:lnTo>
                  <a:lnTo>
                    <a:pt x="466725" y="0"/>
                  </a:lnTo>
                  <a:lnTo>
                    <a:pt x="466725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762000"/>
                  </a:lnTo>
                  <a:lnTo>
                    <a:pt x="4762" y="762000"/>
                  </a:lnTo>
                  <a:lnTo>
                    <a:pt x="9525" y="766762"/>
                  </a:lnTo>
                  <a:lnTo>
                    <a:pt x="466725" y="766762"/>
                  </a:lnTo>
                  <a:lnTo>
                    <a:pt x="466725" y="771525"/>
                  </a:lnTo>
                  <a:close/>
                </a:path>
                <a:path w="466725" h="771525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466725" h="771525">
                  <a:moveTo>
                    <a:pt x="457200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457200" y="4762"/>
                  </a:lnTo>
                  <a:lnTo>
                    <a:pt x="457200" y="9525"/>
                  </a:lnTo>
                  <a:close/>
                </a:path>
                <a:path w="466725" h="771525">
                  <a:moveTo>
                    <a:pt x="457200" y="766762"/>
                  </a:moveTo>
                  <a:lnTo>
                    <a:pt x="457200" y="4762"/>
                  </a:lnTo>
                  <a:lnTo>
                    <a:pt x="461962" y="9525"/>
                  </a:lnTo>
                  <a:lnTo>
                    <a:pt x="466725" y="9525"/>
                  </a:lnTo>
                  <a:lnTo>
                    <a:pt x="466725" y="762000"/>
                  </a:lnTo>
                  <a:lnTo>
                    <a:pt x="461962" y="762000"/>
                  </a:lnTo>
                  <a:lnTo>
                    <a:pt x="457200" y="766762"/>
                  </a:lnTo>
                  <a:close/>
                </a:path>
                <a:path w="466725" h="771525">
                  <a:moveTo>
                    <a:pt x="466725" y="9525"/>
                  </a:moveTo>
                  <a:lnTo>
                    <a:pt x="461962" y="9525"/>
                  </a:lnTo>
                  <a:lnTo>
                    <a:pt x="457200" y="4762"/>
                  </a:lnTo>
                  <a:lnTo>
                    <a:pt x="466725" y="4762"/>
                  </a:lnTo>
                  <a:lnTo>
                    <a:pt x="466725" y="9525"/>
                  </a:lnTo>
                  <a:close/>
                </a:path>
                <a:path w="466725" h="771525">
                  <a:moveTo>
                    <a:pt x="9525" y="766762"/>
                  </a:moveTo>
                  <a:lnTo>
                    <a:pt x="4762" y="762000"/>
                  </a:lnTo>
                  <a:lnTo>
                    <a:pt x="9525" y="762000"/>
                  </a:lnTo>
                  <a:lnTo>
                    <a:pt x="9525" y="766762"/>
                  </a:lnTo>
                  <a:close/>
                </a:path>
                <a:path w="466725" h="771525">
                  <a:moveTo>
                    <a:pt x="457200" y="766762"/>
                  </a:moveTo>
                  <a:lnTo>
                    <a:pt x="9525" y="766762"/>
                  </a:lnTo>
                  <a:lnTo>
                    <a:pt x="9525" y="762000"/>
                  </a:lnTo>
                  <a:lnTo>
                    <a:pt x="457200" y="762000"/>
                  </a:lnTo>
                  <a:lnTo>
                    <a:pt x="457200" y="766762"/>
                  </a:lnTo>
                  <a:close/>
                </a:path>
                <a:path w="466725" h="771525">
                  <a:moveTo>
                    <a:pt x="466725" y="766762"/>
                  </a:moveTo>
                  <a:lnTo>
                    <a:pt x="457200" y="766762"/>
                  </a:lnTo>
                  <a:lnTo>
                    <a:pt x="461962" y="762000"/>
                  </a:lnTo>
                  <a:lnTo>
                    <a:pt x="466725" y="762000"/>
                  </a:lnTo>
                  <a:lnTo>
                    <a:pt x="466725" y="766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2362200" y="3622547"/>
            <a:ext cx="457200" cy="762000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700">
              <a:latin typeface="Times New Roman"/>
              <a:cs typeface="Times New Roman"/>
            </a:endParaRPr>
          </a:p>
          <a:p>
            <a:pPr marL="43180">
              <a:lnSpc>
                <a:spcPct val="100000"/>
              </a:lnSpc>
            </a:pPr>
            <a:r>
              <a:rPr dirty="0" sz="1600" spc="40">
                <a:latin typeface="Trebuchet MS"/>
                <a:cs typeface="Trebuchet MS"/>
              </a:rPr>
              <a:t>RPC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2814637" y="3617264"/>
            <a:ext cx="542925" cy="771525"/>
            <a:chOff x="2814637" y="3617264"/>
            <a:chExt cx="542925" cy="771525"/>
          </a:xfrm>
        </p:grpSpPr>
        <p:sp>
          <p:nvSpPr>
            <p:cNvPr id="37" name="object 37"/>
            <p:cNvSpPr/>
            <p:nvPr/>
          </p:nvSpPr>
          <p:spPr>
            <a:xfrm>
              <a:off x="2819400" y="3622548"/>
              <a:ext cx="533400" cy="762000"/>
            </a:xfrm>
            <a:custGeom>
              <a:avLst/>
              <a:gdLst/>
              <a:ahLst/>
              <a:cxnLst/>
              <a:rect l="l" t="t" r="r" b="b"/>
              <a:pathLst>
                <a:path w="533400" h="762000">
                  <a:moveTo>
                    <a:pt x="533400" y="762000"/>
                  </a:moveTo>
                  <a:lnTo>
                    <a:pt x="0" y="762000"/>
                  </a:lnTo>
                  <a:lnTo>
                    <a:pt x="0" y="0"/>
                  </a:lnTo>
                  <a:lnTo>
                    <a:pt x="533400" y="0"/>
                  </a:lnTo>
                  <a:lnTo>
                    <a:pt x="533400" y="762000"/>
                  </a:lnTo>
                  <a:close/>
                </a:path>
              </a:pathLst>
            </a:custGeom>
            <a:solidFill>
              <a:srgbClr val="FF99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2814637" y="3617264"/>
              <a:ext cx="542925" cy="771525"/>
            </a:xfrm>
            <a:custGeom>
              <a:avLst/>
              <a:gdLst/>
              <a:ahLst/>
              <a:cxnLst/>
              <a:rect l="l" t="t" r="r" b="b"/>
              <a:pathLst>
                <a:path w="542925" h="771525">
                  <a:moveTo>
                    <a:pt x="542925" y="771525"/>
                  </a:moveTo>
                  <a:lnTo>
                    <a:pt x="0" y="771525"/>
                  </a:lnTo>
                  <a:lnTo>
                    <a:pt x="0" y="0"/>
                  </a:lnTo>
                  <a:lnTo>
                    <a:pt x="542925" y="0"/>
                  </a:lnTo>
                  <a:lnTo>
                    <a:pt x="542925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762000"/>
                  </a:lnTo>
                  <a:lnTo>
                    <a:pt x="4762" y="762000"/>
                  </a:lnTo>
                  <a:lnTo>
                    <a:pt x="9525" y="766762"/>
                  </a:lnTo>
                  <a:lnTo>
                    <a:pt x="542925" y="766762"/>
                  </a:lnTo>
                  <a:lnTo>
                    <a:pt x="542925" y="771525"/>
                  </a:lnTo>
                  <a:close/>
                </a:path>
                <a:path w="542925" h="771525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542925" h="771525">
                  <a:moveTo>
                    <a:pt x="533400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533400" y="4762"/>
                  </a:lnTo>
                  <a:lnTo>
                    <a:pt x="533400" y="9525"/>
                  </a:lnTo>
                  <a:close/>
                </a:path>
                <a:path w="542925" h="771525">
                  <a:moveTo>
                    <a:pt x="533400" y="766762"/>
                  </a:moveTo>
                  <a:lnTo>
                    <a:pt x="533400" y="4762"/>
                  </a:lnTo>
                  <a:lnTo>
                    <a:pt x="538162" y="9525"/>
                  </a:lnTo>
                  <a:lnTo>
                    <a:pt x="542925" y="9525"/>
                  </a:lnTo>
                  <a:lnTo>
                    <a:pt x="542925" y="762000"/>
                  </a:lnTo>
                  <a:lnTo>
                    <a:pt x="538162" y="762000"/>
                  </a:lnTo>
                  <a:lnTo>
                    <a:pt x="533400" y="766762"/>
                  </a:lnTo>
                  <a:close/>
                </a:path>
                <a:path w="542925" h="771525">
                  <a:moveTo>
                    <a:pt x="542925" y="9525"/>
                  </a:moveTo>
                  <a:lnTo>
                    <a:pt x="538162" y="9525"/>
                  </a:lnTo>
                  <a:lnTo>
                    <a:pt x="533400" y="4762"/>
                  </a:lnTo>
                  <a:lnTo>
                    <a:pt x="542925" y="4762"/>
                  </a:lnTo>
                  <a:lnTo>
                    <a:pt x="542925" y="9525"/>
                  </a:lnTo>
                  <a:close/>
                </a:path>
                <a:path w="542925" h="771525">
                  <a:moveTo>
                    <a:pt x="9525" y="766762"/>
                  </a:moveTo>
                  <a:lnTo>
                    <a:pt x="4762" y="762000"/>
                  </a:lnTo>
                  <a:lnTo>
                    <a:pt x="9525" y="762000"/>
                  </a:lnTo>
                  <a:lnTo>
                    <a:pt x="9525" y="766762"/>
                  </a:lnTo>
                  <a:close/>
                </a:path>
                <a:path w="542925" h="771525">
                  <a:moveTo>
                    <a:pt x="533400" y="766762"/>
                  </a:moveTo>
                  <a:lnTo>
                    <a:pt x="9525" y="766762"/>
                  </a:lnTo>
                  <a:lnTo>
                    <a:pt x="9525" y="762000"/>
                  </a:lnTo>
                  <a:lnTo>
                    <a:pt x="533400" y="762000"/>
                  </a:lnTo>
                  <a:lnTo>
                    <a:pt x="533400" y="766762"/>
                  </a:lnTo>
                  <a:close/>
                </a:path>
                <a:path w="542925" h="771525">
                  <a:moveTo>
                    <a:pt x="542925" y="766762"/>
                  </a:moveTo>
                  <a:lnTo>
                    <a:pt x="533400" y="766762"/>
                  </a:lnTo>
                  <a:lnTo>
                    <a:pt x="538162" y="762000"/>
                  </a:lnTo>
                  <a:lnTo>
                    <a:pt x="542925" y="762000"/>
                  </a:lnTo>
                  <a:lnTo>
                    <a:pt x="542925" y="766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2819400" y="3622547"/>
            <a:ext cx="533400" cy="762000"/>
          </a:xfrm>
          <a:prstGeom prst="rect">
            <a:avLst/>
          </a:prstGeom>
        </p:spPr>
        <p:txBody>
          <a:bodyPr wrap="square" lIns="0" tIns="127000" rIns="0" bIns="0" rtlCol="0" vert="horz">
            <a:spAutoFit/>
          </a:bodyPr>
          <a:lstStyle/>
          <a:p>
            <a:pPr marL="130810" marR="14604" indent="-108585">
              <a:lnSpc>
                <a:spcPct val="100000"/>
              </a:lnSpc>
              <a:spcBef>
                <a:spcPts val="1000"/>
              </a:spcBef>
            </a:pPr>
            <a:r>
              <a:rPr dirty="0" sz="1600" spc="-95">
                <a:latin typeface="Trebuchet MS"/>
                <a:cs typeface="Trebuchet MS"/>
              </a:rPr>
              <a:t>r</a:t>
            </a:r>
            <a:r>
              <a:rPr dirty="0" sz="1600" spc="-90">
                <a:latin typeface="Trebuchet MS"/>
                <a:cs typeface="Trebuchet MS"/>
              </a:rPr>
              <a:t>l</a:t>
            </a:r>
            <a:r>
              <a:rPr dirty="0" sz="1600" spc="-20">
                <a:latin typeface="Trebuchet MS"/>
                <a:cs typeface="Trebuchet MS"/>
              </a:rPr>
              <a:t>o</a:t>
            </a:r>
            <a:r>
              <a:rPr dirty="0" sz="1600" spc="20">
                <a:latin typeface="Trebuchet MS"/>
                <a:cs typeface="Trebuchet MS"/>
              </a:rPr>
              <a:t>g</a:t>
            </a:r>
            <a:r>
              <a:rPr dirty="0" sz="1600" spc="-75">
                <a:latin typeface="Trebuchet MS"/>
                <a:cs typeface="Trebuchet MS"/>
              </a:rPr>
              <a:t>i</a:t>
            </a:r>
            <a:r>
              <a:rPr dirty="0" sz="1600" spc="-10">
                <a:latin typeface="Trebuchet MS"/>
                <a:cs typeface="Trebuchet MS"/>
              </a:rPr>
              <a:t>n  </a:t>
            </a:r>
            <a:r>
              <a:rPr dirty="0" sz="1600" spc="-5">
                <a:latin typeface="Trebuchet MS"/>
                <a:cs typeface="Trebuchet MS"/>
              </a:rPr>
              <a:t>rsh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3348037" y="3160064"/>
            <a:ext cx="542925" cy="1228725"/>
            <a:chOff x="3348037" y="3160064"/>
            <a:chExt cx="542925" cy="1228725"/>
          </a:xfrm>
        </p:grpSpPr>
        <p:sp>
          <p:nvSpPr>
            <p:cNvPr id="41" name="object 41"/>
            <p:cNvSpPr/>
            <p:nvPr/>
          </p:nvSpPr>
          <p:spPr>
            <a:xfrm>
              <a:off x="3352800" y="3165348"/>
              <a:ext cx="533400" cy="1219200"/>
            </a:xfrm>
            <a:custGeom>
              <a:avLst/>
              <a:gdLst/>
              <a:ahLst/>
              <a:cxnLst/>
              <a:rect l="l" t="t" r="r" b="b"/>
              <a:pathLst>
                <a:path w="533400" h="1219200">
                  <a:moveTo>
                    <a:pt x="533400" y="1219200"/>
                  </a:moveTo>
                  <a:lnTo>
                    <a:pt x="0" y="1219200"/>
                  </a:lnTo>
                  <a:lnTo>
                    <a:pt x="0" y="0"/>
                  </a:lnTo>
                  <a:lnTo>
                    <a:pt x="533400" y="0"/>
                  </a:lnTo>
                  <a:lnTo>
                    <a:pt x="533400" y="1219200"/>
                  </a:lnTo>
                  <a:close/>
                </a:path>
              </a:pathLst>
            </a:custGeom>
            <a:solidFill>
              <a:srgbClr val="FF9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3348037" y="3160064"/>
              <a:ext cx="542925" cy="1228725"/>
            </a:xfrm>
            <a:custGeom>
              <a:avLst/>
              <a:gdLst/>
              <a:ahLst/>
              <a:cxnLst/>
              <a:rect l="l" t="t" r="r" b="b"/>
              <a:pathLst>
                <a:path w="542925" h="1228725">
                  <a:moveTo>
                    <a:pt x="542925" y="1228725"/>
                  </a:moveTo>
                  <a:lnTo>
                    <a:pt x="0" y="1228725"/>
                  </a:lnTo>
                  <a:lnTo>
                    <a:pt x="0" y="0"/>
                  </a:lnTo>
                  <a:lnTo>
                    <a:pt x="542925" y="0"/>
                  </a:lnTo>
                  <a:lnTo>
                    <a:pt x="542925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1219200"/>
                  </a:lnTo>
                  <a:lnTo>
                    <a:pt x="4762" y="1219200"/>
                  </a:lnTo>
                  <a:lnTo>
                    <a:pt x="9525" y="1223962"/>
                  </a:lnTo>
                  <a:lnTo>
                    <a:pt x="542925" y="1223962"/>
                  </a:lnTo>
                  <a:lnTo>
                    <a:pt x="542925" y="1228725"/>
                  </a:lnTo>
                  <a:close/>
                </a:path>
                <a:path w="542925" h="1228725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542925" h="1228725">
                  <a:moveTo>
                    <a:pt x="533400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533400" y="4762"/>
                  </a:lnTo>
                  <a:lnTo>
                    <a:pt x="533400" y="9525"/>
                  </a:lnTo>
                  <a:close/>
                </a:path>
                <a:path w="542925" h="1228725">
                  <a:moveTo>
                    <a:pt x="533400" y="1223962"/>
                  </a:moveTo>
                  <a:lnTo>
                    <a:pt x="533400" y="4762"/>
                  </a:lnTo>
                  <a:lnTo>
                    <a:pt x="538162" y="9525"/>
                  </a:lnTo>
                  <a:lnTo>
                    <a:pt x="542925" y="9525"/>
                  </a:lnTo>
                  <a:lnTo>
                    <a:pt x="542925" y="1219200"/>
                  </a:lnTo>
                  <a:lnTo>
                    <a:pt x="538162" y="1219200"/>
                  </a:lnTo>
                  <a:lnTo>
                    <a:pt x="533400" y="1223962"/>
                  </a:lnTo>
                  <a:close/>
                </a:path>
                <a:path w="542925" h="1228725">
                  <a:moveTo>
                    <a:pt x="542925" y="9525"/>
                  </a:moveTo>
                  <a:lnTo>
                    <a:pt x="538162" y="9525"/>
                  </a:lnTo>
                  <a:lnTo>
                    <a:pt x="533400" y="4762"/>
                  </a:lnTo>
                  <a:lnTo>
                    <a:pt x="542925" y="4762"/>
                  </a:lnTo>
                  <a:lnTo>
                    <a:pt x="542925" y="9525"/>
                  </a:lnTo>
                  <a:close/>
                </a:path>
                <a:path w="542925" h="1228725">
                  <a:moveTo>
                    <a:pt x="9525" y="1223962"/>
                  </a:moveTo>
                  <a:lnTo>
                    <a:pt x="4762" y="1219200"/>
                  </a:lnTo>
                  <a:lnTo>
                    <a:pt x="9525" y="1219200"/>
                  </a:lnTo>
                  <a:lnTo>
                    <a:pt x="9525" y="1223962"/>
                  </a:lnTo>
                  <a:close/>
                </a:path>
                <a:path w="542925" h="1228725">
                  <a:moveTo>
                    <a:pt x="533400" y="1223962"/>
                  </a:moveTo>
                  <a:lnTo>
                    <a:pt x="9525" y="1223962"/>
                  </a:lnTo>
                  <a:lnTo>
                    <a:pt x="9525" y="1219200"/>
                  </a:lnTo>
                  <a:lnTo>
                    <a:pt x="533400" y="1219200"/>
                  </a:lnTo>
                  <a:lnTo>
                    <a:pt x="533400" y="1223962"/>
                  </a:lnTo>
                  <a:close/>
                </a:path>
                <a:path w="542925" h="1228725">
                  <a:moveTo>
                    <a:pt x="542925" y="1223962"/>
                  </a:moveTo>
                  <a:lnTo>
                    <a:pt x="533400" y="1223962"/>
                  </a:lnTo>
                  <a:lnTo>
                    <a:pt x="538162" y="1219200"/>
                  </a:lnTo>
                  <a:lnTo>
                    <a:pt x="542925" y="1219200"/>
                  </a:lnTo>
                  <a:lnTo>
                    <a:pt x="542925" y="12239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3352800" y="3165348"/>
            <a:ext cx="533400" cy="457200"/>
          </a:xfrm>
          <a:prstGeom prst="rect">
            <a:avLst/>
          </a:prstGeom>
          <a:solidFill>
            <a:srgbClr val="FF99FF"/>
          </a:solidFill>
        </p:spPr>
        <p:txBody>
          <a:bodyPr wrap="square" lIns="0" tIns="111760" rIns="0" bIns="0" rtlCol="0" vert="horz">
            <a:spAutoFit/>
          </a:bodyPr>
          <a:lstStyle/>
          <a:p>
            <a:pPr marL="104775">
              <a:lnSpc>
                <a:spcPct val="100000"/>
              </a:lnSpc>
              <a:spcBef>
                <a:spcPts val="880"/>
              </a:spcBef>
            </a:pPr>
            <a:r>
              <a:rPr dirty="0" sz="1600" spc="-40">
                <a:latin typeface="Trebuchet MS"/>
                <a:cs typeface="Trebuchet MS"/>
              </a:rPr>
              <a:t>FTP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3500437" y="3617264"/>
            <a:ext cx="923925" cy="771525"/>
            <a:chOff x="3500437" y="3617264"/>
            <a:chExt cx="923925" cy="771525"/>
          </a:xfrm>
        </p:grpSpPr>
        <p:sp>
          <p:nvSpPr>
            <p:cNvPr id="45" name="object 45"/>
            <p:cNvSpPr/>
            <p:nvPr/>
          </p:nvSpPr>
          <p:spPr>
            <a:xfrm>
              <a:off x="3505200" y="3622548"/>
              <a:ext cx="914400" cy="762000"/>
            </a:xfrm>
            <a:custGeom>
              <a:avLst/>
              <a:gdLst/>
              <a:ahLst/>
              <a:cxnLst/>
              <a:rect l="l" t="t" r="r" b="b"/>
              <a:pathLst>
                <a:path w="914400" h="762000">
                  <a:moveTo>
                    <a:pt x="914400" y="762000"/>
                  </a:moveTo>
                  <a:lnTo>
                    <a:pt x="0" y="762000"/>
                  </a:lnTo>
                  <a:lnTo>
                    <a:pt x="0" y="0"/>
                  </a:lnTo>
                  <a:lnTo>
                    <a:pt x="914400" y="0"/>
                  </a:lnTo>
                  <a:lnTo>
                    <a:pt x="914400" y="762000"/>
                  </a:lnTo>
                  <a:close/>
                </a:path>
              </a:pathLst>
            </a:custGeom>
            <a:solidFill>
              <a:srgbClr val="CC9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3500437" y="3617264"/>
              <a:ext cx="923925" cy="771525"/>
            </a:xfrm>
            <a:custGeom>
              <a:avLst/>
              <a:gdLst/>
              <a:ahLst/>
              <a:cxnLst/>
              <a:rect l="l" t="t" r="r" b="b"/>
              <a:pathLst>
                <a:path w="923925" h="771525">
                  <a:moveTo>
                    <a:pt x="923925" y="771525"/>
                  </a:moveTo>
                  <a:lnTo>
                    <a:pt x="0" y="771525"/>
                  </a:lnTo>
                  <a:lnTo>
                    <a:pt x="0" y="0"/>
                  </a:lnTo>
                  <a:lnTo>
                    <a:pt x="923925" y="0"/>
                  </a:lnTo>
                  <a:lnTo>
                    <a:pt x="923925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762000"/>
                  </a:lnTo>
                  <a:lnTo>
                    <a:pt x="4762" y="762000"/>
                  </a:lnTo>
                  <a:lnTo>
                    <a:pt x="9525" y="766762"/>
                  </a:lnTo>
                  <a:lnTo>
                    <a:pt x="923925" y="766762"/>
                  </a:lnTo>
                  <a:lnTo>
                    <a:pt x="923925" y="771525"/>
                  </a:lnTo>
                  <a:close/>
                </a:path>
                <a:path w="923925" h="771525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923925" h="771525">
                  <a:moveTo>
                    <a:pt x="914400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914400" y="4762"/>
                  </a:lnTo>
                  <a:lnTo>
                    <a:pt x="914400" y="9525"/>
                  </a:lnTo>
                  <a:close/>
                </a:path>
                <a:path w="923925" h="771525">
                  <a:moveTo>
                    <a:pt x="914400" y="766762"/>
                  </a:moveTo>
                  <a:lnTo>
                    <a:pt x="914400" y="4762"/>
                  </a:lnTo>
                  <a:lnTo>
                    <a:pt x="919162" y="9525"/>
                  </a:lnTo>
                  <a:lnTo>
                    <a:pt x="923925" y="9525"/>
                  </a:lnTo>
                  <a:lnTo>
                    <a:pt x="923925" y="762000"/>
                  </a:lnTo>
                  <a:lnTo>
                    <a:pt x="919162" y="762000"/>
                  </a:lnTo>
                  <a:lnTo>
                    <a:pt x="914400" y="766762"/>
                  </a:lnTo>
                  <a:close/>
                </a:path>
                <a:path w="923925" h="771525">
                  <a:moveTo>
                    <a:pt x="923925" y="9525"/>
                  </a:moveTo>
                  <a:lnTo>
                    <a:pt x="919162" y="9525"/>
                  </a:lnTo>
                  <a:lnTo>
                    <a:pt x="914400" y="4762"/>
                  </a:lnTo>
                  <a:lnTo>
                    <a:pt x="923925" y="4762"/>
                  </a:lnTo>
                  <a:lnTo>
                    <a:pt x="923925" y="9525"/>
                  </a:lnTo>
                  <a:close/>
                </a:path>
                <a:path w="923925" h="771525">
                  <a:moveTo>
                    <a:pt x="9525" y="766762"/>
                  </a:moveTo>
                  <a:lnTo>
                    <a:pt x="4762" y="762000"/>
                  </a:lnTo>
                  <a:lnTo>
                    <a:pt x="9525" y="762000"/>
                  </a:lnTo>
                  <a:lnTo>
                    <a:pt x="9525" y="766762"/>
                  </a:lnTo>
                  <a:close/>
                </a:path>
                <a:path w="923925" h="771525">
                  <a:moveTo>
                    <a:pt x="914400" y="766762"/>
                  </a:moveTo>
                  <a:lnTo>
                    <a:pt x="9525" y="766762"/>
                  </a:lnTo>
                  <a:lnTo>
                    <a:pt x="9525" y="762000"/>
                  </a:lnTo>
                  <a:lnTo>
                    <a:pt x="914400" y="762000"/>
                  </a:lnTo>
                  <a:lnTo>
                    <a:pt x="914400" y="766762"/>
                  </a:lnTo>
                  <a:close/>
                </a:path>
                <a:path w="923925" h="771525">
                  <a:moveTo>
                    <a:pt x="923925" y="766762"/>
                  </a:moveTo>
                  <a:lnTo>
                    <a:pt x="914400" y="766762"/>
                  </a:lnTo>
                  <a:lnTo>
                    <a:pt x="919162" y="762000"/>
                  </a:lnTo>
                  <a:lnTo>
                    <a:pt x="923925" y="762000"/>
                  </a:lnTo>
                  <a:lnTo>
                    <a:pt x="923925" y="766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/>
          <p:cNvSpPr txBox="1"/>
          <p:nvPr/>
        </p:nvSpPr>
        <p:spPr>
          <a:xfrm>
            <a:off x="3505200" y="3622547"/>
            <a:ext cx="381000" cy="762000"/>
          </a:xfrm>
          <a:prstGeom prst="rect">
            <a:avLst/>
          </a:prstGeom>
          <a:solidFill>
            <a:srgbClr val="CC99FF"/>
          </a:solidFill>
        </p:spPr>
        <p:txBody>
          <a:bodyPr wrap="square" lIns="0" tIns="6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700">
              <a:latin typeface="Times New Roman"/>
              <a:cs typeface="Times New Roman"/>
            </a:endParaRPr>
          </a:p>
          <a:p>
            <a:pPr marL="132080">
              <a:lnSpc>
                <a:spcPct val="100000"/>
              </a:lnSpc>
            </a:pPr>
            <a:r>
              <a:rPr dirty="0" sz="1600" spc="-80">
                <a:latin typeface="Trebuchet MS"/>
                <a:cs typeface="Trebuchet MS"/>
              </a:rPr>
              <a:t>TE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886200" y="3622547"/>
            <a:ext cx="533400" cy="762000"/>
          </a:xfrm>
          <a:prstGeom prst="rect">
            <a:avLst/>
          </a:prstGeom>
          <a:solidFill>
            <a:srgbClr val="CC99FF"/>
          </a:solidFill>
        </p:spPr>
        <p:txBody>
          <a:bodyPr wrap="square" lIns="0" tIns="6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dirty="0" sz="1600" spc="-40">
                <a:latin typeface="Trebuchet MS"/>
                <a:cs typeface="Trebuchet MS"/>
              </a:rPr>
              <a:t>LNET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4414837" y="3617264"/>
            <a:ext cx="466725" cy="771525"/>
            <a:chOff x="4414837" y="3617264"/>
            <a:chExt cx="466725" cy="771525"/>
          </a:xfrm>
        </p:grpSpPr>
        <p:sp>
          <p:nvSpPr>
            <p:cNvPr id="50" name="object 50"/>
            <p:cNvSpPr/>
            <p:nvPr/>
          </p:nvSpPr>
          <p:spPr>
            <a:xfrm>
              <a:off x="4419600" y="3622548"/>
              <a:ext cx="457200" cy="762000"/>
            </a:xfrm>
            <a:custGeom>
              <a:avLst/>
              <a:gdLst/>
              <a:ahLst/>
              <a:cxnLst/>
              <a:rect l="l" t="t" r="r" b="b"/>
              <a:pathLst>
                <a:path w="457200" h="762000">
                  <a:moveTo>
                    <a:pt x="457200" y="762000"/>
                  </a:moveTo>
                  <a:lnTo>
                    <a:pt x="0" y="7620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762000"/>
                  </a:lnTo>
                  <a:close/>
                </a:path>
              </a:pathLst>
            </a:custGeom>
            <a:solidFill>
              <a:srgbClr val="999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4414837" y="3617264"/>
              <a:ext cx="466725" cy="771525"/>
            </a:xfrm>
            <a:custGeom>
              <a:avLst/>
              <a:gdLst/>
              <a:ahLst/>
              <a:cxnLst/>
              <a:rect l="l" t="t" r="r" b="b"/>
              <a:pathLst>
                <a:path w="466725" h="771525">
                  <a:moveTo>
                    <a:pt x="466725" y="771525"/>
                  </a:moveTo>
                  <a:lnTo>
                    <a:pt x="0" y="771525"/>
                  </a:lnTo>
                  <a:lnTo>
                    <a:pt x="0" y="0"/>
                  </a:lnTo>
                  <a:lnTo>
                    <a:pt x="466725" y="0"/>
                  </a:lnTo>
                  <a:lnTo>
                    <a:pt x="466725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762000"/>
                  </a:lnTo>
                  <a:lnTo>
                    <a:pt x="4762" y="762000"/>
                  </a:lnTo>
                  <a:lnTo>
                    <a:pt x="9525" y="766762"/>
                  </a:lnTo>
                  <a:lnTo>
                    <a:pt x="466725" y="766762"/>
                  </a:lnTo>
                  <a:lnTo>
                    <a:pt x="466725" y="771525"/>
                  </a:lnTo>
                  <a:close/>
                </a:path>
                <a:path w="466725" h="771525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466725" h="771525">
                  <a:moveTo>
                    <a:pt x="457200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457200" y="4762"/>
                  </a:lnTo>
                  <a:lnTo>
                    <a:pt x="457200" y="9525"/>
                  </a:lnTo>
                  <a:close/>
                </a:path>
                <a:path w="466725" h="771525">
                  <a:moveTo>
                    <a:pt x="457200" y="766762"/>
                  </a:moveTo>
                  <a:lnTo>
                    <a:pt x="457200" y="4762"/>
                  </a:lnTo>
                  <a:lnTo>
                    <a:pt x="461962" y="9525"/>
                  </a:lnTo>
                  <a:lnTo>
                    <a:pt x="466725" y="9525"/>
                  </a:lnTo>
                  <a:lnTo>
                    <a:pt x="466725" y="762000"/>
                  </a:lnTo>
                  <a:lnTo>
                    <a:pt x="461962" y="762000"/>
                  </a:lnTo>
                  <a:lnTo>
                    <a:pt x="457200" y="766762"/>
                  </a:lnTo>
                  <a:close/>
                </a:path>
                <a:path w="466725" h="771525">
                  <a:moveTo>
                    <a:pt x="466725" y="9525"/>
                  </a:moveTo>
                  <a:lnTo>
                    <a:pt x="461962" y="9525"/>
                  </a:lnTo>
                  <a:lnTo>
                    <a:pt x="457200" y="4762"/>
                  </a:lnTo>
                  <a:lnTo>
                    <a:pt x="466725" y="4762"/>
                  </a:lnTo>
                  <a:lnTo>
                    <a:pt x="466725" y="9525"/>
                  </a:lnTo>
                  <a:close/>
                </a:path>
                <a:path w="466725" h="771525">
                  <a:moveTo>
                    <a:pt x="9525" y="766762"/>
                  </a:moveTo>
                  <a:lnTo>
                    <a:pt x="4762" y="762000"/>
                  </a:lnTo>
                  <a:lnTo>
                    <a:pt x="9525" y="762000"/>
                  </a:lnTo>
                  <a:lnTo>
                    <a:pt x="9525" y="766762"/>
                  </a:lnTo>
                  <a:close/>
                </a:path>
                <a:path w="466725" h="771525">
                  <a:moveTo>
                    <a:pt x="457200" y="766762"/>
                  </a:moveTo>
                  <a:lnTo>
                    <a:pt x="9525" y="766762"/>
                  </a:lnTo>
                  <a:lnTo>
                    <a:pt x="9525" y="762000"/>
                  </a:lnTo>
                  <a:lnTo>
                    <a:pt x="457200" y="762000"/>
                  </a:lnTo>
                  <a:lnTo>
                    <a:pt x="457200" y="766762"/>
                  </a:lnTo>
                  <a:close/>
                </a:path>
                <a:path w="466725" h="771525">
                  <a:moveTo>
                    <a:pt x="466725" y="766762"/>
                  </a:moveTo>
                  <a:lnTo>
                    <a:pt x="457200" y="766762"/>
                  </a:lnTo>
                  <a:lnTo>
                    <a:pt x="461962" y="762000"/>
                  </a:lnTo>
                  <a:lnTo>
                    <a:pt x="466725" y="762000"/>
                  </a:lnTo>
                  <a:lnTo>
                    <a:pt x="466725" y="766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/>
          <p:cNvSpPr txBox="1"/>
          <p:nvPr/>
        </p:nvSpPr>
        <p:spPr>
          <a:xfrm>
            <a:off x="4419600" y="3622547"/>
            <a:ext cx="457200" cy="762000"/>
          </a:xfrm>
          <a:prstGeom prst="rect">
            <a:avLst/>
          </a:prstGeom>
        </p:spPr>
        <p:txBody>
          <a:bodyPr wrap="square" lIns="0" tIns="127000" rIns="0" bIns="0" rtlCol="0" vert="horz">
            <a:spAutoFit/>
          </a:bodyPr>
          <a:lstStyle/>
          <a:p>
            <a:pPr marL="52069" marR="30480" indent="-15240">
              <a:lnSpc>
                <a:spcPct val="100000"/>
              </a:lnSpc>
              <a:spcBef>
                <a:spcPts val="1000"/>
              </a:spcBef>
            </a:pPr>
            <a:r>
              <a:rPr dirty="0" sz="1600" spc="65">
                <a:latin typeface="Trebuchet MS"/>
                <a:cs typeface="Trebuchet MS"/>
              </a:rPr>
              <a:t>D</a:t>
            </a:r>
            <a:r>
              <a:rPr dirty="0" sz="1600" spc="15">
                <a:latin typeface="Trebuchet MS"/>
                <a:cs typeface="Trebuchet MS"/>
              </a:rPr>
              <a:t>N</a:t>
            </a:r>
            <a:r>
              <a:rPr dirty="0" sz="1600" spc="105">
                <a:latin typeface="Trebuchet MS"/>
                <a:cs typeface="Trebuchet MS"/>
              </a:rPr>
              <a:t>S  </a:t>
            </a:r>
            <a:r>
              <a:rPr dirty="0" sz="1600" spc="40">
                <a:latin typeface="Trebuchet MS"/>
                <a:cs typeface="Trebuchet MS"/>
              </a:rPr>
              <a:t>NFS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4872037" y="3160064"/>
            <a:ext cx="695325" cy="1228725"/>
            <a:chOff x="4872037" y="3160064"/>
            <a:chExt cx="695325" cy="1228725"/>
          </a:xfrm>
        </p:grpSpPr>
        <p:sp>
          <p:nvSpPr>
            <p:cNvPr id="54" name="object 54"/>
            <p:cNvSpPr/>
            <p:nvPr/>
          </p:nvSpPr>
          <p:spPr>
            <a:xfrm>
              <a:off x="4876800" y="3165348"/>
              <a:ext cx="685800" cy="1219200"/>
            </a:xfrm>
            <a:custGeom>
              <a:avLst/>
              <a:gdLst/>
              <a:ahLst/>
              <a:cxnLst/>
              <a:rect l="l" t="t" r="r" b="b"/>
              <a:pathLst>
                <a:path w="685800" h="1219200">
                  <a:moveTo>
                    <a:pt x="685800" y="1219200"/>
                  </a:moveTo>
                  <a:lnTo>
                    <a:pt x="0" y="1219200"/>
                  </a:lnTo>
                  <a:lnTo>
                    <a:pt x="0" y="0"/>
                  </a:lnTo>
                  <a:lnTo>
                    <a:pt x="685800" y="0"/>
                  </a:lnTo>
                  <a:lnTo>
                    <a:pt x="685800" y="1219200"/>
                  </a:lnTo>
                  <a:close/>
                </a:path>
              </a:pathLst>
            </a:custGeom>
            <a:solidFill>
              <a:srgbClr val="CC9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4872037" y="3160064"/>
              <a:ext cx="695325" cy="1228725"/>
            </a:xfrm>
            <a:custGeom>
              <a:avLst/>
              <a:gdLst/>
              <a:ahLst/>
              <a:cxnLst/>
              <a:rect l="l" t="t" r="r" b="b"/>
              <a:pathLst>
                <a:path w="695325" h="1228725">
                  <a:moveTo>
                    <a:pt x="695325" y="1228725"/>
                  </a:moveTo>
                  <a:lnTo>
                    <a:pt x="0" y="1228725"/>
                  </a:lnTo>
                  <a:lnTo>
                    <a:pt x="0" y="0"/>
                  </a:lnTo>
                  <a:lnTo>
                    <a:pt x="695325" y="0"/>
                  </a:lnTo>
                  <a:lnTo>
                    <a:pt x="695325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1219200"/>
                  </a:lnTo>
                  <a:lnTo>
                    <a:pt x="4762" y="1219200"/>
                  </a:lnTo>
                  <a:lnTo>
                    <a:pt x="9525" y="1223962"/>
                  </a:lnTo>
                  <a:lnTo>
                    <a:pt x="695325" y="1223962"/>
                  </a:lnTo>
                  <a:lnTo>
                    <a:pt x="695325" y="1228725"/>
                  </a:lnTo>
                  <a:close/>
                </a:path>
                <a:path w="695325" h="1228725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695325" h="1228725">
                  <a:moveTo>
                    <a:pt x="685800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685800" y="4762"/>
                  </a:lnTo>
                  <a:lnTo>
                    <a:pt x="685800" y="9525"/>
                  </a:lnTo>
                  <a:close/>
                </a:path>
                <a:path w="695325" h="1228725">
                  <a:moveTo>
                    <a:pt x="685800" y="1223962"/>
                  </a:moveTo>
                  <a:lnTo>
                    <a:pt x="685800" y="4762"/>
                  </a:lnTo>
                  <a:lnTo>
                    <a:pt x="690562" y="9525"/>
                  </a:lnTo>
                  <a:lnTo>
                    <a:pt x="695325" y="9525"/>
                  </a:lnTo>
                  <a:lnTo>
                    <a:pt x="695325" y="1219200"/>
                  </a:lnTo>
                  <a:lnTo>
                    <a:pt x="690562" y="1219200"/>
                  </a:lnTo>
                  <a:lnTo>
                    <a:pt x="685800" y="1223962"/>
                  </a:lnTo>
                  <a:close/>
                </a:path>
                <a:path w="695325" h="1228725">
                  <a:moveTo>
                    <a:pt x="695325" y="9525"/>
                  </a:moveTo>
                  <a:lnTo>
                    <a:pt x="690562" y="9525"/>
                  </a:lnTo>
                  <a:lnTo>
                    <a:pt x="685800" y="4762"/>
                  </a:lnTo>
                  <a:lnTo>
                    <a:pt x="695325" y="4762"/>
                  </a:lnTo>
                  <a:lnTo>
                    <a:pt x="695325" y="9525"/>
                  </a:lnTo>
                  <a:close/>
                </a:path>
                <a:path w="695325" h="1228725">
                  <a:moveTo>
                    <a:pt x="9525" y="1223962"/>
                  </a:moveTo>
                  <a:lnTo>
                    <a:pt x="4762" y="1219200"/>
                  </a:lnTo>
                  <a:lnTo>
                    <a:pt x="9525" y="1219200"/>
                  </a:lnTo>
                  <a:lnTo>
                    <a:pt x="9525" y="1223962"/>
                  </a:lnTo>
                  <a:close/>
                </a:path>
                <a:path w="695325" h="1228725">
                  <a:moveTo>
                    <a:pt x="685800" y="1223962"/>
                  </a:moveTo>
                  <a:lnTo>
                    <a:pt x="9525" y="1223962"/>
                  </a:lnTo>
                  <a:lnTo>
                    <a:pt x="9525" y="1219200"/>
                  </a:lnTo>
                  <a:lnTo>
                    <a:pt x="685800" y="1219200"/>
                  </a:lnTo>
                  <a:lnTo>
                    <a:pt x="685800" y="1223962"/>
                  </a:lnTo>
                  <a:close/>
                </a:path>
                <a:path w="695325" h="1228725">
                  <a:moveTo>
                    <a:pt x="695325" y="1223962"/>
                  </a:moveTo>
                  <a:lnTo>
                    <a:pt x="685800" y="1223962"/>
                  </a:lnTo>
                  <a:lnTo>
                    <a:pt x="690562" y="1219200"/>
                  </a:lnTo>
                  <a:lnTo>
                    <a:pt x="695325" y="1219200"/>
                  </a:lnTo>
                  <a:lnTo>
                    <a:pt x="695325" y="12239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/>
          <p:cNvSpPr txBox="1"/>
          <p:nvPr/>
        </p:nvSpPr>
        <p:spPr>
          <a:xfrm>
            <a:off x="4876800" y="3165348"/>
            <a:ext cx="685800" cy="457200"/>
          </a:xfrm>
          <a:prstGeom prst="rect">
            <a:avLst/>
          </a:prstGeom>
          <a:solidFill>
            <a:srgbClr val="CC99FF"/>
          </a:solidFill>
        </p:spPr>
        <p:txBody>
          <a:bodyPr wrap="square" lIns="0" tIns="111760" rIns="0" bIns="0" rtlCol="0" vert="horz">
            <a:spAutoFit/>
          </a:bodyPr>
          <a:lstStyle/>
          <a:p>
            <a:pPr marL="76200">
              <a:lnSpc>
                <a:spcPct val="100000"/>
              </a:lnSpc>
              <a:spcBef>
                <a:spcPts val="880"/>
              </a:spcBef>
            </a:pPr>
            <a:r>
              <a:rPr dirty="0" sz="1600" spc="90">
                <a:latin typeface="Trebuchet MS"/>
                <a:cs typeface="Trebuchet MS"/>
              </a:rPr>
              <a:t>SNMP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5100637" y="3617264"/>
            <a:ext cx="619125" cy="390525"/>
            <a:chOff x="5100637" y="3617264"/>
            <a:chExt cx="619125" cy="390525"/>
          </a:xfrm>
        </p:grpSpPr>
        <p:sp>
          <p:nvSpPr>
            <p:cNvPr id="58" name="object 58"/>
            <p:cNvSpPr/>
            <p:nvPr/>
          </p:nvSpPr>
          <p:spPr>
            <a:xfrm>
              <a:off x="5105400" y="3622548"/>
              <a:ext cx="609600" cy="381000"/>
            </a:xfrm>
            <a:custGeom>
              <a:avLst/>
              <a:gdLst/>
              <a:ahLst/>
              <a:cxnLst/>
              <a:rect l="l" t="t" r="r" b="b"/>
              <a:pathLst>
                <a:path w="609600" h="381000">
                  <a:moveTo>
                    <a:pt x="609600" y="381000"/>
                  </a:moveTo>
                  <a:lnTo>
                    <a:pt x="0" y="381000"/>
                  </a:lnTo>
                  <a:lnTo>
                    <a:pt x="0" y="0"/>
                  </a:lnTo>
                  <a:lnTo>
                    <a:pt x="609600" y="0"/>
                  </a:lnTo>
                  <a:lnTo>
                    <a:pt x="609600" y="381000"/>
                  </a:lnTo>
                  <a:close/>
                </a:path>
              </a:pathLst>
            </a:custGeom>
            <a:solidFill>
              <a:srgbClr val="FF9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5100637" y="3617264"/>
              <a:ext cx="619125" cy="390525"/>
            </a:xfrm>
            <a:custGeom>
              <a:avLst/>
              <a:gdLst/>
              <a:ahLst/>
              <a:cxnLst/>
              <a:rect l="l" t="t" r="r" b="b"/>
              <a:pathLst>
                <a:path w="619125" h="390525">
                  <a:moveTo>
                    <a:pt x="619125" y="390525"/>
                  </a:moveTo>
                  <a:lnTo>
                    <a:pt x="0" y="390525"/>
                  </a:lnTo>
                  <a:lnTo>
                    <a:pt x="0" y="0"/>
                  </a:lnTo>
                  <a:lnTo>
                    <a:pt x="619125" y="0"/>
                  </a:lnTo>
                  <a:lnTo>
                    <a:pt x="619125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381000"/>
                  </a:lnTo>
                  <a:lnTo>
                    <a:pt x="4762" y="381000"/>
                  </a:lnTo>
                  <a:lnTo>
                    <a:pt x="9525" y="385762"/>
                  </a:lnTo>
                  <a:lnTo>
                    <a:pt x="619125" y="385762"/>
                  </a:lnTo>
                  <a:lnTo>
                    <a:pt x="619125" y="390525"/>
                  </a:lnTo>
                  <a:close/>
                </a:path>
                <a:path w="619125" h="390525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619125" h="390525">
                  <a:moveTo>
                    <a:pt x="609600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609600" y="4762"/>
                  </a:lnTo>
                  <a:lnTo>
                    <a:pt x="609600" y="9525"/>
                  </a:lnTo>
                  <a:close/>
                </a:path>
                <a:path w="619125" h="390525">
                  <a:moveTo>
                    <a:pt x="609600" y="385762"/>
                  </a:moveTo>
                  <a:lnTo>
                    <a:pt x="609600" y="4762"/>
                  </a:lnTo>
                  <a:lnTo>
                    <a:pt x="614362" y="9525"/>
                  </a:lnTo>
                  <a:lnTo>
                    <a:pt x="619125" y="9525"/>
                  </a:lnTo>
                  <a:lnTo>
                    <a:pt x="619125" y="381000"/>
                  </a:lnTo>
                  <a:lnTo>
                    <a:pt x="614362" y="381000"/>
                  </a:lnTo>
                  <a:lnTo>
                    <a:pt x="609600" y="385762"/>
                  </a:lnTo>
                  <a:close/>
                </a:path>
                <a:path w="619125" h="390525">
                  <a:moveTo>
                    <a:pt x="619125" y="9525"/>
                  </a:moveTo>
                  <a:lnTo>
                    <a:pt x="614362" y="9525"/>
                  </a:lnTo>
                  <a:lnTo>
                    <a:pt x="609600" y="4762"/>
                  </a:lnTo>
                  <a:lnTo>
                    <a:pt x="619125" y="4762"/>
                  </a:lnTo>
                  <a:lnTo>
                    <a:pt x="619125" y="9525"/>
                  </a:lnTo>
                  <a:close/>
                </a:path>
                <a:path w="619125" h="390525">
                  <a:moveTo>
                    <a:pt x="9525" y="385762"/>
                  </a:moveTo>
                  <a:lnTo>
                    <a:pt x="4762" y="381000"/>
                  </a:lnTo>
                  <a:lnTo>
                    <a:pt x="9525" y="381000"/>
                  </a:lnTo>
                  <a:lnTo>
                    <a:pt x="9525" y="385762"/>
                  </a:lnTo>
                  <a:close/>
                </a:path>
                <a:path w="619125" h="390525">
                  <a:moveTo>
                    <a:pt x="609600" y="385762"/>
                  </a:moveTo>
                  <a:lnTo>
                    <a:pt x="9525" y="385762"/>
                  </a:lnTo>
                  <a:lnTo>
                    <a:pt x="9525" y="381000"/>
                  </a:lnTo>
                  <a:lnTo>
                    <a:pt x="609600" y="381000"/>
                  </a:lnTo>
                  <a:lnTo>
                    <a:pt x="609600" y="385762"/>
                  </a:lnTo>
                  <a:close/>
                </a:path>
                <a:path w="619125" h="390525">
                  <a:moveTo>
                    <a:pt x="619125" y="385762"/>
                  </a:moveTo>
                  <a:lnTo>
                    <a:pt x="609600" y="385762"/>
                  </a:lnTo>
                  <a:lnTo>
                    <a:pt x="614362" y="381000"/>
                  </a:lnTo>
                  <a:lnTo>
                    <a:pt x="619125" y="381000"/>
                  </a:lnTo>
                  <a:lnTo>
                    <a:pt x="619125" y="385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/>
          <p:cNvSpPr txBox="1"/>
          <p:nvPr/>
        </p:nvSpPr>
        <p:spPr>
          <a:xfrm>
            <a:off x="5105400" y="3622547"/>
            <a:ext cx="457200" cy="381000"/>
          </a:xfrm>
          <a:prstGeom prst="rect">
            <a:avLst/>
          </a:prstGeom>
          <a:solidFill>
            <a:srgbClr val="FF99FF"/>
          </a:solidFill>
        </p:spPr>
        <p:txBody>
          <a:bodyPr wrap="square" lIns="0" tIns="58419" rIns="0" bIns="0" rtlCol="0" vert="horz">
            <a:spAutoFit/>
          </a:bodyPr>
          <a:lstStyle/>
          <a:p>
            <a:pPr marL="35560">
              <a:lnSpc>
                <a:spcPct val="100000"/>
              </a:lnSpc>
              <a:spcBef>
                <a:spcPts val="459"/>
              </a:spcBef>
            </a:pPr>
            <a:r>
              <a:rPr dirty="0" sz="1600" spc="15">
                <a:latin typeface="Trebuchet MS"/>
                <a:cs typeface="Trebuchet MS"/>
              </a:rPr>
              <a:t>A</a:t>
            </a:r>
            <a:r>
              <a:rPr dirty="0" sz="1600" spc="140">
                <a:latin typeface="Trebuchet MS"/>
                <a:cs typeface="Trebuchet MS"/>
              </a:rPr>
              <a:t>S</a:t>
            </a:r>
            <a:r>
              <a:rPr dirty="0" sz="1600" spc="20">
                <a:latin typeface="Trebuchet MS"/>
                <a:cs typeface="Trebuchet MS"/>
              </a:rPr>
              <a:t>N</a:t>
            </a:r>
            <a:r>
              <a:rPr dirty="0" sz="1600" spc="-204">
                <a:latin typeface="Trebuchet MS"/>
                <a:cs typeface="Trebuchet MS"/>
              </a:rPr>
              <a:t>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562600" y="3622547"/>
            <a:ext cx="152400" cy="381000"/>
          </a:xfrm>
          <a:prstGeom prst="rect">
            <a:avLst/>
          </a:prstGeom>
          <a:solidFill>
            <a:srgbClr val="FF99FF"/>
          </a:solidFill>
        </p:spPr>
        <p:txBody>
          <a:bodyPr wrap="square" lIns="0" tIns="58419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59"/>
              </a:spcBef>
            </a:pPr>
            <a:r>
              <a:rPr dirty="0" sz="1600" spc="95">
                <a:latin typeface="Trebuchet MS"/>
                <a:cs typeface="Trebuchet MS"/>
              </a:rPr>
              <a:t>1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5100637" y="3617264"/>
            <a:ext cx="1076325" cy="771525"/>
            <a:chOff x="5100637" y="3617264"/>
            <a:chExt cx="1076325" cy="771525"/>
          </a:xfrm>
        </p:grpSpPr>
        <p:sp>
          <p:nvSpPr>
            <p:cNvPr id="63" name="object 63"/>
            <p:cNvSpPr/>
            <p:nvPr/>
          </p:nvSpPr>
          <p:spPr>
            <a:xfrm>
              <a:off x="5100637" y="3998264"/>
              <a:ext cx="619125" cy="390525"/>
            </a:xfrm>
            <a:custGeom>
              <a:avLst/>
              <a:gdLst/>
              <a:ahLst/>
              <a:cxnLst/>
              <a:rect l="l" t="t" r="r" b="b"/>
              <a:pathLst>
                <a:path w="619125" h="390525">
                  <a:moveTo>
                    <a:pt x="619125" y="0"/>
                  </a:moveTo>
                  <a:lnTo>
                    <a:pt x="0" y="0"/>
                  </a:lnTo>
                  <a:lnTo>
                    <a:pt x="0" y="390525"/>
                  </a:lnTo>
                  <a:lnTo>
                    <a:pt x="619125" y="390525"/>
                  </a:lnTo>
                  <a:lnTo>
                    <a:pt x="619125" y="385762"/>
                  </a:lnTo>
                  <a:lnTo>
                    <a:pt x="619125" y="381000"/>
                  </a:lnTo>
                  <a:lnTo>
                    <a:pt x="619125" y="9525"/>
                  </a:lnTo>
                  <a:lnTo>
                    <a:pt x="619125" y="4762"/>
                  </a:lnTo>
                  <a:lnTo>
                    <a:pt x="6191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5715000" y="3622548"/>
              <a:ext cx="457200" cy="762000"/>
            </a:xfrm>
            <a:custGeom>
              <a:avLst/>
              <a:gdLst/>
              <a:ahLst/>
              <a:cxnLst/>
              <a:rect l="l" t="t" r="r" b="b"/>
              <a:pathLst>
                <a:path w="457200" h="762000">
                  <a:moveTo>
                    <a:pt x="457200" y="762000"/>
                  </a:moveTo>
                  <a:lnTo>
                    <a:pt x="0" y="7620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762000"/>
                  </a:lnTo>
                  <a:close/>
                </a:path>
              </a:pathLst>
            </a:custGeom>
            <a:solidFill>
              <a:srgbClr val="FF99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5710237" y="3617264"/>
              <a:ext cx="466725" cy="771525"/>
            </a:xfrm>
            <a:custGeom>
              <a:avLst/>
              <a:gdLst/>
              <a:ahLst/>
              <a:cxnLst/>
              <a:rect l="l" t="t" r="r" b="b"/>
              <a:pathLst>
                <a:path w="466725" h="771525">
                  <a:moveTo>
                    <a:pt x="466725" y="771525"/>
                  </a:moveTo>
                  <a:lnTo>
                    <a:pt x="0" y="771525"/>
                  </a:lnTo>
                  <a:lnTo>
                    <a:pt x="0" y="0"/>
                  </a:lnTo>
                  <a:lnTo>
                    <a:pt x="466725" y="0"/>
                  </a:lnTo>
                  <a:lnTo>
                    <a:pt x="466725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762000"/>
                  </a:lnTo>
                  <a:lnTo>
                    <a:pt x="4762" y="762000"/>
                  </a:lnTo>
                  <a:lnTo>
                    <a:pt x="9525" y="766762"/>
                  </a:lnTo>
                  <a:lnTo>
                    <a:pt x="466725" y="766762"/>
                  </a:lnTo>
                  <a:lnTo>
                    <a:pt x="466725" y="771525"/>
                  </a:lnTo>
                  <a:close/>
                </a:path>
                <a:path w="466725" h="771525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466725" h="771525">
                  <a:moveTo>
                    <a:pt x="457200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457200" y="4762"/>
                  </a:lnTo>
                  <a:lnTo>
                    <a:pt x="457200" y="9525"/>
                  </a:lnTo>
                  <a:close/>
                </a:path>
                <a:path w="466725" h="771525">
                  <a:moveTo>
                    <a:pt x="457200" y="766762"/>
                  </a:moveTo>
                  <a:lnTo>
                    <a:pt x="457200" y="4762"/>
                  </a:lnTo>
                  <a:lnTo>
                    <a:pt x="461962" y="9525"/>
                  </a:lnTo>
                  <a:lnTo>
                    <a:pt x="466725" y="9525"/>
                  </a:lnTo>
                  <a:lnTo>
                    <a:pt x="466725" y="762000"/>
                  </a:lnTo>
                  <a:lnTo>
                    <a:pt x="461962" y="762000"/>
                  </a:lnTo>
                  <a:lnTo>
                    <a:pt x="457200" y="766762"/>
                  </a:lnTo>
                  <a:close/>
                </a:path>
                <a:path w="466725" h="771525">
                  <a:moveTo>
                    <a:pt x="466725" y="9525"/>
                  </a:moveTo>
                  <a:lnTo>
                    <a:pt x="461962" y="9525"/>
                  </a:lnTo>
                  <a:lnTo>
                    <a:pt x="457200" y="4762"/>
                  </a:lnTo>
                  <a:lnTo>
                    <a:pt x="466725" y="4762"/>
                  </a:lnTo>
                  <a:lnTo>
                    <a:pt x="466725" y="9525"/>
                  </a:lnTo>
                  <a:close/>
                </a:path>
                <a:path w="466725" h="771525">
                  <a:moveTo>
                    <a:pt x="9525" y="766762"/>
                  </a:moveTo>
                  <a:lnTo>
                    <a:pt x="4762" y="762000"/>
                  </a:lnTo>
                  <a:lnTo>
                    <a:pt x="9525" y="762000"/>
                  </a:lnTo>
                  <a:lnTo>
                    <a:pt x="9525" y="766762"/>
                  </a:lnTo>
                  <a:close/>
                </a:path>
                <a:path w="466725" h="771525">
                  <a:moveTo>
                    <a:pt x="457200" y="766762"/>
                  </a:moveTo>
                  <a:lnTo>
                    <a:pt x="9525" y="766762"/>
                  </a:lnTo>
                  <a:lnTo>
                    <a:pt x="9525" y="762000"/>
                  </a:lnTo>
                  <a:lnTo>
                    <a:pt x="457200" y="762000"/>
                  </a:lnTo>
                  <a:lnTo>
                    <a:pt x="457200" y="766762"/>
                  </a:lnTo>
                  <a:close/>
                </a:path>
                <a:path w="466725" h="771525">
                  <a:moveTo>
                    <a:pt x="466725" y="766762"/>
                  </a:moveTo>
                  <a:lnTo>
                    <a:pt x="457200" y="766762"/>
                  </a:lnTo>
                  <a:lnTo>
                    <a:pt x="461962" y="762000"/>
                  </a:lnTo>
                  <a:lnTo>
                    <a:pt x="466725" y="762000"/>
                  </a:lnTo>
                  <a:lnTo>
                    <a:pt x="466725" y="766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" name="object 66"/>
          <p:cNvSpPr txBox="1"/>
          <p:nvPr/>
        </p:nvSpPr>
        <p:spPr>
          <a:xfrm>
            <a:off x="5715000" y="3622547"/>
            <a:ext cx="457200" cy="762000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800">
              <a:latin typeface="Times New Roman"/>
              <a:cs typeface="Times New Roman"/>
            </a:endParaRPr>
          </a:p>
          <a:p>
            <a:pPr marL="44450">
              <a:lnSpc>
                <a:spcPct val="100000"/>
              </a:lnSpc>
            </a:pPr>
            <a:r>
              <a:rPr dirty="0" sz="1400" spc="-65">
                <a:latin typeface="Trebuchet MS"/>
                <a:cs typeface="Trebuchet MS"/>
              </a:rPr>
              <a:t>TFTP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6167437" y="3617264"/>
            <a:ext cx="619125" cy="771525"/>
            <a:chOff x="6167437" y="3617264"/>
            <a:chExt cx="619125" cy="771525"/>
          </a:xfrm>
        </p:grpSpPr>
        <p:sp>
          <p:nvSpPr>
            <p:cNvPr id="68" name="object 68"/>
            <p:cNvSpPr/>
            <p:nvPr/>
          </p:nvSpPr>
          <p:spPr>
            <a:xfrm>
              <a:off x="6172200" y="3622548"/>
              <a:ext cx="609600" cy="762000"/>
            </a:xfrm>
            <a:custGeom>
              <a:avLst/>
              <a:gdLst/>
              <a:ahLst/>
              <a:cxnLst/>
              <a:rect l="l" t="t" r="r" b="b"/>
              <a:pathLst>
                <a:path w="609600" h="762000">
                  <a:moveTo>
                    <a:pt x="609600" y="762000"/>
                  </a:moveTo>
                  <a:lnTo>
                    <a:pt x="0" y="762000"/>
                  </a:lnTo>
                  <a:lnTo>
                    <a:pt x="0" y="0"/>
                  </a:lnTo>
                  <a:lnTo>
                    <a:pt x="609600" y="0"/>
                  </a:lnTo>
                  <a:lnTo>
                    <a:pt x="609600" y="762000"/>
                  </a:lnTo>
                  <a:close/>
                </a:path>
              </a:pathLst>
            </a:custGeom>
            <a:solidFill>
              <a:srgbClr val="FF99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6167437" y="3617264"/>
              <a:ext cx="619125" cy="771525"/>
            </a:xfrm>
            <a:custGeom>
              <a:avLst/>
              <a:gdLst/>
              <a:ahLst/>
              <a:cxnLst/>
              <a:rect l="l" t="t" r="r" b="b"/>
              <a:pathLst>
                <a:path w="619125" h="771525">
                  <a:moveTo>
                    <a:pt x="619125" y="771525"/>
                  </a:moveTo>
                  <a:lnTo>
                    <a:pt x="0" y="771525"/>
                  </a:lnTo>
                  <a:lnTo>
                    <a:pt x="0" y="0"/>
                  </a:lnTo>
                  <a:lnTo>
                    <a:pt x="619125" y="0"/>
                  </a:lnTo>
                  <a:lnTo>
                    <a:pt x="619125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762000"/>
                  </a:lnTo>
                  <a:lnTo>
                    <a:pt x="4762" y="762000"/>
                  </a:lnTo>
                  <a:lnTo>
                    <a:pt x="9525" y="766762"/>
                  </a:lnTo>
                  <a:lnTo>
                    <a:pt x="619125" y="766762"/>
                  </a:lnTo>
                  <a:lnTo>
                    <a:pt x="619125" y="771525"/>
                  </a:lnTo>
                  <a:close/>
                </a:path>
                <a:path w="619125" h="771525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619125" h="771525">
                  <a:moveTo>
                    <a:pt x="609600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609600" y="4762"/>
                  </a:lnTo>
                  <a:lnTo>
                    <a:pt x="609600" y="9525"/>
                  </a:lnTo>
                  <a:close/>
                </a:path>
                <a:path w="619125" h="771525">
                  <a:moveTo>
                    <a:pt x="609600" y="766762"/>
                  </a:moveTo>
                  <a:lnTo>
                    <a:pt x="609600" y="4762"/>
                  </a:lnTo>
                  <a:lnTo>
                    <a:pt x="614362" y="9525"/>
                  </a:lnTo>
                  <a:lnTo>
                    <a:pt x="619125" y="9525"/>
                  </a:lnTo>
                  <a:lnTo>
                    <a:pt x="619125" y="762000"/>
                  </a:lnTo>
                  <a:lnTo>
                    <a:pt x="614362" y="762000"/>
                  </a:lnTo>
                  <a:lnTo>
                    <a:pt x="609600" y="766762"/>
                  </a:lnTo>
                  <a:close/>
                </a:path>
                <a:path w="619125" h="771525">
                  <a:moveTo>
                    <a:pt x="619125" y="9525"/>
                  </a:moveTo>
                  <a:lnTo>
                    <a:pt x="614362" y="9525"/>
                  </a:lnTo>
                  <a:lnTo>
                    <a:pt x="609600" y="4762"/>
                  </a:lnTo>
                  <a:lnTo>
                    <a:pt x="619125" y="4762"/>
                  </a:lnTo>
                  <a:lnTo>
                    <a:pt x="619125" y="9525"/>
                  </a:lnTo>
                  <a:close/>
                </a:path>
                <a:path w="619125" h="771525">
                  <a:moveTo>
                    <a:pt x="9525" y="766762"/>
                  </a:moveTo>
                  <a:lnTo>
                    <a:pt x="4762" y="762000"/>
                  </a:lnTo>
                  <a:lnTo>
                    <a:pt x="9525" y="762000"/>
                  </a:lnTo>
                  <a:lnTo>
                    <a:pt x="9525" y="766762"/>
                  </a:lnTo>
                  <a:close/>
                </a:path>
                <a:path w="619125" h="771525">
                  <a:moveTo>
                    <a:pt x="609600" y="766762"/>
                  </a:moveTo>
                  <a:lnTo>
                    <a:pt x="9525" y="766762"/>
                  </a:lnTo>
                  <a:lnTo>
                    <a:pt x="9525" y="762000"/>
                  </a:lnTo>
                  <a:lnTo>
                    <a:pt x="609600" y="762000"/>
                  </a:lnTo>
                  <a:lnTo>
                    <a:pt x="609600" y="766762"/>
                  </a:lnTo>
                  <a:close/>
                </a:path>
                <a:path w="619125" h="771525">
                  <a:moveTo>
                    <a:pt x="619125" y="766762"/>
                  </a:moveTo>
                  <a:lnTo>
                    <a:pt x="609600" y="766762"/>
                  </a:lnTo>
                  <a:lnTo>
                    <a:pt x="614362" y="762000"/>
                  </a:lnTo>
                  <a:lnTo>
                    <a:pt x="619125" y="762000"/>
                  </a:lnTo>
                  <a:lnTo>
                    <a:pt x="619125" y="766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0" name="object 70"/>
          <p:cNvSpPr txBox="1"/>
          <p:nvPr/>
        </p:nvSpPr>
        <p:spPr>
          <a:xfrm>
            <a:off x="6172200" y="3622547"/>
            <a:ext cx="609600" cy="762000"/>
          </a:xfrm>
          <a:prstGeom prst="rect">
            <a:avLst/>
          </a:prstGeom>
        </p:spPr>
        <p:txBody>
          <a:bodyPr wrap="square" lIns="0" tIns="158750" rIns="0" bIns="0" rtlCol="0" vert="horz">
            <a:spAutoFit/>
          </a:bodyPr>
          <a:lstStyle/>
          <a:p>
            <a:pPr marL="83820" marR="33655" indent="-43180">
              <a:lnSpc>
                <a:spcPct val="100000"/>
              </a:lnSpc>
              <a:spcBef>
                <a:spcPts val="1250"/>
              </a:spcBef>
            </a:pPr>
            <a:r>
              <a:rPr dirty="0" sz="1400" spc="55">
                <a:latin typeface="Trebuchet MS"/>
                <a:cs typeface="Trebuchet MS"/>
              </a:rPr>
              <a:t>B</a:t>
            </a:r>
            <a:r>
              <a:rPr dirty="0" sz="1400" spc="-45">
                <a:latin typeface="Trebuchet MS"/>
                <a:cs typeface="Trebuchet MS"/>
              </a:rPr>
              <a:t>O</a:t>
            </a:r>
            <a:r>
              <a:rPr dirty="0" sz="1400" spc="-65">
                <a:latin typeface="Trebuchet MS"/>
                <a:cs typeface="Trebuchet MS"/>
              </a:rPr>
              <a:t>O</a:t>
            </a:r>
            <a:r>
              <a:rPr dirty="0" sz="1400" spc="-140">
                <a:latin typeface="Trebuchet MS"/>
                <a:cs typeface="Trebuchet MS"/>
              </a:rPr>
              <a:t>T</a:t>
            </a:r>
            <a:r>
              <a:rPr dirty="0" sz="1400" spc="40">
                <a:latin typeface="Trebuchet MS"/>
                <a:cs typeface="Trebuchet MS"/>
              </a:rPr>
              <a:t>P  </a:t>
            </a:r>
            <a:r>
              <a:rPr dirty="0" sz="1400" spc="15">
                <a:latin typeface="Trebuchet MS"/>
                <a:cs typeface="Trebuchet MS"/>
              </a:rPr>
              <a:t>DHCP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6777037" y="3617264"/>
            <a:ext cx="466725" cy="771525"/>
            <a:chOff x="6777037" y="3617264"/>
            <a:chExt cx="466725" cy="771525"/>
          </a:xfrm>
        </p:grpSpPr>
        <p:sp>
          <p:nvSpPr>
            <p:cNvPr id="72" name="object 72"/>
            <p:cNvSpPr/>
            <p:nvPr/>
          </p:nvSpPr>
          <p:spPr>
            <a:xfrm>
              <a:off x="6781800" y="3622548"/>
              <a:ext cx="457200" cy="762000"/>
            </a:xfrm>
            <a:custGeom>
              <a:avLst/>
              <a:gdLst/>
              <a:ahLst/>
              <a:cxnLst/>
              <a:rect l="l" t="t" r="r" b="b"/>
              <a:pathLst>
                <a:path w="457200" h="762000">
                  <a:moveTo>
                    <a:pt x="457200" y="762000"/>
                  </a:moveTo>
                  <a:lnTo>
                    <a:pt x="0" y="7620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762000"/>
                  </a:lnTo>
                  <a:close/>
                </a:path>
              </a:pathLst>
            </a:custGeom>
            <a:solidFill>
              <a:srgbClr val="FF99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6777037" y="3617264"/>
              <a:ext cx="466725" cy="771525"/>
            </a:xfrm>
            <a:custGeom>
              <a:avLst/>
              <a:gdLst/>
              <a:ahLst/>
              <a:cxnLst/>
              <a:rect l="l" t="t" r="r" b="b"/>
              <a:pathLst>
                <a:path w="466725" h="771525">
                  <a:moveTo>
                    <a:pt x="466725" y="771525"/>
                  </a:moveTo>
                  <a:lnTo>
                    <a:pt x="0" y="771525"/>
                  </a:lnTo>
                  <a:lnTo>
                    <a:pt x="0" y="0"/>
                  </a:lnTo>
                  <a:lnTo>
                    <a:pt x="466725" y="0"/>
                  </a:lnTo>
                  <a:lnTo>
                    <a:pt x="466725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762000"/>
                  </a:lnTo>
                  <a:lnTo>
                    <a:pt x="4762" y="762000"/>
                  </a:lnTo>
                  <a:lnTo>
                    <a:pt x="9525" y="766762"/>
                  </a:lnTo>
                  <a:lnTo>
                    <a:pt x="466725" y="766762"/>
                  </a:lnTo>
                  <a:lnTo>
                    <a:pt x="466725" y="771525"/>
                  </a:lnTo>
                  <a:close/>
                </a:path>
                <a:path w="466725" h="771525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466725" h="771525">
                  <a:moveTo>
                    <a:pt x="457200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457200" y="4762"/>
                  </a:lnTo>
                  <a:lnTo>
                    <a:pt x="457200" y="9525"/>
                  </a:lnTo>
                  <a:close/>
                </a:path>
                <a:path w="466725" h="771525">
                  <a:moveTo>
                    <a:pt x="457200" y="766762"/>
                  </a:moveTo>
                  <a:lnTo>
                    <a:pt x="457200" y="4762"/>
                  </a:lnTo>
                  <a:lnTo>
                    <a:pt x="461962" y="9525"/>
                  </a:lnTo>
                  <a:lnTo>
                    <a:pt x="466725" y="9525"/>
                  </a:lnTo>
                  <a:lnTo>
                    <a:pt x="466725" y="762000"/>
                  </a:lnTo>
                  <a:lnTo>
                    <a:pt x="461962" y="762000"/>
                  </a:lnTo>
                  <a:lnTo>
                    <a:pt x="457200" y="766762"/>
                  </a:lnTo>
                  <a:close/>
                </a:path>
                <a:path w="466725" h="771525">
                  <a:moveTo>
                    <a:pt x="466725" y="9525"/>
                  </a:moveTo>
                  <a:lnTo>
                    <a:pt x="461962" y="9525"/>
                  </a:lnTo>
                  <a:lnTo>
                    <a:pt x="457200" y="4762"/>
                  </a:lnTo>
                  <a:lnTo>
                    <a:pt x="466725" y="4762"/>
                  </a:lnTo>
                  <a:lnTo>
                    <a:pt x="466725" y="9525"/>
                  </a:lnTo>
                  <a:close/>
                </a:path>
                <a:path w="466725" h="771525">
                  <a:moveTo>
                    <a:pt x="9525" y="766762"/>
                  </a:moveTo>
                  <a:lnTo>
                    <a:pt x="4762" y="762000"/>
                  </a:lnTo>
                  <a:lnTo>
                    <a:pt x="9525" y="762000"/>
                  </a:lnTo>
                  <a:lnTo>
                    <a:pt x="9525" y="766762"/>
                  </a:lnTo>
                  <a:close/>
                </a:path>
                <a:path w="466725" h="771525">
                  <a:moveTo>
                    <a:pt x="457200" y="766762"/>
                  </a:moveTo>
                  <a:lnTo>
                    <a:pt x="9525" y="766762"/>
                  </a:lnTo>
                  <a:lnTo>
                    <a:pt x="9525" y="762000"/>
                  </a:lnTo>
                  <a:lnTo>
                    <a:pt x="457200" y="762000"/>
                  </a:lnTo>
                  <a:lnTo>
                    <a:pt x="457200" y="766762"/>
                  </a:lnTo>
                  <a:close/>
                </a:path>
                <a:path w="466725" h="771525">
                  <a:moveTo>
                    <a:pt x="466725" y="766762"/>
                  </a:moveTo>
                  <a:lnTo>
                    <a:pt x="457200" y="766762"/>
                  </a:lnTo>
                  <a:lnTo>
                    <a:pt x="461962" y="762000"/>
                  </a:lnTo>
                  <a:lnTo>
                    <a:pt x="466725" y="762000"/>
                  </a:lnTo>
                  <a:lnTo>
                    <a:pt x="466725" y="766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4" name="object 74"/>
          <p:cNvSpPr txBox="1"/>
          <p:nvPr/>
        </p:nvSpPr>
        <p:spPr>
          <a:xfrm>
            <a:off x="6781800" y="3622547"/>
            <a:ext cx="457200" cy="762000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700">
              <a:latin typeface="Times New Roman"/>
              <a:cs typeface="Times New Roman"/>
            </a:endParaRPr>
          </a:p>
          <a:p>
            <a:pPr marL="74295">
              <a:lnSpc>
                <a:spcPct val="100000"/>
              </a:lnSpc>
            </a:pPr>
            <a:r>
              <a:rPr dirty="0" sz="1600" spc="45">
                <a:latin typeface="Trebuchet MS"/>
                <a:cs typeface="Trebuchet MS"/>
              </a:rPr>
              <a:t>RIP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7234237" y="3617264"/>
            <a:ext cx="466725" cy="771525"/>
            <a:chOff x="7234237" y="3617264"/>
            <a:chExt cx="466725" cy="771525"/>
          </a:xfrm>
        </p:grpSpPr>
        <p:sp>
          <p:nvSpPr>
            <p:cNvPr id="76" name="object 76"/>
            <p:cNvSpPr/>
            <p:nvPr/>
          </p:nvSpPr>
          <p:spPr>
            <a:xfrm>
              <a:off x="7239000" y="3622548"/>
              <a:ext cx="457200" cy="762000"/>
            </a:xfrm>
            <a:custGeom>
              <a:avLst/>
              <a:gdLst/>
              <a:ahLst/>
              <a:cxnLst/>
              <a:rect l="l" t="t" r="r" b="b"/>
              <a:pathLst>
                <a:path w="457200" h="762000">
                  <a:moveTo>
                    <a:pt x="457200" y="762000"/>
                  </a:moveTo>
                  <a:lnTo>
                    <a:pt x="0" y="7620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762000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7234237" y="3617264"/>
              <a:ext cx="466725" cy="771525"/>
            </a:xfrm>
            <a:custGeom>
              <a:avLst/>
              <a:gdLst/>
              <a:ahLst/>
              <a:cxnLst/>
              <a:rect l="l" t="t" r="r" b="b"/>
              <a:pathLst>
                <a:path w="466725" h="771525">
                  <a:moveTo>
                    <a:pt x="466725" y="771525"/>
                  </a:moveTo>
                  <a:lnTo>
                    <a:pt x="0" y="771525"/>
                  </a:lnTo>
                  <a:lnTo>
                    <a:pt x="0" y="0"/>
                  </a:lnTo>
                  <a:lnTo>
                    <a:pt x="466725" y="0"/>
                  </a:lnTo>
                  <a:lnTo>
                    <a:pt x="466725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762000"/>
                  </a:lnTo>
                  <a:lnTo>
                    <a:pt x="4762" y="762000"/>
                  </a:lnTo>
                  <a:lnTo>
                    <a:pt x="9525" y="766762"/>
                  </a:lnTo>
                  <a:lnTo>
                    <a:pt x="466725" y="766762"/>
                  </a:lnTo>
                  <a:lnTo>
                    <a:pt x="466725" y="771525"/>
                  </a:lnTo>
                  <a:close/>
                </a:path>
                <a:path w="466725" h="771525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466725" h="771525">
                  <a:moveTo>
                    <a:pt x="457200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457200" y="4762"/>
                  </a:lnTo>
                  <a:lnTo>
                    <a:pt x="457200" y="9525"/>
                  </a:lnTo>
                  <a:close/>
                </a:path>
                <a:path w="466725" h="771525">
                  <a:moveTo>
                    <a:pt x="457200" y="766762"/>
                  </a:moveTo>
                  <a:lnTo>
                    <a:pt x="457200" y="4762"/>
                  </a:lnTo>
                  <a:lnTo>
                    <a:pt x="461962" y="9525"/>
                  </a:lnTo>
                  <a:lnTo>
                    <a:pt x="466725" y="9525"/>
                  </a:lnTo>
                  <a:lnTo>
                    <a:pt x="466725" y="762000"/>
                  </a:lnTo>
                  <a:lnTo>
                    <a:pt x="461962" y="762000"/>
                  </a:lnTo>
                  <a:lnTo>
                    <a:pt x="457200" y="766762"/>
                  </a:lnTo>
                  <a:close/>
                </a:path>
                <a:path w="466725" h="771525">
                  <a:moveTo>
                    <a:pt x="466725" y="9525"/>
                  </a:moveTo>
                  <a:lnTo>
                    <a:pt x="461962" y="9525"/>
                  </a:lnTo>
                  <a:lnTo>
                    <a:pt x="457200" y="4762"/>
                  </a:lnTo>
                  <a:lnTo>
                    <a:pt x="466725" y="4762"/>
                  </a:lnTo>
                  <a:lnTo>
                    <a:pt x="466725" y="9525"/>
                  </a:lnTo>
                  <a:close/>
                </a:path>
                <a:path w="466725" h="771525">
                  <a:moveTo>
                    <a:pt x="9525" y="766762"/>
                  </a:moveTo>
                  <a:lnTo>
                    <a:pt x="4762" y="762000"/>
                  </a:lnTo>
                  <a:lnTo>
                    <a:pt x="9525" y="762000"/>
                  </a:lnTo>
                  <a:lnTo>
                    <a:pt x="9525" y="766762"/>
                  </a:lnTo>
                  <a:close/>
                </a:path>
                <a:path w="466725" h="771525">
                  <a:moveTo>
                    <a:pt x="457200" y="766762"/>
                  </a:moveTo>
                  <a:lnTo>
                    <a:pt x="9525" y="766762"/>
                  </a:lnTo>
                  <a:lnTo>
                    <a:pt x="9525" y="762000"/>
                  </a:lnTo>
                  <a:lnTo>
                    <a:pt x="457200" y="762000"/>
                  </a:lnTo>
                  <a:lnTo>
                    <a:pt x="457200" y="766762"/>
                  </a:lnTo>
                  <a:close/>
                </a:path>
                <a:path w="466725" h="771525">
                  <a:moveTo>
                    <a:pt x="466725" y="766762"/>
                  </a:moveTo>
                  <a:lnTo>
                    <a:pt x="457200" y="766762"/>
                  </a:lnTo>
                  <a:lnTo>
                    <a:pt x="461962" y="762000"/>
                  </a:lnTo>
                  <a:lnTo>
                    <a:pt x="466725" y="762000"/>
                  </a:lnTo>
                  <a:lnTo>
                    <a:pt x="466725" y="766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8" name="object 78"/>
          <p:cNvSpPr txBox="1"/>
          <p:nvPr/>
        </p:nvSpPr>
        <p:spPr>
          <a:xfrm>
            <a:off x="7239000" y="3622547"/>
            <a:ext cx="457200" cy="762000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700">
              <a:latin typeface="Times New Roman"/>
              <a:cs typeface="Times New Roman"/>
            </a:endParaRPr>
          </a:p>
          <a:p>
            <a:pPr marL="52069">
              <a:lnSpc>
                <a:spcPct val="100000"/>
              </a:lnSpc>
            </a:pPr>
            <a:r>
              <a:rPr dirty="0" sz="1600">
                <a:latin typeface="Trebuchet MS"/>
                <a:cs typeface="Trebuchet MS"/>
              </a:rPr>
              <a:t>RTP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7996237" y="3160064"/>
            <a:ext cx="466725" cy="771525"/>
            <a:chOff x="7996237" y="3160064"/>
            <a:chExt cx="466725" cy="771525"/>
          </a:xfrm>
        </p:grpSpPr>
        <p:sp>
          <p:nvSpPr>
            <p:cNvPr id="80" name="object 80"/>
            <p:cNvSpPr/>
            <p:nvPr/>
          </p:nvSpPr>
          <p:spPr>
            <a:xfrm>
              <a:off x="8001000" y="3165348"/>
              <a:ext cx="457200" cy="762000"/>
            </a:xfrm>
            <a:custGeom>
              <a:avLst/>
              <a:gdLst/>
              <a:ahLst/>
              <a:cxnLst/>
              <a:rect l="l" t="t" r="r" b="b"/>
              <a:pathLst>
                <a:path w="457200" h="762000">
                  <a:moveTo>
                    <a:pt x="457200" y="762000"/>
                  </a:moveTo>
                  <a:lnTo>
                    <a:pt x="0" y="7620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762000"/>
                  </a:lnTo>
                  <a:close/>
                </a:path>
              </a:pathLst>
            </a:custGeom>
            <a:solidFill>
              <a:srgbClr val="CC6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7996237" y="3160064"/>
              <a:ext cx="466725" cy="771525"/>
            </a:xfrm>
            <a:custGeom>
              <a:avLst/>
              <a:gdLst/>
              <a:ahLst/>
              <a:cxnLst/>
              <a:rect l="l" t="t" r="r" b="b"/>
              <a:pathLst>
                <a:path w="466725" h="771525">
                  <a:moveTo>
                    <a:pt x="466725" y="771525"/>
                  </a:moveTo>
                  <a:lnTo>
                    <a:pt x="0" y="771525"/>
                  </a:lnTo>
                  <a:lnTo>
                    <a:pt x="0" y="0"/>
                  </a:lnTo>
                  <a:lnTo>
                    <a:pt x="466725" y="0"/>
                  </a:lnTo>
                  <a:lnTo>
                    <a:pt x="466725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762000"/>
                  </a:lnTo>
                  <a:lnTo>
                    <a:pt x="4762" y="762000"/>
                  </a:lnTo>
                  <a:lnTo>
                    <a:pt x="9525" y="766762"/>
                  </a:lnTo>
                  <a:lnTo>
                    <a:pt x="466725" y="766762"/>
                  </a:lnTo>
                  <a:lnTo>
                    <a:pt x="466725" y="771525"/>
                  </a:lnTo>
                  <a:close/>
                </a:path>
                <a:path w="466725" h="771525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466725" h="771525">
                  <a:moveTo>
                    <a:pt x="457200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457200" y="4762"/>
                  </a:lnTo>
                  <a:lnTo>
                    <a:pt x="457200" y="9525"/>
                  </a:lnTo>
                  <a:close/>
                </a:path>
                <a:path w="466725" h="771525">
                  <a:moveTo>
                    <a:pt x="457200" y="766762"/>
                  </a:moveTo>
                  <a:lnTo>
                    <a:pt x="457200" y="4762"/>
                  </a:lnTo>
                  <a:lnTo>
                    <a:pt x="461962" y="9525"/>
                  </a:lnTo>
                  <a:lnTo>
                    <a:pt x="466725" y="9525"/>
                  </a:lnTo>
                  <a:lnTo>
                    <a:pt x="466725" y="762000"/>
                  </a:lnTo>
                  <a:lnTo>
                    <a:pt x="461962" y="762000"/>
                  </a:lnTo>
                  <a:lnTo>
                    <a:pt x="457200" y="766762"/>
                  </a:lnTo>
                  <a:close/>
                </a:path>
                <a:path w="466725" h="771525">
                  <a:moveTo>
                    <a:pt x="466725" y="9525"/>
                  </a:moveTo>
                  <a:lnTo>
                    <a:pt x="461962" y="9525"/>
                  </a:lnTo>
                  <a:lnTo>
                    <a:pt x="457200" y="4762"/>
                  </a:lnTo>
                  <a:lnTo>
                    <a:pt x="466725" y="4762"/>
                  </a:lnTo>
                  <a:lnTo>
                    <a:pt x="466725" y="9525"/>
                  </a:lnTo>
                  <a:close/>
                </a:path>
                <a:path w="466725" h="771525">
                  <a:moveTo>
                    <a:pt x="9525" y="766762"/>
                  </a:moveTo>
                  <a:lnTo>
                    <a:pt x="4762" y="762000"/>
                  </a:lnTo>
                  <a:lnTo>
                    <a:pt x="9525" y="762000"/>
                  </a:lnTo>
                  <a:lnTo>
                    <a:pt x="9525" y="766762"/>
                  </a:lnTo>
                  <a:close/>
                </a:path>
                <a:path w="466725" h="771525">
                  <a:moveTo>
                    <a:pt x="457200" y="766762"/>
                  </a:moveTo>
                  <a:lnTo>
                    <a:pt x="9525" y="766762"/>
                  </a:lnTo>
                  <a:lnTo>
                    <a:pt x="9525" y="762000"/>
                  </a:lnTo>
                  <a:lnTo>
                    <a:pt x="457200" y="762000"/>
                  </a:lnTo>
                  <a:lnTo>
                    <a:pt x="457200" y="766762"/>
                  </a:lnTo>
                  <a:close/>
                </a:path>
                <a:path w="466725" h="771525">
                  <a:moveTo>
                    <a:pt x="466725" y="766762"/>
                  </a:moveTo>
                  <a:lnTo>
                    <a:pt x="457200" y="766762"/>
                  </a:lnTo>
                  <a:lnTo>
                    <a:pt x="461962" y="762000"/>
                  </a:lnTo>
                  <a:lnTo>
                    <a:pt x="466725" y="762000"/>
                  </a:lnTo>
                  <a:lnTo>
                    <a:pt x="466725" y="766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2" name="object 82"/>
          <p:cNvSpPr txBox="1"/>
          <p:nvPr/>
        </p:nvSpPr>
        <p:spPr>
          <a:xfrm>
            <a:off x="8001000" y="3165348"/>
            <a:ext cx="457200" cy="457200"/>
          </a:xfrm>
          <a:prstGeom prst="rect">
            <a:avLst/>
          </a:prstGeom>
          <a:solidFill>
            <a:srgbClr val="CC6600"/>
          </a:solidFill>
        </p:spPr>
        <p:txBody>
          <a:bodyPr wrap="square" lIns="0" tIns="127000" rIns="0" bIns="0" rtlCol="0" vert="horz">
            <a:spAutoFit/>
          </a:bodyPr>
          <a:lstStyle/>
          <a:p>
            <a:pPr marL="52069">
              <a:lnSpc>
                <a:spcPct val="100000"/>
              </a:lnSpc>
              <a:spcBef>
                <a:spcPts val="1000"/>
              </a:spcBef>
            </a:pPr>
            <a:r>
              <a:rPr dirty="0" sz="1600" spc="40">
                <a:latin typeface="Trebuchet MS"/>
                <a:cs typeface="Trebuchet MS"/>
              </a:rPr>
              <a:t>NFS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7691437" y="3617264"/>
            <a:ext cx="466725" cy="771525"/>
            <a:chOff x="7691437" y="3617264"/>
            <a:chExt cx="466725" cy="771525"/>
          </a:xfrm>
        </p:grpSpPr>
        <p:sp>
          <p:nvSpPr>
            <p:cNvPr id="84" name="object 84"/>
            <p:cNvSpPr/>
            <p:nvPr/>
          </p:nvSpPr>
          <p:spPr>
            <a:xfrm>
              <a:off x="7696200" y="3622548"/>
              <a:ext cx="457200" cy="762000"/>
            </a:xfrm>
            <a:custGeom>
              <a:avLst/>
              <a:gdLst/>
              <a:ahLst/>
              <a:cxnLst/>
              <a:rect l="l" t="t" r="r" b="b"/>
              <a:pathLst>
                <a:path w="457200" h="762000">
                  <a:moveTo>
                    <a:pt x="457200" y="762000"/>
                  </a:moveTo>
                  <a:lnTo>
                    <a:pt x="0" y="7620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762000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7691437" y="3617264"/>
              <a:ext cx="466725" cy="771525"/>
            </a:xfrm>
            <a:custGeom>
              <a:avLst/>
              <a:gdLst/>
              <a:ahLst/>
              <a:cxnLst/>
              <a:rect l="l" t="t" r="r" b="b"/>
              <a:pathLst>
                <a:path w="466725" h="771525">
                  <a:moveTo>
                    <a:pt x="466725" y="771525"/>
                  </a:moveTo>
                  <a:lnTo>
                    <a:pt x="0" y="771525"/>
                  </a:lnTo>
                  <a:lnTo>
                    <a:pt x="0" y="0"/>
                  </a:lnTo>
                  <a:lnTo>
                    <a:pt x="466725" y="0"/>
                  </a:lnTo>
                  <a:lnTo>
                    <a:pt x="466725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762000"/>
                  </a:lnTo>
                  <a:lnTo>
                    <a:pt x="4762" y="762000"/>
                  </a:lnTo>
                  <a:lnTo>
                    <a:pt x="9525" y="766762"/>
                  </a:lnTo>
                  <a:lnTo>
                    <a:pt x="466725" y="766762"/>
                  </a:lnTo>
                  <a:lnTo>
                    <a:pt x="466725" y="771525"/>
                  </a:lnTo>
                  <a:close/>
                </a:path>
                <a:path w="466725" h="771525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466725" h="771525">
                  <a:moveTo>
                    <a:pt x="457200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457200" y="4762"/>
                  </a:lnTo>
                  <a:lnTo>
                    <a:pt x="457200" y="9525"/>
                  </a:lnTo>
                  <a:close/>
                </a:path>
                <a:path w="466725" h="771525">
                  <a:moveTo>
                    <a:pt x="457200" y="766762"/>
                  </a:moveTo>
                  <a:lnTo>
                    <a:pt x="457200" y="4762"/>
                  </a:lnTo>
                  <a:lnTo>
                    <a:pt x="461962" y="9525"/>
                  </a:lnTo>
                  <a:lnTo>
                    <a:pt x="466725" y="9525"/>
                  </a:lnTo>
                  <a:lnTo>
                    <a:pt x="466725" y="762000"/>
                  </a:lnTo>
                  <a:lnTo>
                    <a:pt x="461962" y="762000"/>
                  </a:lnTo>
                  <a:lnTo>
                    <a:pt x="457200" y="766762"/>
                  </a:lnTo>
                  <a:close/>
                </a:path>
                <a:path w="466725" h="771525">
                  <a:moveTo>
                    <a:pt x="466725" y="9525"/>
                  </a:moveTo>
                  <a:lnTo>
                    <a:pt x="461962" y="9525"/>
                  </a:lnTo>
                  <a:lnTo>
                    <a:pt x="457200" y="4762"/>
                  </a:lnTo>
                  <a:lnTo>
                    <a:pt x="466725" y="4762"/>
                  </a:lnTo>
                  <a:lnTo>
                    <a:pt x="466725" y="9525"/>
                  </a:lnTo>
                  <a:close/>
                </a:path>
                <a:path w="466725" h="771525">
                  <a:moveTo>
                    <a:pt x="9525" y="766762"/>
                  </a:moveTo>
                  <a:lnTo>
                    <a:pt x="4762" y="762000"/>
                  </a:lnTo>
                  <a:lnTo>
                    <a:pt x="9525" y="762000"/>
                  </a:lnTo>
                  <a:lnTo>
                    <a:pt x="9525" y="766762"/>
                  </a:lnTo>
                  <a:close/>
                </a:path>
                <a:path w="466725" h="771525">
                  <a:moveTo>
                    <a:pt x="457200" y="766762"/>
                  </a:moveTo>
                  <a:lnTo>
                    <a:pt x="9525" y="766762"/>
                  </a:lnTo>
                  <a:lnTo>
                    <a:pt x="9525" y="762000"/>
                  </a:lnTo>
                  <a:lnTo>
                    <a:pt x="457200" y="762000"/>
                  </a:lnTo>
                  <a:lnTo>
                    <a:pt x="457200" y="766762"/>
                  </a:lnTo>
                  <a:close/>
                </a:path>
                <a:path w="466725" h="771525">
                  <a:moveTo>
                    <a:pt x="466725" y="766762"/>
                  </a:moveTo>
                  <a:lnTo>
                    <a:pt x="457200" y="766762"/>
                  </a:lnTo>
                  <a:lnTo>
                    <a:pt x="461962" y="762000"/>
                  </a:lnTo>
                  <a:lnTo>
                    <a:pt x="466725" y="762000"/>
                  </a:lnTo>
                  <a:lnTo>
                    <a:pt x="466725" y="766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6" name="object 86"/>
          <p:cNvSpPr txBox="1"/>
          <p:nvPr/>
        </p:nvSpPr>
        <p:spPr>
          <a:xfrm>
            <a:off x="7696200" y="3927347"/>
            <a:ext cx="457200" cy="4572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0" rIns="0" bIns="0" rtlCol="0" vert="horz">
            <a:spAutoFit/>
          </a:bodyPr>
          <a:lstStyle/>
          <a:p>
            <a:pPr marL="42545">
              <a:lnSpc>
                <a:spcPts val="1480"/>
              </a:lnSpc>
            </a:pPr>
            <a:r>
              <a:rPr dirty="0" sz="1600" spc="40">
                <a:latin typeface="Trebuchet MS"/>
                <a:cs typeface="Trebuchet MS"/>
              </a:rPr>
              <a:t>RPC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8148637" y="3617264"/>
            <a:ext cx="542925" cy="390525"/>
            <a:chOff x="8148637" y="3617264"/>
            <a:chExt cx="542925" cy="390525"/>
          </a:xfrm>
        </p:grpSpPr>
        <p:sp>
          <p:nvSpPr>
            <p:cNvPr id="88" name="object 88"/>
            <p:cNvSpPr/>
            <p:nvPr/>
          </p:nvSpPr>
          <p:spPr>
            <a:xfrm>
              <a:off x="8153400" y="3622548"/>
              <a:ext cx="533400" cy="381000"/>
            </a:xfrm>
            <a:custGeom>
              <a:avLst/>
              <a:gdLst/>
              <a:ahLst/>
              <a:cxnLst/>
              <a:rect l="l" t="t" r="r" b="b"/>
              <a:pathLst>
                <a:path w="533400" h="381000">
                  <a:moveTo>
                    <a:pt x="533400" y="381000"/>
                  </a:moveTo>
                  <a:lnTo>
                    <a:pt x="0" y="381000"/>
                  </a:lnTo>
                  <a:lnTo>
                    <a:pt x="0" y="0"/>
                  </a:lnTo>
                  <a:lnTo>
                    <a:pt x="533400" y="0"/>
                  </a:lnTo>
                  <a:lnTo>
                    <a:pt x="533400" y="381000"/>
                  </a:lnTo>
                  <a:close/>
                </a:path>
              </a:pathLst>
            </a:custGeom>
            <a:solidFill>
              <a:srgbClr val="CC33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8148637" y="3617264"/>
              <a:ext cx="542925" cy="390525"/>
            </a:xfrm>
            <a:custGeom>
              <a:avLst/>
              <a:gdLst/>
              <a:ahLst/>
              <a:cxnLst/>
              <a:rect l="l" t="t" r="r" b="b"/>
              <a:pathLst>
                <a:path w="542925" h="390525">
                  <a:moveTo>
                    <a:pt x="542925" y="390525"/>
                  </a:moveTo>
                  <a:lnTo>
                    <a:pt x="0" y="390525"/>
                  </a:lnTo>
                  <a:lnTo>
                    <a:pt x="0" y="0"/>
                  </a:lnTo>
                  <a:lnTo>
                    <a:pt x="542925" y="0"/>
                  </a:lnTo>
                  <a:lnTo>
                    <a:pt x="542925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381000"/>
                  </a:lnTo>
                  <a:lnTo>
                    <a:pt x="4762" y="381000"/>
                  </a:lnTo>
                  <a:lnTo>
                    <a:pt x="9525" y="385762"/>
                  </a:lnTo>
                  <a:lnTo>
                    <a:pt x="542925" y="385762"/>
                  </a:lnTo>
                  <a:lnTo>
                    <a:pt x="542925" y="390525"/>
                  </a:lnTo>
                  <a:close/>
                </a:path>
                <a:path w="542925" h="390525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542925" h="390525">
                  <a:moveTo>
                    <a:pt x="533400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533400" y="4762"/>
                  </a:lnTo>
                  <a:lnTo>
                    <a:pt x="533400" y="9525"/>
                  </a:lnTo>
                  <a:close/>
                </a:path>
                <a:path w="542925" h="390525">
                  <a:moveTo>
                    <a:pt x="533400" y="385762"/>
                  </a:moveTo>
                  <a:lnTo>
                    <a:pt x="533400" y="4762"/>
                  </a:lnTo>
                  <a:lnTo>
                    <a:pt x="538162" y="9525"/>
                  </a:lnTo>
                  <a:lnTo>
                    <a:pt x="542925" y="9525"/>
                  </a:lnTo>
                  <a:lnTo>
                    <a:pt x="542925" y="381000"/>
                  </a:lnTo>
                  <a:lnTo>
                    <a:pt x="538162" y="381000"/>
                  </a:lnTo>
                  <a:lnTo>
                    <a:pt x="533400" y="385762"/>
                  </a:lnTo>
                  <a:close/>
                </a:path>
                <a:path w="542925" h="390525">
                  <a:moveTo>
                    <a:pt x="542925" y="9525"/>
                  </a:moveTo>
                  <a:lnTo>
                    <a:pt x="538162" y="9525"/>
                  </a:lnTo>
                  <a:lnTo>
                    <a:pt x="533400" y="4762"/>
                  </a:lnTo>
                  <a:lnTo>
                    <a:pt x="542925" y="4762"/>
                  </a:lnTo>
                  <a:lnTo>
                    <a:pt x="542925" y="9525"/>
                  </a:lnTo>
                  <a:close/>
                </a:path>
                <a:path w="542925" h="390525">
                  <a:moveTo>
                    <a:pt x="9525" y="385762"/>
                  </a:moveTo>
                  <a:lnTo>
                    <a:pt x="4762" y="381000"/>
                  </a:lnTo>
                  <a:lnTo>
                    <a:pt x="9525" y="381000"/>
                  </a:lnTo>
                  <a:lnTo>
                    <a:pt x="9525" y="385762"/>
                  </a:lnTo>
                  <a:close/>
                </a:path>
                <a:path w="542925" h="390525">
                  <a:moveTo>
                    <a:pt x="533400" y="385762"/>
                  </a:moveTo>
                  <a:lnTo>
                    <a:pt x="9525" y="385762"/>
                  </a:lnTo>
                  <a:lnTo>
                    <a:pt x="9525" y="381000"/>
                  </a:lnTo>
                  <a:lnTo>
                    <a:pt x="533400" y="381000"/>
                  </a:lnTo>
                  <a:lnTo>
                    <a:pt x="533400" y="385762"/>
                  </a:lnTo>
                  <a:close/>
                </a:path>
                <a:path w="542925" h="390525">
                  <a:moveTo>
                    <a:pt x="542925" y="385762"/>
                  </a:moveTo>
                  <a:lnTo>
                    <a:pt x="533400" y="385762"/>
                  </a:lnTo>
                  <a:lnTo>
                    <a:pt x="538162" y="381000"/>
                  </a:lnTo>
                  <a:lnTo>
                    <a:pt x="542925" y="381000"/>
                  </a:lnTo>
                  <a:lnTo>
                    <a:pt x="542925" y="385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0" name="object 90"/>
          <p:cNvSpPr txBox="1"/>
          <p:nvPr/>
        </p:nvSpPr>
        <p:spPr>
          <a:xfrm>
            <a:off x="8153400" y="3622547"/>
            <a:ext cx="342900" cy="304800"/>
          </a:xfrm>
          <a:prstGeom prst="rect">
            <a:avLst/>
          </a:prstGeom>
          <a:solidFill>
            <a:srgbClr val="CC3300"/>
          </a:solidFill>
        </p:spPr>
        <p:txBody>
          <a:bodyPr wrap="square" lIns="0" tIns="58419" rIns="0" bIns="0" rtlCol="0" vert="horz">
            <a:spAutoFit/>
          </a:bodyPr>
          <a:lstStyle/>
          <a:p>
            <a:pPr marL="76200">
              <a:lnSpc>
                <a:spcPct val="100000"/>
              </a:lnSpc>
              <a:spcBef>
                <a:spcPts val="459"/>
              </a:spcBef>
            </a:pPr>
            <a:r>
              <a:rPr dirty="0" sz="1600" spc="10">
                <a:latin typeface="Trebuchet MS"/>
                <a:cs typeface="Trebuchet MS"/>
              </a:rPr>
              <a:t>X</a:t>
            </a:r>
            <a:r>
              <a:rPr dirty="0" sz="1600" spc="60">
                <a:latin typeface="Trebuchet MS"/>
                <a:cs typeface="Trebuchet MS"/>
              </a:rPr>
              <a:t>D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8465819" y="3669017"/>
            <a:ext cx="15557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90">
                <a:latin typeface="Trebuchet MS"/>
                <a:cs typeface="Trebuchet MS"/>
              </a:rPr>
              <a:t>R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92" name="object 92"/>
          <p:cNvSpPr/>
          <p:nvPr/>
        </p:nvSpPr>
        <p:spPr>
          <a:xfrm>
            <a:off x="8148637" y="3998264"/>
            <a:ext cx="542925" cy="390525"/>
          </a:xfrm>
          <a:custGeom>
            <a:avLst/>
            <a:gdLst/>
            <a:ahLst/>
            <a:cxnLst/>
            <a:rect l="l" t="t" r="r" b="b"/>
            <a:pathLst>
              <a:path w="542925" h="390525">
                <a:moveTo>
                  <a:pt x="542925" y="0"/>
                </a:moveTo>
                <a:lnTo>
                  <a:pt x="0" y="0"/>
                </a:lnTo>
                <a:lnTo>
                  <a:pt x="0" y="390525"/>
                </a:lnTo>
                <a:lnTo>
                  <a:pt x="542925" y="390525"/>
                </a:lnTo>
                <a:lnTo>
                  <a:pt x="542925" y="385762"/>
                </a:lnTo>
                <a:lnTo>
                  <a:pt x="542925" y="381000"/>
                </a:lnTo>
                <a:lnTo>
                  <a:pt x="542925" y="9525"/>
                </a:lnTo>
                <a:lnTo>
                  <a:pt x="542925" y="4762"/>
                </a:lnTo>
                <a:lnTo>
                  <a:pt x="5429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 txBox="1">
            <a:spLocks noGrp="1"/>
          </p:cNvSpPr>
          <p:nvPr>
            <p:ph type="title"/>
          </p:nvPr>
        </p:nvSpPr>
        <p:spPr>
          <a:xfrm>
            <a:off x="550227" y="375919"/>
            <a:ext cx="2523490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3333CC"/>
                </a:solidFill>
                <a:latin typeface="Times New Roman"/>
                <a:cs typeface="Times New Roman"/>
              </a:rPr>
              <a:t>5.</a:t>
            </a:r>
            <a:r>
              <a:rPr dirty="0" sz="2800" spc="-85" b="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z="2800" spc="15" b="0">
                <a:solidFill>
                  <a:srgbClr val="3333CC"/>
                </a:solidFill>
                <a:latin typeface="WenQuanYi Zen Hei Mono"/>
                <a:cs typeface="WenQuanYi Zen Hei Mono"/>
              </a:rPr>
              <a:t>协议依赖关</a:t>
            </a:r>
            <a:r>
              <a:rPr dirty="0" sz="2800" spc="-5" b="0">
                <a:solidFill>
                  <a:srgbClr val="3333CC"/>
                </a:solidFill>
                <a:latin typeface="WenQuanYi Zen Hei Mono"/>
                <a:cs typeface="WenQuanYi Zen Hei Mono"/>
              </a:rPr>
              <a:t>系</a:t>
            </a:r>
            <a:endParaRPr sz="2800">
              <a:latin typeface="WenQuanYi Zen Hei Mono"/>
              <a:cs typeface="WenQuanYi Zen Hei Mono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2372360" y="6051537"/>
            <a:ext cx="45510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50" b="0">
                <a:latin typeface="Noto Sans CJK JP Thin"/>
                <a:cs typeface="Noto Sans CJK JP Thin"/>
              </a:rPr>
              <a:t>T</a:t>
            </a:r>
            <a:r>
              <a:rPr dirty="0" sz="2400" spc="5" b="0">
                <a:latin typeface="Noto Sans CJK JP Thin"/>
                <a:cs typeface="Noto Sans CJK JP Thin"/>
              </a:rPr>
              <a:t>C</a:t>
            </a:r>
            <a:r>
              <a:rPr dirty="0" sz="2400" spc="-130" b="0">
                <a:latin typeface="Noto Sans CJK JP Thin"/>
                <a:cs typeface="Noto Sans CJK JP Thin"/>
              </a:rPr>
              <a:t>P</a:t>
            </a:r>
            <a:r>
              <a:rPr dirty="0" sz="2400" spc="-70" b="0">
                <a:latin typeface="Noto Sans CJK JP Thin"/>
                <a:cs typeface="Noto Sans CJK JP Thin"/>
              </a:rPr>
              <a:t>/</a:t>
            </a:r>
            <a:r>
              <a:rPr dirty="0" sz="2400" spc="-70" b="0">
                <a:latin typeface="Noto Sans CJK JP Thin"/>
                <a:cs typeface="Noto Sans CJK JP Thin"/>
              </a:rPr>
              <a:t>I</a:t>
            </a:r>
            <a:r>
              <a:rPr dirty="0" sz="2400" spc="-130" b="0">
                <a:latin typeface="Noto Sans CJK JP Thin"/>
                <a:cs typeface="Noto Sans CJK JP Thin"/>
              </a:rPr>
              <a:t>P</a:t>
            </a:r>
            <a:r>
              <a:rPr dirty="0" sz="2400" spc="5" b="0">
                <a:latin typeface="Noto Sans CJK JP Thin"/>
                <a:cs typeface="Noto Sans CJK JP Thin"/>
              </a:rPr>
              <a:t>协议族中各协议的依赖关</a:t>
            </a:r>
            <a:r>
              <a:rPr dirty="0" sz="2400" b="0">
                <a:latin typeface="Noto Sans CJK JP Thin"/>
                <a:cs typeface="Noto Sans CJK JP Thin"/>
              </a:rPr>
              <a:t>系</a:t>
            </a:r>
            <a:endParaRPr sz="2400">
              <a:latin typeface="Noto Sans CJK JP Thin"/>
              <a:cs typeface="Noto Sans CJK JP Thin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459740" y="1068209"/>
            <a:ext cx="8340725" cy="17805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20000"/>
              </a:lnSpc>
              <a:spcBef>
                <a:spcPts val="100"/>
              </a:spcBef>
            </a:pPr>
            <a:r>
              <a:rPr dirty="0" sz="2400">
                <a:latin typeface="UKIJ CJK"/>
                <a:cs typeface="UKIJ CJK"/>
              </a:rPr>
              <a:t>整个</a:t>
            </a:r>
            <a:r>
              <a:rPr dirty="0" sz="2400" spc="-5">
                <a:latin typeface="Times New Roman"/>
                <a:cs typeface="Times New Roman"/>
              </a:rPr>
              <a:t>TCP/IP</a:t>
            </a:r>
            <a:r>
              <a:rPr dirty="0" sz="2400">
                <a:latin typeface="UKIJ CJK"/>
                <a:cs typeface="UKIJ CJK"/>
              </a:rPr>
              <a:t>协议族包含了很多协议，这些协议之间存在相互依 赖关系，其中</a:t>
            </a:r>
            <a:r>
              <a:rPr dirty="0" sz="2400">
                <a:latin typeface="Times New Roman"/>
                <a:cs typeface="Times New Roman"/>
              </a:rPr>
              <a:t>DNS</a:t>
            </a:r>
            <a:r>
              <a:rPr dirty="0" sz="2400">
                <a:latin typeface="UKIJ CJK"/>
                <a:cs typeface="UKIJ CJK"/>
              </a:rPr>
              <a:t>比较特殊，它既依赖</a:t>
            </a:r>
            <a:r>
              <a:rPr dirty="0" sz="2400" spc="-5">
                <a:latin typeface="Times New Roman"/>
                <a:cs typeface="Times New Roman"/>
              </a:rPr>
              <a:t>TCP</a:t>
            </a:r>
            <a:r>
              <a:rPr dirty="0" sz="2400" spc="-5">
                <a:latin typeface="UKIJ CJK"/>
                <a:cs typeface="UKIJ CJK"/>
              </a:rPr>
              <a:t>，</a:t>
            </a:r>
            <a:r>
              <a:rPr dirty="0" sz="2400">
                <a:latin typeface="UKIJ CJK"/>
                <a:cs typeface="UKIJ CJK"/>
              </a:rPr>
              <a:t>也依赖</a:t>
            </a:r>
            <a:r>
              <a:rPr dirty="0" sz="2400">
                <a:latin typeface="Times New Roman"/>
                <a:cs typeface="Times New Roman"/>
              </a:rPr>
              <a:t>UDP</a:t>
            </a:r>
            <a:r>
              <a:rPr dirty="0" sz="2400">
                <a:latin typeface="UKIJ CJK"/>
                <a:cs typeface="UKIJ CJK"/>
              </a:rPr>
              <a:t>。此 外，</a:t>
            </a:r>
            <a:r>
              <a:rPr dirty="0" sz="2400">
                <a:latin typeface="Times New Roman"/>
                <a:cs typeface="Times New Roman"/>
              </a:rPr>
              <a:t>OSPF</a:t>
            </a:r>
            <a:r>
              <a:rPr dirty="0" sz="2400">
                <a:latin typeface="UKIJ CJK"/>
                <a:cs typeface="UKIJ CJK"/>
              </a:rPr>
              <a:t>用于路由信息维护，它的报文直接封装在</a:t>
            </a:r>
            <a:r>
              <a:rPr dirty="0" sz="2400">
                <a:latin typeface="Times New Roman"/>
                <a:cs typeface="Times New Roman"/>
              </a:rPr>
              <a:t>IP</a:t>
            </a:r>
            <a:r>
              <a:rPr dirty="0" sz="2400">
                <a:latin typeface="UKIJ CJK"/>
                <a:cs typeface="UKIJ CJK"/>
              </a:rPr>
              <a:t>数据报中 投递，所以把它列在</a:t>
            </a:r>
            <a:r>
              <a:rPr dirty="0" sz="2400">
                <a:latin typeface="Times New Roman"/>
                <a:cs typeface="Times New Roman"/>
              </a:rPr>
              <a:t>1P</a:t>
            </a:r>
            <a:r>
              <a:rPr dirty="0" sz="2400">
                <a:latin typeface="UKIJ CJK"/>
                <a:cs typeface="UKIJ CJK"/>
              </a:rPr>
              <a:t>层。</a:t>
            </a:r>
            <a:endParaRPr sz="2400">
              <a:latin typeface="UKIJ CJK"/>
              <a:cs typeface="UKIJ CJK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53883" y="332791"/>
            <a:ext cx="7112000" cy="5619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4360"/>
              </a:lnSpc>
            </a:pPr>
            <a:r>
              <a:rPr dirty="0" sz="4000">
                <a:latin typeface="Noto Sans CJK JP Black"/>
                <a:cs typeface="Noto Sans CJK JP Black"/>
              </a:rPr>
              <a:t>沙漏计时器形状的</a:t>
            </a:r>
            <a:r>
              <a:rPr dirty="0" sz="4000" spc="-5">
                <a:latin typeface="Times New Roman"/>
                <a:cs typeface="Times New Roman"/>
              </a:rPr>
              <a:t>T</a:t>
            </a:r>
            <a:r>
              <a:rPr dirty="0" sz="4000">
                <a:latin typeface="Times New Roman"/>
                <a:cs typeface="Times New Roman"/>
              </a:rPr>
              <a:t>C</a:t>
            </a:r>
            <a:r>
              <a:rPr dirty="0" sz="4000" spc="-5">
                <a:latin typeface="Times New Roman"/>
                <a:cs typeface="Times New Roman"/>
              </a:rPr>
              <a:t>P/</a:t>
            </a:r>
            <a:r>
              <a:rPr dirty="0" sz="4000" spc="-10">
                <a:latin typeface="Times New Roman"/>
                <a:cs typeface="Times New Roman"/>
              </a:rPr>
              <a:t>I</a:t>
            </a:r>
            <a:r>
              <a:rPr dirty="0" sz="4000" spc="-5">
                <a:latin typeface="Times New Roman"/>
                <a:cs typeface="Times New Roman"/>
              </a:rPr>
              <a:t>P</a:t>
            </a:r>
            <a:r>
              <a:rPr dirty="0" sz="4000">
                <a:latin typeface="Noto Sans CJK JP Black"/>
                <a:cs typeface="Noto Sans CJK JP Black"/>
              </a:rPr>
              <a:t>协议</a:t>
            </a:r>
            <a:r>
              <a:rPr dirty="0" sz="4000" spc="-5">
                <a:latin typeface="Noto Sans CJK JP Black"/>
                <a:cs typeface="Noto Sans CJK JP Black"/>
              </a:rPr>
              <a:t>族</a:t>
            </a:r>
            <a:endParaRPr sz="4000">
              <a:latin typeface="Noto Sans CJK JP Black"/>
              <a:cs typeface="Noto Sans CJK JP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92923" y="1552028"/>
            <a:ext cx="7868920" cy="4329430"/>
            <a:chOff x="1092923" y="1552028"/>
            <a:chExt cx="7868920" cy="4329430"/>
          </a:xfrm>
        </p:grpSpPr>
        <p:sp>
          <p:nvSpPr>
            <p:cNvPr id="4" name="object 4"/>
            <p:cNvSpPr/>
            <p:nvPr/>
          </p:nvSpPr>
          <p:spPr>
            <a:xfrm>
              <a:off x="1107947" y="3067811"/>
              <a:ext cx="7838440" cy="2809240"/>
            </a:xfrm>
            <a:custGeom>
              <a:avLst/>
              <a:gdLst/>
              <a:ahLst/>
              <a:cxnLst/>
              <a:rect l="l" t="t" r="r" b="b"/>
              <a:pathLst>
                <a:path w="7838440" h="2809240">
                  <a:moveTo>
                    <a:pt x="7837932" y="2808732"/>
                  </a:moveTo>
                  <a:lnTo>
                    <a:pt x="0" y="2808732"/>
                  </a:lnTo>
                  <a:lnTo>
                    <a:pt x="3919728" y="0"/>
                  </a:lnTo>
                  <a:lnTo>
                    <a:pt x="7837932" y="2808732"/>
                  </a:lnTo>
                  <a:close/>
                </a:path>
              </a:pathLst>
            </a:custGeom>
            <a:solidFill>
              <a:srgbClr val="CC9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092923" y="3062236"/>
              <a:ext cx="7868920" cy="2819400"/>
            </a:xfrm>
            <a:custGeom>
              <a:avLst/>
              <a:gdLst/>
              <a:ahLst/>
              <a:cxnLst/>
              <a:rect l="l" t="t" r="r" b="b"/>
              <a:pathLst>
                <a:path w="7868920" h="2819400">
                  <a:moveTo>
                    <a:pt x="7868450" y="2818904"/>
                  </a:moveTo>
                  <a:lnTo>
                    <a:pt x="0" y="2818904"/>
                  </a:lnTo>
                  <a:lnTo>
                    <a:pt x="3934218" y="0"/>
                  </a:lnTo>
                  <a:lnTo>
                    <a:pt x="3947795" y="9728"/>
                  </a:lnTo>
                  <a:lnTo>
                    <a:pt x="3931450" y="9728"/>
                  </a:lnTo>
                  <a:lnTo>
                    <a:pt x="3934225" y="11716"/>
                  </a:lnTo>
                  <a:lnTo>
                    <a:pt x="29642" y="2809379"/>
                  </a:lnTo>
                  <a:lnTo>
                    <a:pt x="14820" y="2809379"/>
                  </a:lnTo>
                  <a:lnTo>
                    <a:pt x="17589" y="2818015"/>
                  </a:lnTo>
                  <a:lnTo>
                    <a:pt x="7867209" y="2818015"/>
                  </a:lnTo>
                  <a:lnTo>
                    <a:pt x="7868450" y="2818904"/>
                  </a:lnTo>
                  <a:close/>
                </a:path>
                <a:path w="7868920" h="2819400">
                  <a:moveTo>
                    <a:pt x="3934225" y="11716"/>
                  </a:moveTo>
                  <a:lnTo>
                    <a:pt x="3931450" y="9728"/>
                  </a:lnTo>
                  <a:lnTo>
                    <a:pt x="3937000" y="9728"/>
                  </a:lnTo>
                  <a:lnTo>
                    <a:pt x="3934225" y="11716"/>
                  </a:lnTo>
                  <a:close/>
                </a:path>
                <a:path w="7868920" h="2819400">
                  <a:moveTo>
                    <a:pt x="7850860" y="2818015"/>
                  </a:moveTo>
                  <a:lnTo>
                    <a:pt x="3934225" y="11716"/>
                  </a:lnTo>
                  <a:lnTo>
                    <a:pt x="3937000" y="9728"/>
                  </a:lnTo>
                  <a:lnTo>
                    <a:pt x="3947795" y="9728"/>
                  </a:lnTo>
                  <a:lnTo>
                    <a:pt x="7855156" y="2809379"/>
                  </a:lnTo>
                  <a:lnTo>
                    <a:pt x="7853629" y="2809379"/>
                  </a:lnTo>
                  <a:lnTo>
                    <a:pt x="7850860" y="2818015"/>
                  </a:lnTo>
                  <a:close/>
                </a:path>
                <a:path w="7868920" h="2819400">
                  <a:moveTo>
                    <a:pt x="17589" y="2818015"/>
                  </a:moveTo>
                  <a:lnTo>
                    <a:pt x="14820" y="2809379"/>
                  </a:lnTo>
                  <a:lnTo>
                    <a:pt x="29642" y="2809379"/>
                  </a:lnTo>
                  <a:lnTo>
                    <a:pt x="17589" y="2818015"/>
                  </a:lnTo>
                  <a:close/>
                </a:path>
                <a:path w="7868920" h="2819400">
                  <a:moveTo>
                    <a:pt x="7850860" y="2818015"/>
                  </a:moveTo>
                  <a:lnTo>
                    <a:pt x="17589" y="2818015"/>
                  </a:lnTo>
                  <a:lnTo>
                    <a:pt x="29642" y="2809379"/>
                  </a:lnTo>
                  <a:lnTo>
                    <a:pt x="7838807" y="2809379"/>
                  </a:lnTo>
                  <a:lnTo>
                    <a:pt x="7850860" y="2818015"/>
                  </a:lnTo>
                  <a:close/>
                </a:path>
                <a:path w="7868920" h="2819400">
                  <a:moveTo>
                    <a:pt x="7867209" y="2818015"/>
                  </a:moveTo>
                  <a:lnTo>
                    <a:pt x="7850860" y="2818015"/>
                  </a:lnTo>
                  <a:lnTo>
                    <a:pt x="7853629" y="2809379"/>
                  </a:lnTo>
                  <a:lnTo>
                    <a:pt x="7855156" y="2809379"/>
                  </a:lnTo>
                  <a:lnTo>
                    <a:pt x="7867209" y="28180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107947" y="1557528"/>
              <a:ext cx="7838440" cy="3095625"/>
            </a:xfrm>
            <a:custGeom>
              <a:avLst/>
              <a:gdLst/>
              <a:ahLst/>
              <a:cxnLst/>
              <a:rect l="l" t="t" r="r" b="b"/>
              <a:pathLst>
                <a:path w="7838440" h="3095625">
                  <a:moveTo>
                    <a:pt x="3919728" y="3095244"/>
                  </a:moveTo>
                  <a:lnTo>
                    <a:pt x="0" y="0"/>
                  </a:lnTo>
                  <a:lnTo>
                    <a:pt x="7837932" y="0"/>
                  </a:lnTo>
                  <a:lnTo>
                    <a:pt x="3919728" y="3095244"/>
                  </a:lnTo>
                  <a:close/>
                </a:path>
              </a:pathLst>
            </a:custGeom>
            <a:solidFill>
              <a:srgbClr val="CC9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94028" y="1552028"/>
              <a:ext cx="7866380" cy="3107055"/>
            </a:xfrm>
            <a:custGeom>
              <a:avLst/>
              <a:gdLst/>
              <a:ahLst/>
              <a:cxnLst/>
              <a:rect l="l" t="t" r="r" b="b"/>
              <a:pathLst>
                <a:path w="7866380" h="3107054">
                  <a:moveTo>
                    <a:pt x="3933113" y="3106458"/>
                  </a:moveTo>
                  <a:lnTo>
                    <a:pt x="0" y="0"/>
                  </a:lnTo>
                  <a:lnTo>
                    <a:pt x="7866240" y="0"/>
                  </a:lnTo>
                  <a:lnTo>
                    <a:pt x="7864937" y="1028"/>
                  </a:lnTo>
                  <a:lnTo>
                    <a:pt x="16662" y="1028"/>
                  </a:lnTo>
                  <a:lnTo>
                    <a:pt x="13715" y="9525"/>
                  </a:lnTo>
                  <a:lnTo>
                    <a:pt x="27419" y="9525"/>
                  </a:lnTo>
                  <a:lnTo>
                    <a:pt x="3933120" y="3094321"/>
                  </a:lnTo>
                  <a:lnTo>
                    <a:pt x="3930167" y="3096653"/>
                  </a:lnTo>
                  <a:lnTo>
                    <a:pt x="3945527" y="3096653"/>
                  </a:lnTo>
                  <a:lnTo>
                    <a:pt x="3933113" y="3106458"/>
                  </a:lnTo>
                  <a:close/>
                </a:path>
                <a:path w="7866380" h="3107054">
                  <a:moveTo>
                    <a:pt x="27419" y="9525"/>
                  </a:moveTo>
                  <a:lnTo>
                    <a:pt x="13715" y="9525"/>
                  </a:lnTo>
                  <a:lnTo>
                    <a:pt x="16662" y="1028"/>
                  </a:lnTo>
                  <a:lnTo>
                    <a:pt x="27419" y="9525"/>
                  </a:lnTo>
                  <a:close/>
                </a:path>
                <a:path w="7866380" h="3107054">
                  <a:moveTo>
                    <a:pt x="7838820" y="9525"/>
                  </a:moveTo>
                  <a:lnTo>
                    <a:pt x="27419" y="9525"/>
                  </a:lnTo>
                  <a:lnTo>
                    <a:pt x="16662" y="1028"/>
                  </a:lnTo>
                  <a:lnTo>
                    <a:pt x="7849577" y="1028"/>
                  </a:lnTo>
                  <a:lnTo>
                    <a:pt x="7838820" y="9525"/>
                  </a:lnTo>
                  <a:close/>
                </a:path>
                <a:path w="7866380" h="3107054">
                  <a:moveTo>
                    <a:pt x="3945527" y="3096653"/>
                  </a:moveTo>
                  <a:lnTo>
                    <a:pt x="3936072" y="3096653"/>
                  </a:lnTo>
                  <a:lnTo>
                    <a:pt x="3933120" y="3094321"/>
                  </a:lnTo>
                  <a:lnTo>
                    <a:pt x="7849577" y="1028"/>
                  </a:lnTo>
                  <a:lnTo>
                    <a:pt x="7852524" y="9525"/>
                  </a:lnTo>
                  <a:lnTo>
                    <a:pt x="7854180" y="9525"/>
                  </a:lnTo>
                  <a:lnTo>
                    <a:pt x="3945527" y="3096653"/>
                  </a:lnTo>
                  <a:close/>
                </a:path>
                <a:path w="7866380" h="3107054">
                  <a:moveTo>
                    <a:pt x="7854180" y="9525"/>
                  </a:moveTo>
                  <a:lnTo>
                    <a:pt x="7852524" y="9525"/>
                  </a:lnTo>
                  <a:lnTo>
                    <a:pt x="7849577" y="1028"/>
                  </a:lnTo>
                  <a:lnTo>
                    <a:pt x="7864937" y="1028"/>
                  </a:lnTo>
                  <a:lnTo>
                    <a:pt x="7854180" y="9525"/>
                  </a:lnTo>
                  <a:close/>
                </a:path>
                <a:path w="7866380" h="3107054">
                  <a:moveTo>
                    <a:pt x="3936072" y="3096653"/>
                  </a:moveTo>
                  <a:lnTo>
                    <a:pt x="3930167" y="3096653"/>
                  </a:lnTo>
                  <a:lnTo>
                    <a:pt x="3933120" y="3094321"/>
                  </a:lnTo>
                  <a:lnTo>
                    <a:pt x="3936072" y="30966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281275" y="1727288"/>
              <a:ext cx="960361" cy="47180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958069" y="1727288"/>
              <a:ext cx="962075" cy="47180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194604" y="1727288"/>
              <a:ext cx="960361" cy="47180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871398" y="1727288"/>
              <a:ext cx="962075" cy="47180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075812" y="2671851"/>
              <a:ext cx="947661" cy="45910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3269805" y="2708363"/>
            <a:ext cx="534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" b="1">
                <a:solidFill>
                  <a:srgbClr val="000099"/>
                </a:solidFill>
                <a:latin typeface="Times New Roman"/>
                <a:cs typeface="Times New Roman"/>
              </a:rPr>
              <a:t>TC</a:t>
            </a:r>
            <a:r>
              <a:rPr dirty="0" sz="2000" b="1">
                <a:solidFill>
                  <a:srgbClr val="000099"/>
                </a:solidFill>
                <a:latin typeface="Times New Roman"/>
                <a:cs typeface="Times New Roman"/>
              </a:rPr>
              <a:t>P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076861" y="2671851"/>
            <a:ext cx="949375" cy="45910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265138" y="2708363"/>
            <a:ext cx="54800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" b="1">
                <a:solidFill>
                  <a:srgbClr val="000099"/>
                </a:solidFill>
                <a:latin typeface="Times New Roman"/>
                <a:cs typeface="Times New Roman"/>
              </a:rPr>
              <a:t>UD</a:t>
            </a:r>
            <a:r>
              <a:rPr dirty="0" sz="2000" b="1">
                <a:solidFill>
                  <a:srgbClr val="000099"/>
                </a:solidFill>
                <a:latin typeface="Times New Roman"/>
                <a:cs typeface="Times New Roman"/>
              </a:rPr>
              <a:t>P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575479" y="3776751"/>
            <a:ext cx="949375" cy="45910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897742" y="3813264"/>
            <a:ext cx="280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" b="1">
                <a:solidFill>
                  <a:srgbClr val="000099"/>
                </a:solidFill>
                <a:latin typeface="Times New Roman"/>
                <a:cs typeface="Times New Roman"/>
              </a:rPr>
              <a:t>I</a:t>
            </a:r>
            <a:r>
              <a:rPr dirty="0" sz="2000" b="1">
                <a:solidFill>
                  <a:srgbClr val="000099"/>
                </a:solidFill>
                <a:latin typeface="Times New Roman"/>
                <a:cs typeface="Times New Roman"/>
              </a:rPr>
              <a:t>P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982599" y="2441028"/>
            <a:ext cx="7115175" cy="3230245"/>
            <a:chOff x="982599" y="2441028"/>
            <a:chExt cx="7115175" cy="3230245"/>
          </a:xfrm>
        </p:grpSpPr>
        <p:sp>
          <p:nvSpPr>
            <p:cNvPr id="19" name="object 19"/>
            <p:cNvSpPr/>
            <p:nvPr/>
          </p:nvSpPr>
          <p:spPr>
            <a:xfrm>
              <a:off x="2281275" y="5056276"/>
              <a:ext cx="1479080" cy="61468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135208" y="5056276"/>
              <a:ext cx="1477352" cy="61468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343421" y="5056276"/>
              <a:ext cx="1477352" cy="61468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982599" y="3468141"/>
              <a:ext cx="7115175" cy="1052830"/>
            </a:xfrm>
            <a:custGeom>
              <a:avLst/>
              <a:gdLst/>
              <a:ahLst/>
              <a:cxnLst/>
              <a:rect l="l" t="t" r="r" b="b"/>
              <a:pathLst>
                <a:path w="7115175" h="1052829">
                  <a:moveTo>
                    <a:pt x="114300" y="1023937"/>
                  </a:moveTo>
                  <a:lnTo>
                    <a:pt x="0" y="1023937"/>
                  </a:lnTo>
                  <a:lnTo>
                    <a:pt x="0" y="1052512"/>
                  </a:lnTo>
                  <a:lnTo>
                    <a:pt x="114300" y="1052512"/>
                  </a:lnTo>
                  <a:lnTo>
                    <a:pt x="114300" y="1023937"/>
                  </a:lnTo>
                  <a:close/>
                </a:path>
                <a:path w="7115175" h="1052829">
                  <a:moveTo>
                    <a:pt x="114300" y="0"/>
                  </a:moveTo>
                  <a:lnTo>
                    <a:pt x="0" y="0"/>
                  </a:lnTo>
                  <a:lnTo>
                    <a:pt x="0" y="28575"/>
                  </a:lnTo>
                  <a:lnTo>
                    <a:pt x="114300" y="28575"/>
                  </a:lnTo>
                  <a:lnTo>
                    <a:pt x="114300" y="0"/>
                  </a:lnTo>
                  <a:close/>
                </a:path>
                <a:path w="7115175" h="1052829">
                  <a:moveTo>
                    <a:pt x="314325" y="1023937"/>
                  </a:moveTo>
                  <a:lnTo>
                    <a:pt x="200025" y="1023937"/>
                  </a:lnTo>
                  <a:lnTo>
                    <a:pt x="200025" y="1052512"/>
                  </a:lnTo>
                  <a:lnTo>
                    <a:pt x="314325" y="1052512"/>
                  </a:lnTo>
                  <a:lnTo>
                    <a:pt x="314325" y="1023937"/>
                  </a:lnTo>
                  <a:close/>
                </a:path>
                <a:path w="7115175" h="1052829">
                  <a:moveTo>
                    <a:pt x="314325" y="0"/>
                  </a:moveTo>
                  <a:lnTo>
                    <a:pt x="200025" y="0"/>
                  </a:lnTo>
                  <a:lnTo>
                    <a:pt x="200025" y="28575"/>
                  </a:lnTo>
                  <a:lnTo>
                    <a:pt x="314325" y="28575"/>
                  </a:lnTo>
                  <a:lnTo>
                    <a:pt x="314325" y="0"/>
                  </a:lnTo>
                  <a:close/>
                </a:path>
                <a:path w="7115175" h="1052829">
                  <a:moveTo>
                    <a:pt x="514350" y="1023937"/>
                  </a:moveTo>
                  <a:lnTo>
                    <a:pt x="400050" y="1023937"/>
                  </a:lnTo>
                  <a:lnTo>
                    <a:pt x="400050" y="1052512"/>
                  </a:lnTo>
                  <a:lnTo>
                    <a:pt x="514350" y="1052512"/>
                  </a:lnTo>
                  <a:lnTo>
                    <a:pt x="514350" y="1023937"/>
                  </a:lnTo>
                  <a:close/>
                </a:path>
                <a:path w="7115175" h="1052829">
                  <a:moveTo>
                    <a:pt x="514350" y="0"/>
                  </a:moveTo>
                  <a:lnTo>
                    <a:pt x="400050" y="0"/>
                  </a:lnTo>
                  <a:lnTo>
                    <a:pt x="400050" y="28575"/>
                  </a:lnTo>
                  <a:lnTo>
                    <a:pt x="514350" y="28575"/>
                  </a:lnTo>
                  <a:lnTo>
                    <a:pt x="514350" y="0"/>
                  </a:lnTo>
                  <a:close/>
                </a:path>
                <a:path w="7115175" h="1052829">
                  <a:moveTo>
                    <a:pt x="714375" y="1023937"/>
                  </a:moveTo>
                  <a:lnTo>
                    <a:pt x="600075" y="1023937"/>
                  </a:lnTo>
                  <a:lnTo>
                    <a:pt x="600075" y="1052512"/>
                  </a:lnTo>
                  <a:lnTo>
                    <a:pt x="714375" y="1052512"/>
                  </a:lnTo>
                  <a:lnTo>
                    <a:pt x="714375" y="1023937"/>
                  </a:lnTo>
                  <a:close/>
                </a:path>
                <a:path w="7115175" h="1052829">
                  <a:moveTo>
                    <a:pt x="714375" y="0"/>
                  </a:moveTo>
                  <a:lnTo>
                    <a:pt x="600075" y="0"/>
                  </a:lnTo>
                  <a:lnTo>
                    <a:pt x="600075" y="28575"/>
                  </a:lnTo>
                  <a:lnTo>
                    <a:pt x="714375" y="28575"/>
                  </a:lnTo>
                  <a:lnTo>
                    <a:pt x="714375" y="0"/>
                  </a:lnTo>
                  <a:close/>
                </a:path>
                <a:path w="7115175" h="1052829">
                  <a:moveTo>
                    <a:pt x="914400" y="1023937"/>
                  </a:moveTo>
                  <a:lnTo>
                    <a:pt x="800100" y="1023937"/>
                  </a:lnTo>
                  <a:lnTo>
                    <a:pt x="800100" y="1052512"/>
                  </a:lnTo>
                  <a:lnTo>
                    <a:pt x="914400" y="1052512"/>
                  </a:lnTo>
                  <a:lnTo>
                    <a:pt x="914400" y="1023937"/>
                  </a:lnTo>
                  <a:close/>
                </a:path>
                <a:path w="7115175" h="1052829">
                  <a:moveTo>
                    <a:pt x="914400" y="0"/>
                  </a:moveTo>
                  <a:lnTo>
                    <a:pt x="800100" y="0"/>
                  </a:lnTo>
                  <a:lnTo>
                    <a:pt x="800100" y="28575"/>
                  </a:lnTo>
                  <a:lnTo>
                    <a:pt x="914400" y="28575"/>
                  </a:lnTo>
                  <a:lnTo>
                    <a:pt x="914400" y="0"/>
                  </a:lnTo>
                  <a:close/>
                </a:path>
                <a:path w="7115175" h="1052829">
                  <a:moveTo>
                    <a:pt x="1114425" y="1023937"/>
                  </a:moveTo>
                  <a:lnTo>
                    <a:pt x="1000125" y="1023937"/>
                  </a:lnTo>
                  <a:lnTo>
                    <a:pt x="1000125" y="1052512"/>
                  </a:lnTo>
                  <a:lnTo>
                    <a:pt x="1114425" y="1052512"/>
                  </a:lnTo>
                  <a:lnTo>
                    <a:pt x="1114425" y="1023937"/>
                  </a:lnTo>
                  <a:close/>
                </a:path>
                <a:path w="7115175" h="1052829">
                  <a:moveTo>
                    <a:pt x="1114425" y="0"/>
                  </a:moveTo>
                  <a:lnTo>
                    <a:pt x="1000125" y="0"/>
                  </a:lnTo>
                  <a:lnTo>
                    <a:pt x="1000125" y="28575"/>
                  </a:lnTo>
                  <a:lnTo>
                    <a:pt x="1114425" y="28575"/>
                  </a:lnTo>
                  <a:lnTo>
                    <a:pt x="1114425" y="0"/>
                  </a:lnTo>
                  <a:close/>
                </a:path>
                <a:path w="7115175" h="1052829">
                  <a:moveTo>
                    <a:pt x="1314450" y="1023937"/>
                  </a:moveTo>
                  <a:lnTo>
                    <a:pt x="1200150" y="1023937"/>
                  </a:lnTo>
                  <a:lnTo>
                    <a:pt x="1200150" y="1052512"/>
                  </a:lnTo>
                  <a:lnTo>
                    <a:pt x="1314450" y="1052512"/>
                  </a:lnTo>
                  <a:lnTo>
                    <a:pt x="1314450" y="1023937"/>
                  </a:lnTo>
                  <a:close/>
                </a:path>
                <a:path w="7115175" h="1052829">
                  <a:moveTo>
                    <a:pt x="1314450" y="0"/>
                  </a:moveTo>
                  <a:lnTo>
                    <a:pt x="1200150" y="0"/>
                  </a:lnTo>
                  <a:lnTo>
                    <a:pt x="1200150" y="28575"/>
                  </a:lnTo>
                  <a:lnTo>
                    <a:pt x="1314450" y="28575"/>
                  </a:lnTo>
                  <a:lnTo>
                    <a:pt x="1314450" y="0"/>
                  </a:lnTo>
                  <a:close/>
                </a:path>
                <a:path w="7115175" h="1052829">
                  <a:moveTo>
                    <a:pt x="1514475" y="1023937"/>
                  </a:moveTo>
                  <a:lnTo>
                    <a:pt x="1400175" y="1023937"/>
                  </a:lnTo>
                  <a:lnTo>
                    <a:pt x="1400175" y="1052512"/>
                  </a:lnTo>
                  <a:lnTo>
                    <a:pt x="1514475" y="1052512"/>
                  </a:lnTo>
                  <a:lnTo>
                    <a:pt x="1514475" y="1023937"/>
                  </a:lnTo>
                  <a:close/>
                </a:path>
                <a:path w="7115175" h="1052829">
                  <a:moveTo>
                    <a:pt x="1514475" y="0"/>
                  </a:moveTo>
                  <a:lnTo>
                    <a:pt x="1400175" y="0"/>
                  </a:lnTo>
                  <a:lnTo>
                    <a:pt x="1400175" y="28575"/>
                  </a:lnTo>
                  <a:lnTo>
                    <a:pt x="1514475" y="28575"/>
                  </a:lnTo>
                  <a:lnTo>
                    <a:pt x="1514475" y="0"/>
                  </a:lnTo>
                  <a:close/>
                </a:path>
                <a:path w="7115175" h="1052829">
                  <a:moveTo>
                    <a:pt x="1714500" y="1023937"/>
                  </a:moveTo>
                  <a:lnTo>
                    <a:pt x="1600200" y="1023937"/>
                  </a:lnTo>
                  <a:lnTo>
                    <a:pt x="1600200" y="1052512"/>
                  </a:lnTo>
                  <a:lnTo>
                    <a:pt x="1714500" y="1052512"/>
                  </a:lnTo>
                  <a:lnTo>
                    <a:pt x="1714500" y="1023937"/>
                  </a:lnTo>
                  <a:close/>
                </a:path>
                <a:path w="7115175" h="1052829">
                  <a:moveTo>
                    <a:pt x="1714500" y="0"/>
                  </a:moveTo>
                  <a:lnTo>
                    <a:pt x="1600200" y="0"/>
                  </a:lnTo>
                  <a:lnTo>
                    <a:pt x="1600200" y="28575"/>
                  </a:lnTo>
                  <a:lnTo>
                    <a:pt x="1714500" y="28575"/>
                  </a:lnTo>
                  <a:lnTo>
                    <a:pt x="1714500" y="0"/>
                  </a:lnTo>
                  <a:close/>
                </a:path>
                <a:path w="7115175" h="1052829">
                  <a:moveTo>
                    <a:pt x="1914525" y="1023937"/>
                  </a:moveTo>
                  <a:lnTo>
                    <a:pt x="1800225" y="1023937"/>
                  </a:lnTo>
                  <a:lnTo>
                    <a:pt x="1800225" y="1052512"/>
                  </a:lnTo>
                  <a:lnTo>
                    <a:pt x="1914525" y="1052512"/>
                  </a:lnTo>
                  <a:lnTo>
                    <a:pt x="1914525" y="1023937"/>
                  </a:lnTo>
                  <a:close/>
                </a:path>
                <a:path w="7115175" h="1052829">
                  <a:moveTo>
                    <a:pt x="1914525" y="0"/>
                  </a:moveTo>
                  <a:lnTo>
                    <a:pt x="1800225" y="0"/>
                  </a:lnTo>
                  <a:lnTo>
                    <a:pt x="1800225" y="28575"/>
                  </a:lnTo>
                  <a:lnTo>
                    <a:pt x="1914525" y="28575"/>
                  </a:lnTo>
                  <a:lnTo>
                    <a:pt x="1914525" y="0"/>
                  </a:lnTo>
                  <a:close/>
                </a:path>
                <a:path w="7115175" h="1052829">
                  <a:moveTo>
                    <a:pt x="2114550" y="1023937"/>
                  </a:moveTo>
                  <a:lnTo>
                    <a:pt x="2000250" y="1023937"/>
                  </a:lnTo>
                  <a:lnTo>
                    <a:pt x="2000250" y="1052512"/>
                  </a:lnTo>
                  <a:lnTo>
                    <a:pt x="2114550" y="1052512"/>
                  </a:lnTo>
                  <a:lnTo>
                    <a:pt x="2114550" y="1023937"/>
                  </a:lnTo>
                  <a:close/>
                </a:path>
                <a:path w="7115175" h="1052829">
                  <a:moveTo>
                    <a:pt x="2114550" y="0"/>
                  </a:moveTo>
                  <a:lnTo>
                    <a:pt x="2000250" y="0"/>
                  </a:lnTo>
                  <a:lnTo>
                    <a:pt x="2000250" y="28575"/>
                  </a:lnTo>
                  <a:lnTo>
                    <a:pt x="2114550" y="28575"/>
                  </a:lnTo>
                  <a:lnTo>
                    <a:pt x="2114550" y="0"/>
                  </a:lnTo>
                  <a:close/>
                </a:path>
                <a:path w="7115175" h="1052829">
                  <a:moveTo>
                    <a:pt x="2314575" y="1023937"/>
                  </a:moveTo>
                  <a:lnTo>
                    <a:pt x="2200275" y="1023937"/>
                  </a:lnTo>
                  <a:lnTo>
                    <a:pt x="2200275" y="1052512"/>
                  </a:lnTo>
                  <a:lnTo>
                    <a:pt x="2314575" y="1052512"/>
                  </a:lnTo>
                  <a:lnTo>
                    <a:pt x="2314575" y="1023937"/>
                  </a:lnTo>
                  <a:close/>
                </a:path>
                <a:path w="7115175" h="1052829">
                  <a:moveTo>
                    <a:pt x="2314575" y="0"/>
                  </a:moveTo>
                  <a:lnTo>
                    <a:pt x="2200275" y="0"/>
                  </a:lnTo>
                  <a:lnTo>
                    <a:pt x="2200275" y="28575"/>
                  </a:lnTo>
                  <a:lnTo>
                    <a:pt x="2314575" y="28575"/>
                  </a:lnTo>
                  <a:lnTo>
                    <a:pt x="2314575" y="0"/>
                  </a:lnTo>
                  <a:close/>
                </a:path>
                <a:path w="7115175" h="1052829">
                  <a:moveTo>
                    <a:pt x="2514600" y="1023937"/>
                  </a:moveTo>
                  <a:lnTo>
                    <a:pt x="2400300" y="1023937"/>
                  </a:lnTo>
                  <a:lnTo>
                    <a:pt x="2400300" y="1052512"/>
                  </a:lnTo>
                  <a:lnTo>
                    <a:pt x="2514600" y="1052512"/>
                  </a:lnTo>
                  <a:lnTo>
                    <a:pt x="2514600" y="1023937"/>
                  </a:lnTo>
                  <a:close/>
                </a:path>
                <a:path w="7115175" h="1052829">
                  <a:moveTo>
                    <a:pt x="2514600" y="0"/>
                  </a:moveTo>
                  <a:lnTo>
                    <a:pt x="2400300" y="0"/>
                  </a:lnTo>
                  <a:lnTo>
                    <a:pt x="2400300" y="28575"/>
                  </a:lnTo>
                  <a:lnTo>
                    <a:pt x="2514600" y="28575"/>
                  </a:lnTo>
                  <a:lnTo>
                    <a:pt x="2514600" y="0"/>
                  </a:lnTo>
                  <a:close/>
                </a:path>
                <a:path w="7115175" h="1052829">
                  <a:moveTo>
                    <a:pt x="2714625" y="1023937"/>
                  </a:moveTo>
                  <a:lnTo>
                    <a:pt x="2600325" y="1023937"/>
                  </a:lnTo>
                  <a:lnTo>
                    <a:pt x="2600325" y="1052512"/>
                  </a:lnTo>
                  <a:lnTo>
                    <a:pt x="2714625" y="1052512"/>
                  </a:lnTo>
                  <a:lnTo>
                    <a:pt x="2714625" y="1023937"/>
                  </a:lnTo>
                  <a:close/>
                </a:path>
                <a:path w="7115175" h="1052829">
                  <a:moveTo>
                    <a:pt x="2714625" y="0"/>
                  </a:moveTo>
                  <a:lnTo>
                    <a:pt x="2600325" y="0"/>
                  </a:lnTo>
                  <a:lnTo>
                    <a:pt x="2600325" y="28575"/>
                  </a:lnTo>
                  <a:lnTo>
                    <a:pt x="2714625" y="28575"/>
                  </a:lnTo>
                  <a:lnTo>
                    <a:pt x="2714625" y="0"/>
                  </a:lnTo>
                  <a:close/>
                </a:path>
                <a:path w="7115175" h="1052829">
                  <a:moveTo>
                    <a:pt x="2914650" y="1023937"/>
                  </a:moveTo>
                  <a:lnTo>
                    <a:pt x="2800350" y="1023937"/>
                  </a:lnTo>
                  <a:lnTo>
                    <a:pt x="2800350" y="1052512"/>
                  </a:lnTo>
                  <a:lnTo>
                    <a:pt x="2914650" y="1052512"/>
                  </a:lnTo>
                  <a:lnTo>
                    <a:pt x="2914650" y="1023937"/>
                  </a:lnTo>
                  <a:close/>
                </a:path>
                <a:path w="7115175" h="1052829">
                  <a:moveTo>
                    <a:pt x="2914650" y="0"/>
                  </a:moveTo>
                  <a:lnTo>
                    <a:pt x="2800350" y="0"/>
                  </a:lnTo>
                  <a:lnTo>
                    <a:pt x="2800350" y="28575"/>
                  </a:lnTo>
                  <a:lnTo>
                    <a:pt x="2914650" y="28575"/>
                  </a:lnTo>
                  <a:lnTo>
                    <a:pt x="2914650" y="0"/>
                  </a:lnTo>
                  <a:close/>
                </a:path>
                <a:path w="7115175" h="1052829">
                  <a:moveTo>
                    <a:pt x="3114675" y="1023937"/>
                  </a:moveTo>
                  <a:lnTo>
                    <a:pt x="3000375" y="1023937"/>
                  </a:lnTo>
                  <a:lnTo>
                    <a:pt x="3000375" y="1052512"/>
                  </a:lnTo>
                  <a:lnTo>
                    <a:pt x="3114675" y="1052512"/>
                  </a:lnTo>
                  <a:lnTo>
                    <a:pt x="3114675" y="1023937"/>
                  </a:lnTo>
                  <a:close/>
                </a:path>
                <a:path w="7115175" h="1052829">
                  <a:moveTo>
                    <a:pt x="3114675" y="0"/>
                  </a:moveTo>
                  <a:lnTo>
                    <a:pt x="3000375" y="0"/>
                  </a:lnTo>
                  <a:lnTo>
                    <a:pt x="3000375" y="28575"/>
                  </a:lnTo>
                  <a:lnTo>
                    <a:pt x="3114675" y="28575"/>
                  </a:lnTo>
                  <a:lnTo>
                    <a:pt x="3114675" y="0"/>
                  </a:lnTo>
                  <a:close/>
                </a:path>
                <a:path w="7115175" h="1052829">
                  <a:moveTo>
                    <a:pt x="3314700" y="1023937"/>
                  </a:moveTo>
                  <a:lnTo>
                    <a:pt x="3200400" y="1023937"/>
                  </a:lnTo>
                  <a:lnTo>
                    <a:pt x="3200400" y="1052512"/>
                  </a:lnTo>
                  <a:lnTo>
                    <a:pt x="3314700" y="1052512"/>
                  </a:lnTo>
                  <a:lnTo>
                    <a:pt x="3314700" y="1023937"/>
                  </a:lnTo>
                  <a:close/>
                </a:path>
                <a:path w="7115175" h="1052829">
                  <a:moveTo>
                    <a:pt x="3314700" y="0"/>
                  </a:moveTo>
                  <a:lnTo>
                    <a:pt x="3200400" y="0"/>
                  </a:lnTo>
                  <a:lnTo>
                    <a:pt x="3200400" y="28575"/>
                  </a:lnTo>
                  <a:lnTo>
                    <a:pt x="3314700" y="28575"/>
                  </a:lnTo>
                  <a:lnTo>
                    <a:pt x="3314700" y="0"/>
                  </a:lnTo>
                  <a:close/>
                </a:path>
                <a:path w="7115175" h="1052829">
                  <a:moveTo>
                    <a:pt x="3514725" y="1023937"/>
                  </a:moveTo>
                  <a:lnTo>
                    <a:pt x="3400425" y="1023937"/>
                  </a:lnTo>
                  <a:lnTo>
                    <a:pt x="3400425" y="1052512"/>
                  </a:lnTo>
                  <a:lnTo>
                    <a:pt x="3514725" y="1052512"/>
                  </a:lnTo>
                  <a:lnTo>
                    <a:pt x="3514725" y="1023937"/>
                  </a:lnTo>
                  <a:close/>
                </a:path>
                <a:path w="7115175" h="1052829">
                  <a:moveTo>
                    <a:pt x="3514725" y="0"/>
                  </a:moveTo>
                  <a:lnTo>
                    <a:pt x="3400425" y="0"/>
                  </a:lnTo>
                  <a:lnTo>
                    <a:pt x="3400425" y="28575"/>
                  </a:lnTo>
                  <a:lnTo>
                    <a:pt x="3514725" y="28575"/>
                  </a:lnTo>
                  <a:lnTo>
                    <a:pt x="3514725" y="0"/>
                  </a:lnTo>
                  <a:close/>
                </a:path>
                <a:path w="7115175" h="1052829">
                  <a:moveTo>
                    <a:pt x="3714750" y="1023937"/>
                  </a:moveTo>
                  <a:lnTo>
                    <a:pt x="3600450" y="1023937"/>
                  </a:lnTo>
                  <a:lnTo>
                    <a:pt x="3600450" y="1052512"/>
                  </a:lnTo>
                  <a:lnTo>
                    <a:pt x="3714750" y="1052512"/>
                  </a:lnTo>
                  <a:lnTo>
                    <a:pt x="3714750" y="1023937"/>
                  </a:lnTo>
                  <a:close/>
                </a:path>
                <a:path w="7115175" h="1052829">
                  <a:moveTo>
                    <a:pt x="3714750" y="0"/>
                  </a:moveTo>
                  <a:lnTo>
                    <a:pt x="3600450" y="0"/>
                  </a:lnTo>
                  <a:lnTo>
                    <a:pt x="3600450" y="28575"/>
                  </a:lnTo>
                  <a:lnTo>
                    <a:pt x="3714750" y="28575"/>
                  </a:lnTo>
                  <a:lnTo>
                    <a:pt x="3714750" y="0"/>
                  </a:lnTo>
                  <a:close/>
                </a:path>
                <a:path w="7115175" h="1052829">
                  <a:moveTo>
                    <a:pt x="3914775" y="1023937"/>
                  </a:moveTo>
                  <a:lnTo>
                    <a:pt x="3800475" y="1023937"/>
                  </a:lnTo>
                  <a:lnTo>
                    <a:pt x="3800475" y="1052512"/>
                  </a:lnTo>
                  <a:lnTo>
                    <a:pt x="3914775" y="1052512"/>
                  </a:lnTo>
                  <a:lnTo>
                    <a:pt x="3914775" y="1023937"/>
                  </a:lnTo>
                  <a:close/>
                </a:path>
                <a:path w="7115175" h="1052829">
                  <a:moveTo>
                    <a:pt x="3914775" y="0"/>
                  </a:moveTo>
                  <a:lnTo>
                    <a:pt x="3800475" y="0"/>
                  </a:lnTo>
                  <a:lnTo>
                    <a:pt x="3800475" y="28575"/>
                  </a:lnTo>
                  <a:lnTo>
                    <a:pt x="3914775" y="28575"/>
                  </a:lnTo>
                  <a:lnTo>
                    <a:pt x="3914775" y="0"/>
                  </a:lnTo>
                  <a:close/>
                </a:path>
                <a:path w="7115175" h="1052829">
                  <a:moveTo>
                    <a:pt x="4114800" y="1023937"/>
                  </a:moveTo>
                  <a:lnTo>
                    <a:pt x="4000500" y="1023937"/>
                  </a:lnTo>
                  <a:lnTo>
                    <a:pt x="4000500" y="1052512"/>
                  </a:lnTo>
                  <a:lnTo>
                    <a:pt x="4114800" y="1052512"/>
                  </a:lnTo>
                  <a:lnTo>
                    <a:pt x="4114800" y="1023937"/>
                  </a:lnTo>
                  <a:close/>
                </a:path>
                <a:path w="7115175" h="1052829">
                  <a:moveTo>
                    <a:pt x="4114800" y="0"/>
                  </a:moveTo>
                  <a:lnTo>
                    <a:pt x="4000500" y="0"/>
                  </a:lnTo>
                  <a:lnTo>
                    <a:pt x="4000500" y="28575"/>
                  </a:lnTo>
                  <a:lnTo>
                    <a:pt x="4114800" y="28575"/>
                  </a:lnTo>
                  <a:lnTo>
                    <a:pt x="4114800" y="0"/>
                  </a:lnTo>
                  <a:close/>
                </a:path>
                <a:path w="7115175" h="1052829">
                  <a:moveTo>
                    <a:pt x="4314825" y="1023937"/>
                  </a:moveTo>
                  <a:lnTo>
                    <a:pt x="4200525" y="1023937"/>
                  </a:lnTo>
                  <a:lnTo>
                    <a:pt x="4200525" y="1052512"/>
                  </a:lnTo>
                  <a:lnTo>
                    <a:pt x="4314825" y="1052512"/>
                  </a:lnTo>
                  <a:lnTo>
                    <a:pt x="4314825" y="1023937"/>
                  </a:lnTo>
                  <a:close/>
                </a:path>
                <a:path w="7115175" h="1052829">
                  <a:moveTo>
                    <a:pt x="4314825" y="0"/>
                  </a:moveTo>
                  <a:lnTo>
                    <a:pt x="4200525" y="0"/>
                  </a:lnTo>
                  <a:lnTo>
                    <a:pt x="4200525" y="28575"/>
                  </a:lnTo>
                  <a:lnTo>
                    <a:pt x="4314825" y="28575"/>
                  </a:lnTo>
                  <a:lnTo>
                    <a:pt x="4314825" y="0"/>
                  </a:lnTo>
                  <a:close/>
                </a:path>
                <a:path w="7115175" h="1052829">
                  <a:moveTo>
                    <a:pt x="4514850" y="1023937"/>
                  </a:moveTo>
                  <a:lnTo>
                    <a:pt x="4400550" y="1023937"/>
                  </a:lnTo>
                  <a:lnTo>
                    <a:pt x="4400550" y="1052512"/>
                  </a:lnTo>
                  <a:lnTo>
                    <a:pt x="4514850" y="1052512"/>
                  </a:lnTo>
                  <a:lnTo>
                    <a:pt x="4514850" y="1023937"/>
                  </a:lnTo>
                  <a:close/>
                </a:path>
                <a:path w="7115175" h="1052829">
                  <a:moveTo>
                    <a:pt x="4514850" y="0"/>
                  </a:moveTo>
                  <a:lnTo>
                    <a:pt x="4400550" y="0"/>
                  </a:lnTo>
                  <a:lnTo>
                    <a:pt x="4400550" y="28575"/>
                  </a:lnTo>
                  <a:lnTo>
                    <a:pt x="4514850" y="28575"/>
                  </a:lnTo>
                  <a:lnTo>
                    <a:pt x="4514850" y="0"/>
                  </a:lnTo>
                  <a:close/>
                </a:path>
                <a:path w="7115175" h="1052829">
                  <a:moveTo>
                    <a:pt x="4714875" y="1023937"/>
                  </a:moveTo>
                  <a:lnTo>
                    <a:pt x="4600575" y="1023937"/>
                  </a:lnTo>
                  <a:lnTo>
                    <a:pt x="4600575" y="1052512"/>
                  </a:lnTo>
                  <a:lnTo>
                    <a:pt x="4714875" y="1052512"/>
                  </a:lnTo>
                  <a:lnTo>
                    <a:pt x="4714875" y="1023937"/>
                  </a:lnTo>
                  <a:close/>
                </a:path>
                <a:path w="7115175" h="1052829">
                  <a:moveTo>
                    <a:pt x="4714875" y="0"/>
                  </a:moveTo>
                  <a:lnTo>
                    <a:pt x="4600575" y="0"/>
                  </a:lnTo>
                  <a:lnTo>
                    <a:pt x="4600575" y="28575"/>
                  </a:lnTo>
                  <a:lnTo>
                    <a:pt x="4714875" y="28575"/>
                  </a:lnTo>
                  <a:lnTo>
                    <a:pt x="4714875" y="0"/>
                  </a:lnTo>
                  <a:close/>
                </a:path>
                <a:path w="7115175" h="1052829">
                  <a:moveTo>
                    <a:pt x="4914900" y="1023937"/>
                  </a:moveTo>
                  <a:lnTo>
                    <a:pt x="4800600" y="1023937"/>
                  </a:lnTo>
                  <a:lnTo>
                    <a:pt x="4800600" y="1052512"/>
                  </a:lnTo>
                  <a:lnTo>
                    <a:pt x="4914900" y="1052512"/>
                  </a:lnTo>
                  <a:lnTo>
                    <a:pt x="4914900" y="1023937"/>
                  </a:lnTo>
                  <a:close/>
                </a:path>
                <a:path w="7115175" h="1052829">
                  <a:moveTo>
                    <a:pt x="4914900" y="0"/>
                  </a:moveTo>
                  <a:lnTo>
                    <a:pt x="4800600" y="0"/>
                  </a:lnTo>
                  <a:lnTo>
                    <a:pt x="4800600" y="28575"/>
                  </a:lnTo>
                  <a:lnTo>
                    <a:pt x="4914900" y="28575"/>
                  </a:lnTo>
                  <a:lnTo>
                    <a:pt x="4914900" y="0"/>
                  </a:lnTo>
                  <a:close/>
                </a:path>
                <a:path w="7115175" h="1052829">
                  <a:moveTo>
                    <a:pt x="5114925" y="1023937"/>
                  </a:moveTo>
                  <a:lnTo>
                    <a:pt x="5000625" y="1023937"/>
                  </a:lnTo>
                  <a:lnTo>
                    <a:pt x="5000625" y="1052512"/>
                  </a:lnTo>
                  <a:lnTo>
                    <a:pt x="5114925" y="1052512"/>
                  </a:lnTo>
                  <a:lnTo>
                    <a:pt x="5114925" y="1023937"/>
                  </a:lnTo>
                  <a:close/>
                </a:path>
                <a:path w="7115175" h="1052829">
                  <a:moveTo>
                    <a:pt x="5114925" y="0"/>
                  </a:moveTo>
                  <a:lnTo>
                    <a:pt x="5000625" y="0"/>
                  </a:lnTo>
                  <a:lnTo>
                    <a:pt x="5000625" y="28575"/>
                  </a:lnTo>
                  <a:lnTo>
                    <a:pt x="5114925" y="28575"/>
                  </a:lnTo>
                  <a:lnTo>
                    <a:pt x="5114925" y="0"/>
                  </a:lnTo>
                  <a:close/>
                </a:path>
                <a:path w="7115175" h="1052829">
                  <a:moveTo>
                    <a:pt x="5314950" y="1023937"/>
                  </a:moveTo>
                  <a:lnTo>
                    <a:pt x="5200650" y="1023937"/>
                  </a:lnTo>
                  <a:lnTo>
                    <a:pt x="5200650" y="1052512"/>
                  </a:lnTo>
                  <a:lnTo>
                    <a:pt x="5314950" y="1052512"/>
                  </a:lnTo>
                  <a:lnTo>
                    <a:pt x="5314950" y="1023937"/>
                  </a:lnTo>
                  <a:close/>
                </a:path>
                <a:path w="7115175" h="1052829">
                  <a:moveTo>
                    <a:pt x="5314950" y="0"/>
                  </a:moveTo>
                  <a:lnTo>
                    <a:pt x="5200650" y="0"/>
                  </a:lnTo>
                  <a:lnTo>
                    <a:pt x="5200650" y="28575"/>
                  </a:lnTo>
                  <a:lnTo>
                    <a:pt x="5314950" y="28575"/>
                  </a:lnTo>
                  <a:lnTo>
                    <a:pt x="5314950" y="0"/>
                  </a:lnTo>
                  <a:close/>
                </a:path>
                <a:path w="7115175" h="1052829">
                  <a:moveTo>
                    <a:pt x="5514975" y="1023937"/>
                  </a:moveTo>
                  <a:lnTo>
                    <a:pt x="5400675" y="1023937"/>
                  </a:lnTo>
                  <a:lnTo>
                    <a:pt x="5400675" y="1052512"/>
                  </a:lnTo>
                  <a:lnTo>
                    <a:pt x="5514975" y="1052512"/>
                  </a:lnTo>
                  <a:lnTo>
                    <a:pt x="5514975" y="1023937"/>
                  </a:lnTo>
                  <a:close/>
                </a:path>
                <a:path w="7115175" h="1052829">
                  <a:moveTo>
                    <a:pt x="5514975" y="0"/>
                  </a:moveTo>
                  <a:lnTo>
                    <a:pt x="5400675" y="0"/>
                  </a:lnTo>
                  <a:lnTo>
                    <a:pt x="5400675" y="28575"/>
                  </a:lnTo>
                  <a:lnTo>
                    <a:pt x="5514975" y="28575"/>
                  </a:lnTo>
                  <a:lnTo>
                    <a:pt x="5514975" y="0"/>
                  </a:lnTo>
                  <a:close/>
                </a:path>
                <a:path w="7115175" h="1052829">
                  <a:moveTo>
                    <a:pt x="5715000" y="1023937"/>
                  </a:moveTo>
                  <a:lnTo>
                    <a:pt x="5600700" y="1023937"/>
                  </a:lnTo>
                  <a:lnTo>
                    <a:pt x="5600700" y="1052512"/>
                  </a:lnTo>
                  <a:lnTo>
                    <a:pt x="5715000" y="1052512"/>
                  </a:lnTo>
                  <a:lnTo>
                    <a:pt x="5715000" y="1023937"/>
                  </a:lnTo>
                  <a:close/>
                </a:path>
                <a:path w="7115175" h="1052829">
                  <a:moveTo>
                    <a:pt x="5715000" y="0"/>
                  </a:moveTo>
                  <a:lnTo>
                    <a:pt x="5600700" y="0"/>
                  </a:lnTo>
                  <a:lnTo>
                    <a:pt x="5600700" y="28575"/>
                  </a:lnTo>
                  <a:lnTo>
                    <a:pt x="5715000" y="28575"/>
                  </a:lnTo>
                  <a:lnTo>
                    <a:pt x="5715000" y="0"/>
                  </a:lnTo>
                  <a:close/>
                </a:path>
                <a:path w="7115175" h="1052829">
                  <a:moveTo>
                    <a:pt x="5915025" y="1023937"/>
                  </a:moveTo>
                  <a:lnTo>
                    <a:pt x="5800725" y="1023937"/>
                  </a:lnTo>
                  <a:lnTo>
                    <a:pt x="5800725" y="1052512"/>
                  </a:lnTo>
                  <a:lnTo>
                    <a:pt x="5915025" y="1052512"/>
                  </a:lnTo>
                  <a:lnTo>
                    <a:pt x="5915025" y="1023937"/>
                  </a:lnTo>
                  <a:close/>
                </a:path>
                <a:path w="7115175" h="1052829">
                  <a:moveTo>
                    <a:pt x="5915025" y="0"/>
                  </a:moveTo>
                  <a:lnTo>
                    <a:pt x="5800725" y="0"/>
                  </a:lnTo>
                  <a:lnTo>
                    <a:pt x="5800725" y="28575"/>
                  </a:lnTo>
                  <a:lnTo>
                    <a:pt x="5915025" y="28575"/>
                  </a:lnTo>
                  <a:lnTo>
                    <a:pt x="5915025" y="0"/>
                  </a:lnTo>
                  <a:close/>
                </a:path>
                <a:path w="7115175" h="1052829">
                  <a:moveTo>
                    <a:pt x="6115050" y="1023937"/>
                  </a:moveTo>
                  <a:lnTo>
                    <a:pt x="6000750" y="1023937"/>
                  </a:lnTo>
                  <a:lnTo>
                    <a:pt x="6000750" y="1052512"/>
                  </a:lnTo>
                  <a:lnTo>
                    <a:pt x="6115050" y="1052512"/>
                  </a:lnTo>
                  <a:lnTo>
                    <a:pt x="6115050" y="1023937"/>
                  </a:lnTo>
                  <a:close/>
                </a:path>
                <a:path w="7115175" h="1052829">
                  <a:moveTo>
                    <a:pt x="6115050" y="0"/>
                  </a:moveTo>
                  <a:lnTo>
                    <a:pt x="6000750" y="0"/>
                  </a:lnTo>
                  <a:lnTo>
                    <a:pt x="6000750" y="28575"/>
                  </a:lnTo>
                  <a:lnTo>
                    <a:pt x="6115050" y="28575"/>
                  </a:lnTo>
                  <a:lnTo>
                    <a:pt x="6115050" y="0"/>
                  </a:lnTo>
                  <a:close/>
                </a:path>
                <a:path w="7115175" h="1052829">
                  <a:moveTo>
                    <a:pt x="6315075" y="1023937"/>
                  </a:moveTo>
                  <a:lnTo>
                    <a:pt x="6200775" y="1023937"/>
                  </a:lnTo>
                  <a:lnTo>
                    <a:pt x="6200775" y="1052512"/>
                  </a:lnTo>
                  <a:lnTo>
                    <a:pt x="6315075" y="1052512"/>
                  </a:lnTo>
                  <a:lnTo>
                    <a:pt x="6315075" y="1023937"/>
                  </a:lnTo>
                  <a:close/>
                </a:path>
                <a:path w="7115175" h="1052829">
                  <a:moveTo>
                    <a:pt x="6315075" y="0"/>
                  </a:moveTo>
                  <a:lnTo>
                    <a:pt x="6200775" y="0"/>
                  </a:lnTo>
                  <a:lnTo>
                    <a:pt x="6200775" y="28575"/>
                  </a:lnTo>
                  <a:lnTo>
                    <a:pt x="6315075" y="28575"/>
                  </a:lnTo>
                  <a:lnTo>
                    <a:pt x="6315075" y="0"/>
                  </a:lnTo>
                  <a:close/>
                </a:path>
                <a:path w="7115175" h="1052829">
                  <a:moveTo>
                    <a:pt x="6515100" y="1023937"/>
                  </a:moveTo>
                  <a:lnTo>
                    <a:pt x="6400800" y="1023937"/>
                  </a:lnTo>
                  <a:lnTo>
                    <a:pt x="6400800" y="1052512"/>
                  </a:lnTo>
                  <a:lnTo>
                    <a:pt x="6515100" y="1052512"/>
                  </a:lnTo>
                  <a:lnTo>
                    <a:pt x="6515100" y="1023937"/>
                  </a:lnTo>
                  <a:close/>
                </a:path>
                <a:path w="7115175" h="1052829">
                  <a:moveTo>
                    <a:pt x="6515100" y="0"/>
                  </a:moveTo>
                  <a:lnTo>
                    <a:pt x="6400800" y="0"/>
                  </a:lnTo>
                  <a:lnTo>
                    <a:pt x="6400800" y="28575"/>
                  </a:lnTo>
                  <a:lnTo>
                    <a:pt x="6515100" y="28575"/>
                  </a:lnTo>
                  <a:lnTo>
                    <a:pt x="6515100" y="0"/>
                  </a:lnTo>
                  <a:close/>
                </a:path>
                <a:path w="7115175" h="1052829">
                  <a:moveTo>
                    <a:pt x="6715125" y="1023937"/>
                  </a:moveTo>
                  <a:lnTo>
                    <a:pt x="6600825" y="1023937"/>
                  </a:lnTo>
                  <a:lnTo>
                    <a:pt x="6600825" y="1052512"/>
                  </a:lnTo>
                  <a:lnTo>
                    <a:pt x="6715125" y="1052512"/>
                  </a:lnTo>
                  <a:lnTo>
                    <a:pt x="6715125" y="1023937"/>
                  </a:lnTo>
                  <a:close/>
                </a:path>
                <a:path w="7115175" h="1052829">
                  <a:moveTo>
                    <a:pt x="6715125" y="0"/>
                  </a:moveTo>
                  <a:lnTo>
                    <a:pt x="6600825" y="0"/>
                  </a:lnTo>
                  <a:lnTo>
                    <a:pt x="6600825" y="28575"/>
                  </a:lnTo>
                  <a:lnTo>
                    <a:pt x="6715125" y="28575"/>
                  </a:lnTo>
                  <a:lnTo>
                    <a:pt x="6715125" y="0"/>
                  </a:lnTo>
                  <a:close/>
                </a:path>
                <a:path w="7115175" h="1052829">
                  <a:moveTo>
                    <a:pt x="6915150" y="1023937"/>
                  </a:moveTo>
                  <a:lnTo>
                    <a:pt x="6800850" y="1023937"/>
                  </a:lnTo>
                  <a:lnTo>
                    <a:pt x="6800850" y="1052512"/>
                  </a:lnTo>
                  <a:lnTo>
                    <a:pt x="6915150" y="1052512"/>
                  </a:lnTo>
                  <a:lnTo>
                    <a:pt x="6915150" y="1023937"/>
                  </a:lnTo>
                  <a:close/>
                </a:path>
                <a:path w="7115175" h="1052829">
                  <a:moveTo>
                    <a:pt x="6915150" y="0"/>
                  </a:moveTo>
                  <a:lnTo>
                    <a:pt x="6800850" y="0"/>
                  </a:lnTo>
                  <a:lnTo>
                    <a:pt x="6800850" y="28575"/>
                  </a:lnTo>
                  <a:lnTo>
                    <a:pt x="6915150" y="28575"/>
                  </a:lnTo>
                  <a:lnTo>
                    <a:pt x="6915150" y="0"/>
                  </a:lnTo>
                  <a:close/>
                </a:path>
                <a:path w="7115175" h="1052829">
                  <a:moveTo>
                    <a:pt x="7115175" y="1023937"/>
                  </a:moveTo>
                  <a:lnTo>
                    <a:pt x="7000875" y="1023937"/>
                  </a:lnTo>
                  <a:lnTo>
                    <a:pt x="7000875" y="1052512"/>
                  </a:lnTo>
                  <a:lnTo>
                    <a:pt x="7115175" y="1052512"/>
                  </a:lnTo>
                  <a:lnTo>
                    <a:pt x="7115175" y="10239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982599" y="2441028"/>
              <a:ext cx="7115175" cy="1056005"/>
            </a:xfrm>
            <a:custGeom>
              <a:avLst/>
              <a:gdLst/>
              <a:ahLst/>
              <a:cxnLst/>
              <a:rect l="l" t="t" r="r" b="b"/>
              <a:pathLst>
                <a:path w="7115175" h="1056004">
                  <a:moveTo>
                    <a:pt x="114300" y="0"/>
                  </a:moveTo>
                  <a:lnTo>
                    <a:pt x="0" y="0"/>
                  </a:lnTo>
                  <a:lnTo>
                    <a:pt x="0" y="28575"/>
                  </a:lnTo>
                  <a:lnTo>
                    <a:pt x="114300" y="28575"/>
                  </a:lnTo>
                  <a:lnTo>
                    <a:pt x="114300" y="0"/>
                  </a:lnTo>
                  <a:close/>
                </a:path>
                <a:path w="7115175" h="1056004">
                  <a:moveTo>
                    <a:pt x="314325" y="0"/>
                  </a:moveTo>
                  <a:lnTo>
                    <a:pt x="200025" y="0"/>
                  </a:lnTo>
                  <a:lnTo>
                    <a:pt x="200025" y="28575"/>
                  </a:lnTo>
                  <a:lnTo>
                    <a:pt x="314325" y="28575"/>
                  </a:lnTo>
                  <a:lnTo>
                    <a:pt x="314325" y="0"/>
                  </a:lnTo>
                  <a:close/>
                </a:path>
                <a:path w="7115175" h="1056004">
                  <a:moveTo>
                    <a:pt x="514350" y="0"/>
                  </a:moveTo>
                  <a:lnTo>
                    <a:pt x="400050" y="0"/>
                  </a:lnTo>
                  <a:lnTo>
                    <a:pt x="400050" y="28575"/>
                  </a:lnTo>
                  <a:lnTo>
                    <a:pt x="514350" y="28575"/>
                  </a:lnTo>
                  <a:lnTo>
                    <a:pt x="514350" y="0"/>
                  </a:lnTo>
                  <a:close/>
                </a:path>
                <a:path w="7115175" h="1056004">
                  <a:moveTo>
                    <a:pt x="714375" y="0"/>
                  </a:moveTo>
                  <a:lnTo>
                    <a:pt x="600075" y="0"/>
                  </a:lnTo>
                  <a:lnTo>
                    <a:pt x="600075" y="28575"/>
                  </a:lnTo>
                  <a:lnTo>
                    <a:pt x="714375" y="28575"/>
                  </a:lnTo>
                  <a:lnTo>
                    <a:pt x="714375" y="0"/>
                  </a:lnTo>
                  <a:close/>
                </a:path>
                <a:path w="7115175" h="1056004">
                  <a:moveTo>
                    <a:pt x="914400" y="0"/>
                  </a:moveTo>
                  <a:lnTo>
                    <a:pt x="800100" y="0"/>
                  </a:lnTo>
                  <a:lnTo>
                    <a:pt x="800100" y="28575"/>
                  </a:lnTo>
                  <a:lnTo>
                    <a:pt x="914400" y="28575"/>
                  </a:lnTo>
                  <a:lnTo>
                    <a:pt x="914400" y="0"/>
                  </a:lnTo>
                  <a:close/>
                </a:path>
                <a:path w="7115175" h="1056004">
                  <a:moveTo>
                    <a:pt x="1114425" y="0"/>
                  </a:moveTo>
                  <a:lnTo>
                    <a:pt x="1000125" y="0"/>
                  </a:lnTo>
                  <a:lnTo>
                    <a:pt x="1000125" y="28575"/>
                  </a:lnTo>
                  <a:lnTo>
                    <a:pt x="1114425" y="28575"/>
                  </a:lnTo>
                  <a:lnTo>
                    <a:pt x="1114425" y="0"/>
                  </a:lnTo>
                  <a:close/>
                </a:path>
                <a:path w="7115175" h="1056004">
                  <a:moveTo>
                    <a:pt x="1314450" y="0"/>
                  </a:moveTo>
                  <a:lnTo>
                    <a:pt x="1200150" y="0"/>
                  </a:lnTo>
                  <a:lnTo>
                    <a:pt x="1200150" y="28575"/>
                  </a:lnTo>
                  <a:lnTo>
                    <a:pt x="1314450" y="28575"/>
                  </a:lnTo>
                  <a:lnTo>
                    <a:pt x="1314450" y="0"/>
                  </a:lnTo>
                  <a:close/>
                </a:path>
                <a:path w="7115175" h="1056004">
                  <a:moveTo>
                    <a:pt x="1514475" y="0"/>
                  </a:moveTo>
                  <a:lnTo>
                    <a:pt x="1400175" y="0"/>
                  </a:lnTo>
                  <a:lnTo>
                    <a:pt x="1400175" y="28575"/>
                  </a:lnTo>
                  <a:lnTo>
                    <a:pt x="1514475" y="28575"/>
                  </a:lnTo>
                  <a:lnTo>
                    <a:pt x="1514475" y="0"/>
                  </a:lnTo>
                  <a:close/>
                </a:path>
                <a:path w="7115175" h="1056004">
                  <a:moveTo>
                    <a:pt x="1714500" y="0"/>
                  </a:moveTo>
                  <a:lnTo>
                    <a:pt x="1600200" y="0"/>
                  </a:lnTo>
                  <a:lnTo>
                    <a:pt x="1600200" y="28575"/>
                  </a:lnTo>
                  <a:lnTo>
                    <a:pt x="1714500" y="28575"/>
                  </a:lnTo>
                  <a:lnTo>
                    <a:pt x="1714500" y="0"/>
                  </a:lnTo>
                  <a:close/>
                </a:path>
                <a:path w="7115175" h="1056004">
                  <a:moveTo>
                    <a:pt x="1914525" y="0"/>
                  </a:moveTo>
                  <a:lnTo>
                    <a:pt x="1800225" y="0"/>
                  </a:lnTo>
                  <a:lnTo>
                    <a:pt x="1800225" y="28575"/>
                  </a:lnTo>
                  <a:lnTo>
                    <a:pt x="1914525" y="28575"/>
                  </a:lnTo>
                  <a:lnTo>
                    <a:pt x="1914525" y="0"/>
                  </a:lnTo>
                  <a:close/>
                </a:path>
                <a:path w="7115175" h="1056004">
                  <a:moveTo>
                    <a:pt x="2114550" y="0"/>
                  </a:moveTo>
                  <a:lnTo>
                    <a:pt x="2000250" y="0"/>
                  </a:lnTo>
                  <a:lnTo>
                    <a:pt x="2000250" y="28575"/>
                  </a:lnTo>
                  <a:lnTo>
                    <a:pt x="2114550" y="28575"/>
                  </a:lnTo>
                  <a:lnTo>
                    <a:pt x="2114550" y="0"/>
                  </a:lnTo>
                  <a:close/>
                </a:path>
                <a:path w="7115175" h="1056004">
                  <a:moveTo>
                    <a:pt x="2314575" y="0"/>
                  </a:moveTo>
                  <a:lnTo>
                    <a:pt x="2200275" y="0"/>
                  </a:lnTo>
                  <a:lnTo>
                    <a:pt x="2200275" y="28575"/>
                  </a:lnTo>
                  <a:lnTo>
                    <a:pt x="2314575" y="28575"/>
                  </a:lnTo>
                  <a:lnTo>
                    <a:pt x="2314575" y="0"/>
                  </a:lnTo>
                  <a:close/>
                </a:path>
                <a:path w="7115175" h="1056004">
                  <a:moveTo>
                    <a:pt x="2514600" y="0"/>
                  </a:moveTo>
                  <a:lnTo>
                    <a:pt x="2400300" y="0"/>
                  </a:lnTo>
                  <a:lnTo>
                    <a:pt x="2400300" y="28575"/>
                  </a:lnTo>
                  <a:lnTo>
                    <a:pt x="2514600" y="28575"/>
                  </a:lnTo>
                  <a:lnTo>
                    <a:pt x="2514600" y="0"/>
                  </a:lnTo>
                  <a:close/>
                </a:path>
                <a:path w="7115175" h="1056004">
                  <a:moveTo>
                    <a:pt x="2714625" y="0"/>
                  </a:moveTo>
                  <a:lnTo>
                    <a:pt x="2600325" y="0"/>
                  </a:lnTo>
                  <a:lnTo>
                    <a:pt x="2600325" y="28575"/>
                  </a:lnTo>
                  <a:lnTo>
                    <a:pt x="2714625" y="28575"/>
                  </a:lnTo>
                  <a:lnTo>
                    <a:pt x="2714625" y="0"/>
                  </a:lnTo>
                  <a:close/>
                </a:path>
                <a:path w="7115175" h="1056004">
                  <a:moveTo>
                    <a:pt x="2914650" y="0"/>
                  </a:moveTo>
                  <a:lnTo>
                    <a:pt x="2800350" y="0"/>
                  </a:lnTo>
                  <a:lnTo>
                    <a:pt x="2800350" y="28575"/>
                  </a:lnTo>
                  <a:lnTo>
                    <a:pt x="2914650" y="28575"/>
                  </a:lnTo>
                  <a:lnTo>
                    <a:pt x="2914650" y="0"/>
                  </a:lnTo>
                  <a:close/>
                </a:path>
                <a:path w="7115175" h="1056004">
                  <a:moveTo>
                    <a:pt x="3114675" y="0"/>
                  </a:moveTo>
                  <a:lnTo>
                    <a:pt x="3000375" y="0"/>
                  </a:lnTo>
                  <a:lnTo>
                    <a:pt x="3000375" y="28575"/>
                  </a:lnTo>
                  <a:lnTo>
                    <a:pt x="3114675" y="28575"/>
                  </a:lnTo>
                  <a:lnTo>
                    <a:pt x="3114675" y="0"/>
                  </a:lnTo>
                  <a:close/>
                </a:path>
                <a:path w="7115175" h="1056004">
                  <a:moveTo>
                    <a:pt x="3314700" y="0"/>
                  </a:moveTo>
                  <a:lnTo>
                    <a:pt x="3200400" y="0"/>
                  </a:lnTo>
                  <a:lnTo>
                    <a:pt x="3200400" y="28575"/>
                  </a:lnTo>
                  <a:lnTo>
                    <a:pt x="3314700" y="28575"/>
                  </a:lnTo>
                  <a:lnTo>
                    <a:pt x="3314700" y="0"/>
                  </a:lnTo>
                  <a:close/>
                </a:path>
                <a:path w="7115175" h="1056004">
                  <a:moveTo>
                    <a:pt x="3514725" y="0"/>
                  </a:moveTo>
                  <a:lnTo>
                    <a:pt x="3400425" y="0"/>
                  </a:lnTo>
                  <a:lnTo>
                    <a:pt x="3400425" y="28575"/>
                  </a:lnTo>
                  <a:lnTo>
                    <a:pt x="3514725" y="28575"/>
                  </a:lnTo>
                  <a:lnTo>
                    <a:pt x="3514725" y="0"/>
                  </a:lnTo>
                  <a:close/>
                </a:path>
                <a:path w="7115175" h="1056004">
                  <a:moveTo>
                    <a:pt x="3714750" y="0"/>
                  </a:moveTo>
                  <a:lnTo>
                    <a:pt x="3600450" y="0"/>
                  </a:lnTo>
                  <a:lnTo>
                    <a:pt x="3600450" y="28575"/>
                  </a:lnTo>
                  <a:lnTo>
                    <a:pt x="3714750" y="28575"/>
                  </a:lnTo>
                  <a:lnTo>
                    <a:pt x="3714750" y="0"/>
                  </a:lnTo>
                  <a:close/>
                </a:path>
                <a:path w="7115175" h="1056004">
                  <a:moveTo>
                    <a:pt x="3914775" y="0"/>
                  </a:moveTo>
                  <a:lnTo>
                    <a:pt x="3800475" y="0"/>
                  </a:lnTo>
                  <a:lnTo>
                    <a:pt x="3800475" y="28575"/>
                  </a:lnTo>
                  <a:lnTo>
                    <a:pt x="3914775" y="28575"/>
                  </a:lnTo>
                  <a:lnTo>
                    <a:pt x="3914775" y="0"/>
                  </a:lnTo>
                  <a:close/>
                </a:path>
                <a:path w="7115175" h="1056004">
                  <a:moveTo>
                    <a:pt x="4114800" y="0"/>
                  </a:moveTo>
                  <a:lnTo>
                    <a:pt x="4000500" y="0"/>
                  </a:lnTo>
                  <a:lnTo>
                    <a:pt x="4000500" y="28575"/>
                  </a:lnTo>
                  <a:lnTo>
                    <a:pt x="4114800" y="28575"/>
                  </a:lnTo>
                  <a:lnTo>
                    <a:pt x="4114800" y="0"/>
                  </a:lnTo>
                  <a:close/>
                </a:path>
                <a:path w="7115175" h="1056004">
                  <a:moveTo>
                    <a:pt x="4314825" y="0"/>
                  </a:moveTo>
                  <a:lnTo>
                    <a:pt x="4200525" y="0"/>
                  </a:lnTo>
                  <a:lnTo>
                    <a:pt x="4200525" y="28575"/>
                  </a:lnTo>
                  <a:lnTo>
                    <a:pt x="4314825" y="28575"/>
                  </a:lnTo>
                  <a:lnTo>
                    <a:pt x="4314825" y="0"/>
                  </a:lnTo>
                  <a:close/>
                </a:path>
                <a:path w="7115175" h="1056004">
                  <a:moveTo>
                    <a:pt x="4514850" y="0"/>
                  </a:moveTo>
                  <a:lnTo>
                    <a:pt x="4400550" y="0"/>
                  </a:lnTo>
                  <a:lnTo>
                    <a:pt x="4400550" y="28575"/>
                  </a:lnTo>
                  <a:lnTo>
                    <a:pt x="4514850" y="28575"/>
                  </a:lnTo>
                  <a:lnTo>
                    <a:pt x="4514850" y="0"/>
                  </a:lnTo>
                  <a:close/>
                </a:path>
                <a:path w="7115175" h="1056004">
                  <a:moveTo>
                    <a:pt x="4714875" y="0"/>
                  </a:moveTo>
                  <a:lnTo>
                    <a:pt x="4600575" y="0"/>
                  </a:lnTo>
                  <a:lnTo>
                    <a:pt x="4600575" y="28575"/>
                  </a:lnTo>
                  <a:lnTo>
                    <a:pt x="4714875" y="28575"/>
                  </a:lnTo>
                  <a:lnTo>
                    <a:pt x="4714875" y="0"/>
                  </a:lnTo>
                  <a:close/>
                </a:path>
                <a:path w="7115175" h="1056004">
                  <a:moveTo>
                    <a:pt x="4914900" y="0"/>
                  </a:moveTo>
                  <a:lnTo>
                    <a:pt x="4800600" y="0"/>
                  </a:lnTo>
                  <a:lnTo>
                    <a:pt x="4800600" y="28575"/>
                  </a:lnTo>
                  <a:lnTo>
                    <a:pt x="4914900" y="28575"/>
                  </a:lnTo>
                  <a:lnTo>
                    <a:pt x="4914900" y="0"/>
                  </a:lnTo>
                  <a:close/>
                </a:path>
                <a:path w="7115175" h="1056004">
                  <a:moveTo>
                    <a:pt x="5114925" y="0"/>
                  </a:moveTo>
                  <a:lnTo>
                    <a:pt x="5000625" y="0"/>
                  </a:lnTo>
                  <a:lnTo>
                    <a:pt x="5000625" y="28575"/>
                  </a:lnTo>
                  <a:lnTo>
                    <a:pt x="5114925" y="28575"/>
                  </a:lnTo>
                  <a:lnTo>
                    <a:pt x="5114925" y="0"/>
                  </a:lnTo>
                  <a:close/>
                </a:path>
                <a:path w="7115175" h="1056004">
                  <a:moveTo>
                    <a:pt x="5314950" y="0"/>
                  </a:moveTo>
                  <a:lnTo>
                    <a:pt x="5200650" y="0"/>
                  </a:lnTo>
                  <a:lnTo>
                    <a:pt x="5200650" y="28575"/>
                  </a:lnTo>
                  <a:lnTo>
                    <a:pt x="5314950" y="28575"/>
                  </a:lnTo>
                  <a:lnTo>
                    <a:pt x="5314950" y="0"/>
                  </a:lnTo>
                  <a:close/>
                </a:path>
                <a:path w="7115175" h="1056004">
                  <a:moveTo>
                    <a:pt x="5514975" y="0"/>
                  </a:moveTo>
                  <a:lnTo>
                    <a:pt x="5400675" y="0"/>
                  </a:lnTo>
                  <a:lnTo>
                    <a:pt x="5400675" y="28575"/>
                  </a:lnTo>
                  <a:lnTo>
                    <a:pt x="5514975" y="28575"/>
                  </a:lnTo>
                  <a:lnTo>
                    <a:pt x="5514975" y="0"/>
                  </a:lnTo>
                  <a:close/>
                </a:path>
                <a:path w="7115175" h="1056004">
                  <a:moveTo>
                    <a:pt x="5715000" y="0"/>
                  </a:moveTo>
                  <a:lnTo>
                    <a:pt x="5600700" y="0"/>
                  </a:lnTo>
                  <a:lnTo>
                    <a:pt x="5600700" y="28575"/>
                  </a:lnTo>
                  <a:lnTo>
                    <a:pt x="5715000" y="28575"/>
                  </a:lnTo>
                  <a:lnTo>
                    <a:pt x="5715000" y="0"/>
                  </a:lnTo>
                  <a:close/>
                </a:path>
                <a:path w="7115175" h="1056004">
                  <a:moveTo>
                    <a:pt x="5915025" y="0"/>
                  </a:moveTo>
                  <a:lnTo>
                    <a:pt x="5800725" y="0"/>
                  </a:lnTo>
                  <a:lnTo>
                    <a:pt x="5800725" y="28575"/>
                  </a:lnTo>
                  <a:lnTo>
                    <a:pt x="5915025" y="28575"/>
                  </a:lnTo>
                  <a:lnTo>
                    <a:pt x="5915025" y="0"/>
                  </a:lnTo>
                  <a:close/>
                </a:path>
                <a:path w="7115175" h="1056004">
                  <a:moveTo>
                    <a:pt x="6115050" y="0"/>
                  </a:moveTo>
                  <a:lnTo>
                    <a:pt x="6000750" y="0"/>
                  </a:lnTo>
                  <a:lnTo>
                    <a:pt x="6000750" y="28575"/>
                  </a:lnTo>
                  <a:lnTo>
                    <a:pt x="6115050" y="28575"/>
                  </a:lnTo>
                  <a:lnTo>
                    <a:pt x="6115050" y="0"/>
                  </a:lnTo>
                  <a:close/>
                </a:path>
                <a:path w="7115175" h="1056004">
                  <a:moveTo>
                    <a:pt x="6315075" y="0"/>
                  </a:moveTo>
                  <a:lnTo>
                    <a:pt x="6200775" y="0"/>
                  </a:lnTo>
                  <a:lnTo>
                    <a:pt x="6200775" y="28575"/>
                  </a:lnTo>
                  <a:lnTo>
                    <a:pt x="6315075" y="28575"/>
                  </a:lnTo>
                  <a:lnTo>
                    <a:pt x="6315075" y="0"/>
                  </a:lnTo>
                  <a:close/>
                </a:path>
                <a:path w="7115175" h="1056004">
                  <a:moveTo>
                    <a:pt x="6515100" y="0"/>
                  </a:moveTo>
                  <a:lnTo>
                    <a:pt x="6400800" y="0"/>
                  </a:lnTo>
                  <a:lnTo>
                    <a:pt x="6400800" y="28575"/>
                  </a:lnTo>
                  <a:lnTo>
                    <a:pt x="6515100" y="28575"/>
                  </a:lnTo>
                  <a:lnTo>
                    <a:pt x="6515100" y="0"/>
                  </a:lnTo>
                  <a:close/>
                </a:path>
                <a:path w="7115175" h="1056004">
                  <a:moveTo>
                    <a:pt x="6715125" y="0"/>
                  </a:moveTo>
                  <a:lnTo>
                    <a:pt x="6600825" y="0"/>
                  </a:lnTo>
                  <a:lnTo>
                    <a:pt x="6600825" y="28575"/>
                  </a:lnTo>
                  <a:lnTo>
                    <a:pt x="6715125" y="28575"/>
                  </a:lnTo>
                  <a:lnTo>
                    <a:pt x="6715125" y="0"/>
                  </a:lnTo>
                  <a:close/>
                </a:path>
                <a:path w="7115175" h="1056004">
                  <a:moveTo>
                    <a:pt x="6915150" y="1027112"/>
                  </a:moveTo>
                  <a:lnTo>
                    <a:pt x="6800850" y="1027112"/>
                  </a:lnTo>
                  <a:lnTo>
                    <a:pt x="6800850" y="1055687"/>
                  </a:lnTo>
                  <a:lnTo>
                    <a:pt x="6915150" y="1055687"/>
                  </a:lnTo>
                  <a:lnTo>
                    <a:pt x="6915150" y="1027112"/>
                  </a:lnTo>
                  <a:close/>
                </a:path>
                <a:path w="7115175" h="1056004">
                  <a:moveTo>
                    <a:pt x="6915150" y="0"/>
                  </a:moveTo>
                  <a:lnTo>
                    <a:pt x="6800850" y="0"/>
                  </a:lnTo>
                  <a:lnTo>
                    <a:pt x="6800850" y="28575"/>
                  </a:lnTo>
                  <a:lnTo>
                    <a:pt x="6915150" y="28575"/>
                  </a:lnTo>
                  <a:lnTo>
                    <a:pt x="6915150" y="0"/>
                  </a:lnTo>
                  <a:close/>
                </a:path>
                <a:path w="7115175" h="1056004">
                  <a:moveTo>
                    <a:pt x="7115175" y="1027112"/>
                  </a:moveTo>
                  <a:lnTo>
                    <a:pt x="7000875" y="1027112"/>
                  </a:lnTo>
                  <a:lnTo>
                    <a:pt x="7000875" y="1055687"/>
                  </a:lnTo>
                  <a:lnTo>
                    <a:pt x="7115175" y="1055687"/>
                  </a:lnTo>
                  <a:lnTo>
                    <a:pt x="7115175" y="1027112"/>
                  </a:lnTo>
                  <a:close/>
                </a:path>
                <a:path w="7115175" h="1056004">
                  <a:moveTo>
                    <a:pt x="7115175" y="0"/>
                  </a:moveTo>
                  <a:lnTo>
                    <a:pt x="7000875" y="0"/>
                  </a:lnTo>
                  <a:lnTo>
                    <a:pt x="7000875" y="28575"/>
                  </a:lnTo>
                  <a:lnTo>
                    <a:pt x="7115175" y="28575"/>
                  </a:lnTo>
                  <a:lnTo>
                    <a:pt x="71151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/>
          <p:nvPr/>
        </p:nvSpPr>
        <p:spPr>
          <a:xfrm>
            <a:off x="182498" y="4492078"/>
            <a:ext cx="114300" cy="28575"/>
          </a:xfrm>
          <a:custGeom>
            <a:avLst/>
            <a:gdLst/>
            <a:ahLst/>
            <a:cxnLst/>
            <a:rect l="l" t="t" r="r" b="b"/>
            <a:pathLst>
              <a:path w="114300" h="28575">
                <a:moveTo>
                  <a:pt x="114300" y="28575"/>
                </a:moveTo>
                <a:lnTo>
                  <a:pt x="0" y="28575"/>
                </a:lnTo>
                <a:lnTo>
                  <a:pt x="0" y="0"/>
                </a:lnTo>
                <a:lnTo>
                  <a:pt x="114300" y="0"/>
                </a:lnTo>
                <a:lnTo>
                  <a:pt x="114300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82524" y="4492078"/>
            <a:ext cx="114300" cy="28575"/>
          </a:xfrm>
          <a:custGeom>
            <a:avLst/>
            <a:gdLst/>
            <a:ahLst/>
            <a:cxnLst/>
            <a:rect l="l" t="t" r="r" b="b"/>
            <a:pathLst>
              <a:path w="114300" h="28575">
                <a:moveTo>
                  <a:pt x="114299" y="28575"/>
                </a:moveTo>
                <a:lnTo>
                  <a:pt x="0" y="28575"/>
                </a:lnTo>
                <a:lnTo>
                  <a:pt x="0" y="0"/>
                </a:lnTo>
                <a:lnTo>
                  <a:pt x="114299" y="0"/>
                </a:lnTo>
                <a:lnTo>
                  <a:pt x="114299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82548" y="4492078"/>
            <a:ext cx="114300" cy="28575"/>
          </a:xfrm>
          <a:custGeom>
            <a:avLst/>
            <a:gdLst/>
            <a:ahLst/>
            <a:cxnLst/>
            <a:rect l="l" t="t" r="r" b="b"/>
            <a:pathLst>
              <a:path w="114300" h="28575">
                <a:moveTo>
                  <a:pt x="114300" y="28575"/>
                </a:moveTo>
                <a:lnTo>
                  <a:pt x="0" y="28575"/>
                </a:lnTo>
                <a:lnTo>
                  <a:pt x="0" y="0"/>
                </a:lnTo>
                <a:lnTo>
                  <a:pt x="114300" y="0"/>
                </a:lnTo>
                <a:lnTo>
                  <a:pt x="114300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82573" y="4492078"/>
            <a:ext cx="114300" cy="28575"/>
          </a:xfrm>
          <a:custGeom>
            <a:avLst/>
            <a:gdLst/>
            <a:ahLst/>
            <a:cxnLst/>
            <a:rect l="l" t="t" r="r" b="b"/>
            <a:pathLst>
              <a:path w="114300" h="28575">
                <a:moveTo>
                  <a:pt x="114300" y="28575"/>
                </a:moveTo>
                <a:lnTo>
                  <a:pt x="0" y="28575"/>
                </a:lnTo>
                <a:lnTo>
                  <a:pt x="0" y="0"/>
                </a:lnTo>
                <a:lnTo>
                  <a:pt x="114300" y="0"/>
                </a:lnTo>
                <a:lnTo>
                  <a:pt x="114300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82498" y="3468141"/>
            <a:ext cx="114300" cy="28575"/>
          </a:xfrm>
          <a:custGeom>
            <a:avLst/>
            <a:gdLst/>
            <a:ahLst/>
            <a:cxnLst/>
            <a:rect l="l" t="t" r="r" b="b"/>
            <a:pathLst>
              <a:path w="114300" h="28575">
                <a:moveTo>
                  <a:pt x="114300" y="28575"/>
                </a:moveTo>
                <a:lnTo>
                  <a:pt x="0" y="28575"/>
                </a:lnTo>
                <a:lnTo>
                  <a:pt x="0" y="0"/>
                </a:lnTo>
                <a:lnTo>
                  <a:pt x="114300" y="0"/>
                </a:lnTo>
                <a:lnTo>
                  <a:pt x="114300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82524" y="3468141"/>
            <a:ext cx="114300" cy="28575"/>
          </a:xfrm>
          <a:custGeom>
            <a:avLst/>
            <a:gdLst/>
            <a:ahLst/>
            <a:cxnLst/>
            <a:rect l="l" t="t" r="r" b="b"/>
            <a:pathLst>
              <a:path w="114300" h="28575">
                <a:moveTo>
                  <a:pt x="114299" y="28575"/>
                </a:moveTo>
                <a:lnTo>
                  <a:pt x="0" y="28575"/>
                </a:lnTo>
                <a:lnTo>
                  <a:pt x="0" y="0"/>
                </a:lnTo>
                <a:lnTo>
                  <a:pt x="114299" y="0"/>
                </a:lnTo>
                <a:lnTo>
                  <a:pt x="114299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82548" y="3468141"/>
            <a:ext cx="114300" cy="28575"/>
          </a:xfrm>
          <a:custGeom>
            <a:avLst/>
            <a:gdLst/>
            <a:ahLst/>
            <a:cxnLst/>
            <a:rect l="l" t="t" r="r" b="b"/>
            <a:pathLst>
              <a:path w="114300" h="28575">
                <a:moveTo>
                  <a:pt x="114300" y="28575"/>
                </a:moveTo>
                <a:lnTo>
                  <a:pt x="0" y="28575"/>
                </a:lnTo>
                <a:lnTo>
                  <a:pt x="0" y="0"/>
                </a:lnTo>
                <a:lnTo>
                  <a:pt x="114300" y="0"/>
                </a:lnTo>
                <a:lnTo>
                  <a:pt x="114300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82573" y="3468141"/>
            <a:ext cx="114300" cy="28575"/>
          </a:xfrm>
          <a:custGeom>
            <a:avLst/>
            <a:gdLst/>
            <a:ahLst/>
            <a:cxnLst/>
            <a:rect l="l" t="t" r="r" b="b"/>
            <a:pathLst>
              <a:path w="114300" h="28575">
                <a:moveTo>
                  <a:pt x="114300" y="28575"/>
                </a:moveTo>
                <a:lnTo>
                  <a:pt x="0" y="28575"/>
                </a:lnTo>
                <a:lnTo>
                  <a:pt x="0" y="0"/>
                </a:lnTo>
                <a:lnTo>
                  <a:pt x="114300" y="0"/>
                </a:lnTo>
                <a:lnTo>
                  <a:pt x="114300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82498" y="2441028"/>
            <a:ext cx="114300" cy="28575"/>
          </a:xfrm>
          <a:custGeom>
            <a:avLst/>
            <a:gdLst/>
            <a:ahLst/>
            <a:cxnLst/>
            <a:rect l="l" t="t" r="r" b="b"/>
            <a:pathLst>
              <a:path w="114300" h="28575">
                <a:moveTo>
                  <a:pt x="114300" y="28575"/>
                </a:moveTo>
                <a:lnTo>
                  <a:pt x="0" y="28575"/>
                </a:lnTo>
                <a:lnTo>
                  <a:pt x="0" y="0"/>
                </a:lnTo>
                <a:lnTo>
                  <a:pt x="114300" y="0"/>
                </a:lnTo>
                <a:lnTo>
                  <a:pt x="114300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82524" y="2441028"/>
            <a:ext cx="114300" cy="28575"/>
          </a:xfrm>
          <a:custGeom>
            <a:avLst/>
            <a:gdLst/>
            <a:ahLst/>
            <a:cxnLst/>
            <a:rect l="l" t="t" r="r" b="b"/>
            <a:pathLst>
              <a:path w="114300" h="28575">
                <a:moveTo>
                  <a:pt x="114299" y="28575"/>
                </a:moveTo>
                <a:lnTo>
                  <a:pt x="0" y="28575"/>
                </a:lnTo>
                <a:lnTo>
                  <a:pt x="0" y="0"/>
                </a:lnTo>
                <a:lnTo>
                  <a:pt x="114299" y="0"/>
                </a:lnTo>
                <a:lnTo>
                  <a:pt x="114299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82548" y="2441028"/>
            <a:ext cx="114300" cy="28575"/>
          </a:xfrm>
          <a:custGeom>
            <a:avLst/>
            <a:gdLst/>
            <a:ahLst/>
            <a:cxnLst/>
            <a:rect l="l" t="t" r="r" b="b"/>
            <a:pathLst>
              <a:path w="114300" h="28575">
                <a:moveTo>
                  <a:pt x="114300" y="28575"/>
                </a:moveTo>
                <a:lnTo>
                  <a:pt x="0" y="28575"/>
                </a:lnTo>
                <a:lnTo>
                  <a:pt x="0" y="0"/>
                </a:lnTo>
                <a:lnTo>
                  <a:pt x="114300" y="0"/>
                </a:lnTo>
                <a:lnTo>
                  <a:pt x="114300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82573" y="2441028"/>
            <a:ext cx="114300" cy="28575"/>
          </a:xfrm>
          <a:custGeom>
            <a:avLst/>
            <a:gdLst/>
            <a:ahLst/>
            <a:cxnLst/>
            <a:rect l="l" t="t" r="r" b="b"/>
            <a:pathLst>
              <a:path w="114300" h="28575">
                <a:moveTo>
                  <a:pt x="114300" y="28575"/>
                </a:moveTo>
                <a:lnTo>
                  <a:pt x="0" y="28575"/>
                </a:lnTo>
                <a:lnTo>
                  <a:pt x="0" y="0"/>
                </a:lnTo>
                <a:lnTo>
                  <a:pt x="114300" y="0"/>
                </a:lnTo>
                <a:lnTo>
                  <a:pt x="114300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524357" y="3770719"/>
            <a:ext cx="79057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10" b="0">
                <a:solidFill>
                  <a:srgbClr val="000099"/>
                </a:solidFill>
                <a:latin typeface="WenQuanYi Zen Hei Mono"/>
                <a:cs typeface="WenQuanYi Zen Hei Mono"/>
              </a:rPr>
              <a:t>网际</a:t>
            </a:r>
            <a:r>
              <a:rPr dirty="0" sz="2000" spc="5" b="0">
                <a:solidFill>
                  <a:srgbClr val="000099"/>
                </a:solidFill>
                <a:latin typeface="WenQuanYi Zen Hei Mono"/>
                <a:cs typeface="WenQuanYi Zen Hei Mono"/>
              </a:rPr>
              <a:t>层</a:t>
            </a:r>
            <a:endParaRPr sz="2000">
              <a:latin typeface="WenQuanYi Zen Hei Mono"/>
              <a:cs typeface="WenQuanYi Zen Hei Mono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49199" y="5031194"/>
            <a:ext cx="130111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10" b="0">
                <a:solidFill>
                  <a:srgbClr val="000099"/>
                </a:solidFill>
                <a:latin typeface="WenQuanYi Zen Hei Mono"/>
                <a:cs typeface="WenQuanYi Zen Hei Mono"/>
              </a:rPr>
              <a:t>网络接口</a:t>
            </a:r>
            <a:r>
              <a:rPr dirty="0" sz="2000" spc="5" b="0">
                <a:solidFill>
                  <a:srgbClr val="000099"/>
                </a:solidFill>
                <a:latin typeface="WenQuanYi Zen Hei Mono"/>
                <a:cs typeface="WenQuanYi Zen Hei Mono"/>
              </a:rPr>
              <a:t>层</a:t>
            </a:r>
            <a:endParaRPr sz="2000">
              <a:latin typeface="WenQuanYi Zen Hei Mono"/>
              <a:cs typeface="WenQuanYi Zen Hei Mono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26084" y="2762656"/>
            <a:ext cx="79057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10" b="0">
                <a:solidFill>
                  <a:srgbClr val="000099"/>
                </a:solidFill>
                <a:latin typeface="WenQuanYi Zen Hei Mono"/>
                <a:cs typeface="WenQuanYi Zen Hei Mono"/>
              </a:rPr>
              <a:t>运输</a:t>
            </a:r>
            <a:r>
              <a:rPr dirty="0" sz="2000" spc="5" b="0">
                <a:solidFill>
                  <a:srgbClr val="000099"/>
                </a:solidFill>
                <a:latin typeface="WenQuanYi Zen Hei Mono"/>
                <a:cs typeface="WenQuanYi Zen Hei Mono"/>
              </a:rPr>
              <a:t>层</a:t>
            </a:r>
            <a:endParaRPr sz="2000">
              <a:latin typeface="WenQuanYi Zen Hei Mono"/>
              <a:cs typeface="WenQuanYi Zen Hei Mono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44741" y="1763801"/>
            <a:ext cx="707644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  <a:tabLst>
                <a:tab pos="1851660" algn="l"/>
                <a:tab pos="2867660" algn="l"/>
                <a:tab pos="3521710" algn="l"/>
                <a:tab pos="4856480" algn="l"/>
                <a:tab pos="5787390" algn="l"/>
                <a:tab pos="6538595" algn="l"/>
              </a:tabLst>
            </a:pPr>
            <a:r>
              <a:rPr dirty="0" baseline="1388" sz="3000" spc="15" b="0">
                <a:solidFill>
                  <a:srgbClr val="000099"/>
                </a:solidFill>
                <a:latin typeface="WenQuanYi Zen Hei Mono"/>
                <a:cs typeface="WenQuanYi Zen Hei Mono"/>
              </a:rPr>
              <a:t>应用</a:t>
            </a:r>
            <a:r>
              <a:rPr dirty="0" baseline="1388" sz="3000" spc="7" b="0">
                <a:solidFill>
                  <a:srgbClr val="000099"/>
                </a:solidFill>
                <a:latin typeface="WenQuanYi Zen Hei Mono"/>
                <a:cs typeface="WenQuanYi Zen Hei Mono"/>
              </a:rPr>
              <a:t>层	</a:t>
            </a:r>
            <a:r>
              <a:rPr dirty="0" sz="2000" spc="-5" b="1">
                <a:solidFill>
                  <a:srgbClr val="000099"/>
                </a:solidFill>
                <a:latin typeface="Times New Roman"/>
                <a:cs typeface="Times New Roman"/>
              </a:rPr>
              <a:t>HTTP	</a:t>
            </a:r>
            <a:r>
              <a:rPr dirty="0" baseline="18055" sz="3000" spc="7" b="1">
                <a:solidFill>
                  <a:srgbClr val="000099"/>
                </a:solidFill>
                <a:latin typeface="Times New Roman"/>
                <a:cs typeface="Times New Roman"/>
              </a:rPr>
              <a:t>…	</a:t>
            </a:r>
            <a:r>
              <a:rPr dirty="0" sz="2000" spc="-5" b="1">
                <a:solidFill>
                  <a:srgbClr val="000099"/>
                </a:solidFill>
                <a:latin typeface="Times New Roman"/>
                <a:cs typeface="Times New Roman"/>
              </a:rPr>
              <a:t>SMTP	</a:t>
            </a:r>
            <a:r>
              <a:rPr dirty="0" sz="2000" b="1">
                <a:solidFill>
                  <a:srgbClr val="000099"/>
                </a:solidFill>
                <a:latin typeface="Times New Roman"/>
                <a:cs typeface="Times New Roman"/>
              </a:rPr>
              <a:t>DNS	</a:t>
            </a:r>
            <a:r>
              <a:rPr dirty="0" baseline="18055" sz="3000" spc="7" b="1">
                <a:solidFill>
                  <a:srgbClr val="000099"/>
                </a:solidFill>
                <a:latin typeface="Times New Roman"/>
                <a:cs typeface="Times New Roman"/>
              </a:rPr>
              <a:t>…	</a:t>
            </a:r>
            <a:r>
              <a:rPr dirty="0" sz="2000" spc="-25" b="1">
                <a:solidFill>
                  <a:srgbClr val="000099"/>
                </a:solidFill>
                <a:latin typeface="Times New Roman"/>
                <a:cs typeface="Times New Roman"/>
              </a:rPr>
              <a:t>RTP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828195" y="5081994"/>
            <a:ext cx="22796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solidFill>
                  <a:srgbClr val="000099"/>
                </a:solidFill>
                <a:latin typeface="Times New Roman"/>
                <a:cs typeface="Times New Roman"/>
              </a:rPr>
              <a:t>…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2729509" y="2167978"/>
            <a:ext cx="4604385" cy="2916555"/>
          </a:xfrm>
          <a:custGeom>
            <a:avLst/>
            <a:gdLst/>
            <a:ahLst/>
            <a:cxnLst/>
            <a:rect l="l" t="t" r="r" b="b"/>
            <a:pathLst>
              <a:path w="4604384" h="2916554">
                <a:moveTo>
                  <a:pt x="552043" y="547687"/>
                </a:moveTo>
                <a:lnTo>
                  <a:pt x="516521" y="482358"/>
                </a:lnTo>
                <a:lnTo>
                  <a:pt x="480809" y="416636"/>
                </a:lnTo>
                <a:lnTo>
                  <a:pt x="460679" y="436930"/>
                </a:lnTo>
                <a:lnTo>
                  <a:pt x="111480" y="90487"/>
                </a:lnTo>
                <a:lnTo>
                  <a:pt x="131610" y="70192"/>
                </a:lnTo>
                <a:lnTo>
                  <a:pt x="122478" y="65328"/>
                </a:lnTo>
                <a:lnTo>
                  <a:pt x="0" y="0"/>
                </a:lnTo>
                <a:lnTo>
                  <a:pt x="71234" y="131051"/>
                </a:lnTo>
                <a:lnTo>
                  <a:pt x="91351" y="110769"/>
                </a:lnTo>
                <a:lnTo>
                  <a:pt x="440550" y="457212"/>
                </a:lnTo>
                <a:lnTo>
                  <a:pt x="420433" y="477494"/>
                </a:lnTo>
                <a:lnTo>
                  <a:pt x="552043" y="547687"/>
                </a:lnTo>
                <a:close/>
              </a:path>
              <a:path w="4604384" h="2916554">
                <a:moveTo>
                  <a:pt x="1675079" y="1587"/>
                </a:moveTo>
                <a:lnTo>
                  <a:pt x="1537512" y="59258"/>
                </a:lnTo>
                <a:lnTo>
                  <a:pt x="1555661" y="81330"/>
                </a:lnTo>
                <a:lnTo>
                  <a:pt x="1143431" y="420484"/>
                </a:lnTo>
                <a:lnTo>
                  <a:pt x="1125283" y="398411"/>
                </a:lnTo>
                <a:lnTo>
                  <a:pt x="1042187" y="522287"/>
                </a:lnTo>
                <a:lnTo>
                  <a:pt x="1178267" y="465239"/>
                </a:lnTo>
                <a:lnTo>
                  <a:pt x="1179753" y="464616"/>
                </a:lnTo>
                <a:lnTo>
                  <a:pt x="1161592" y="442556"/>
                </a:lnTo>
                <a:lnTo>
                  <a:pt x="1573809" y="103403"/>
                </a:lnTo>
                <a:lnTo>
                  <a:pt x="1591970" y="125463"/>
                </a:lnTo>
                <a:lnTo>
                  <a:pt x="1636801" y="58635"/>
                </a:lnTo>
                <a:lnTo>
                  <a:pt x="1675079" y="1587"/>
                </a:lnTo>
                <a:close/>
              </a:path>
              <a:path w="4604384" h="2916554">
                <a:moveTo>
                  <a:pt x="1955393" y="2066925"/>
                </a:moveTo>
                <a:lnTo>
                  <a:pt x="1807972" y="2089658"/>
                </a:lnTo>
                <a:lnTo>
                  <a:pt x="1820252" y="2115464"/>
                </a:lnTo>
                <a:lnTo>
                  <a:pt x="294817" y="2841917"/>
                </a:lnTo>
                <a:lnTo>
                  <a:pt x="282536" y="2816110"/>
                </a:lnTo>
                <a:lnTo>
                  <a:pt x="171970" y="2916237"/>
                </a:lnTo>
                <a:lnTo>
                  <a:pt x="319405" y="2893504"/>
                </a:lnTo>
                <a:lnTo>
                  <a:pt x="314426" y="2883065"/>
                </a:lnTo>
                <a:lnTo>
                  <a:pt x="307111" y="2867710"/>
                </a:lnTo>
                <a:lnTo>
                  <a:pt x="1832546" y="2141258"/>
                </a:lnTo>
                <a:lnTo>
                  <a:pt x="1844840" y="2167051"/>
                </a:lnTo>
                <a:lnTo>
                  <a:pt x="1918754" y="2100097"/>
                </a:lnTo>
                <a:lnTo>
                  <a:pt x="1955393" y="2066925"/>
                </a:lnTo>
                <a:close/>
              </a:path>
              <a:path w="4604384" h="2916554">
                <a:moveTo>
                  <a:pt x="2048268" y="1611312"/>
                </a:moveTo>
                <a:lnTo>
                  <a:pt x="2010168" y="1573618"/>
                </a:lnTo>
                <a:lnTo>
                  <a:pt x="1942236" y="1506397"/>
                </a:lnTo>
                <a:lnTo>
                  <a:pt x="1928812" y="1531632"/>
                </a:lnTo>
                <a:lnTo>
                  <a:pt x="935990" y="1003782"/>
                </a:lnTo>
                <a:lnTo>
                  <a:pt x="944905" y="987005"/>
                </a:lnTo>
                <a:lnTo>
                  <a:pt x="949413" y="978547"/>
                </a:lnTo>
                <a:lnTo>
                  <a:pt x="803135" y="949325"/>
                </a:lnTo>
                <a:lnTo>
                  <a:pt x="909167" y="1054239"/>
                </a:lnTo>
                <a:lnTo>
                  <a:pt x="922578" y="1029017"/>
                </a:lnTo>
                <a:lnTo>
                  <a:pt x="1915401" y="1556854"/>
                </a:lnTo>
                <a:lnTo>
                  <a:pt x="1901990" y="1582089"/>
                </a:lnTo>
                <a:lnTo>
                  <a:pt x="2048268" y="1611312"/>
                </a:lnTo>
                <a:close/>
              </a:path>
              <a:path w="4604384" h="2916554">
                <a:moveTo>
                  <a:pt x="2310180" y="2171636"/>
                </a:moveTo>
                <a:lnTo>
                  <a:pt x="2310003" y="2121154"/>
                </a:lnTo>
                <a:lnTo>
                  <a:pt x="2309672" y="2022475"/>
                </a:lnTo>
                <a:lnTo>
                  <a:pt x="2227986" y="2147278"/>
                </a:lnTo>
                <a:lnTo>
                  <a:pt x="2255380" y="2155406"/>
                </a:lnTo>
                <a:lnTo>
                  <a:pt x="2071725" y="2775204"/>
                </a:lnTo>
                <a:lnTo>
                  <a:pt x="2044331" y="2767076"/>
                </a:lnTo>
                <a:lnTo>
                  <a:pt x="2044827" y="2916237"/>
                </a:lnTo>
                <a:lnTo>
                  <a:pt x="2109406" y="2817558"/>
                </a:lnTo>
                <a:lnTo>
                  <a:pt x="2126513" y="2791434"/>
                </a:lnTo>
                <a:lnTo>
                  <a:pt x="2099119" y="2783319"/>
                </a:lnTo>
                <a:lnTo>
                  <a:pt x="2282774" y="2163521"/>
                </a:lnTo>
                <a:lnTo>
                  <a:pt x="2310180" y="2171636"/>
                </a:lnTo>
                <a:close/>
              </a:path>
              <a:path w="4604384" h="2916554">
                <a:moveTo>
                  <a:pt x="3544493" y="512762"/>
                </a:moveTo>
                <a:lnTo>
                  <a:pt x="3505708" y="458216"/>
                </a:lnTo>
                <a:lnTo>
                  <a:pt x="3458070" y="391185"/>
                </a:lnTo>
                <a:lnTo>
                  <a:pt x="3440506" y="413740"/>
                </a:lnTo>
                <a:lnTo>
                  <a:pt x="3029686" y="93954"/>
                </a:lnTo>
                <a:lnTo>
                  <a:pt x="3046755" y="72009"/>
                </a:lnTo>
                <a:lnTo>
                  <a:pt x="3047238" y="71399"/>
                </a:lnTo>
                <a:lnTo>
                  <a:pt x="2908160" y="17462"/>
                </a:lnTo>
                <a:lnTo>
                  <a:pt x="2994583" y="139039"/>
                </a:lnTo>
                <a:lnTo>
                  <a:pt x="3012135" y="116497"/>
                </a:lnTo>
                <a:lnTo>
                  <a:pt x="3422954" y="436283"/>
                </a:lnTo>
                <a:lnTo>
                  <a:pt x="3405416" y="458825"/>
                </a:lnTo>
                <a:lnTo>
                  <a:pt x="3544493" y="512762"/>
                </a:lnTo>
                <a:close/>
              </a:path>
              <a:path w="4604384" h="2916554">
                <a:moveTo>
                  <a:pt x="3821379" y="965200"/>
                </a:moveTo>
                <a:lnTo>
                  <a:pt x="3674808" y="992936"/>
                </a:lnTo>
                <a:lnTo>
                  <a:pt x="3687965" y="1018324"/>
                </a:lnTo>
                <a:lnTo>
                  <a:pt x="2693047" y="1534439"/>
                </a:lnTo>
                <a:lnTo>
                  <a:pt x="2679890" y="1509064"/>
                </a:lnTo>
                <a:lnTo>
                  <a:pt x="2572804" y="1612900"/>
                </a:lnTo>
                <a:lnTo>
                  <a:pt x="2719374" y="1585150"/>
                </a:lnTo>
                <a:lnTo>
                  <a:pt x="2714739" y="1576235"/>
                </a:lnTo>
                <a:lnTo>
                  <a:pt x="2706205" y="1559788"/>
                </a:lnTo>
                <a:lnTo>
                  <a:pt x="3701123" y="1043686"/>
                </a:lnTo>
                <a:lnTo>
                  <a:pt x="3714280" y="1069035"/>
                </a:lnTo>
                <a:lnTo>
                  <a:pt x="3783558" y="1001864"/>
                </a:lnTo>
                <a:lnTo>
                  <a:pt x="3821379" y="965200"/>
                </a:lnTo>
                <a:close/>
              </a:path>
              <a:path w="4604384" h="2916554">
                <a:moveTo>
                  <a:pt x="4383748" y="2916237"/>
                </a:moveTo>
                <a:lnTo>
                  <a:pt x="4347108" y="2883052"/>
                </a:lnTo>
                <a:lnTo>
                  <a:pt x="4273194" y="2816098"/>
                </a:lnTo>
                <a:lnTo>
                  <a:pt x="4260901" y="2841891"/>
                </a:lnTo>
                <a:lnTo>
                  <a:pt x="2756090" y="2125002"/>
                </a:lnTo>
                <a:lnTo>
                  <a:pt x="2763405" y="2109635"/>
                </a:lnTo>
                <a:lnTo>
                  <a:pt x="2768384" y="2099208"/>
                </a:lnTo>
                <a:lnTo>
                  <a:pt x="2620962" y="2076450"/>
                </a:lnTo>
                <a:lnTo>
                  <a:pt x="2731516" y="2176589"/>
                </a:lnTo>
                <a:lnTo>
                  <a:pt x="2743797" y="2150795"/>
                </a:lnTo>
                <a:lnTo>
                  <a:pt x="4248607" y="2867698"/>
                </a:lnTo>
                <a:lnTo>
                  <a:pt x="4236326" y="2893479"/>
                </a:lnTo>
                <a:lnTo>
                  <a:pt x="4383748" y="2916237"/>
                </a:lnTo>
                <a:close/>
              </a:path>
              <a:path w="4604384" h="2916554">
                <a:moveTo>
                  <a:pt x="4603877" y="1587"/>
                </a:moveTo>
                <a:lnTo>
                  <a:pt x="4467225" y="61379"/>
                </a:lnTo>
                <a:lnTo>
                  <a:pt x="4485703" y="83172"/>
                </a:lnTo>
                <a:lnTo>
                  <a:pt x="4082707" y="425284"/>
                </a:lnTo>
                <a:lnTo>
                  <a:pt x="4064216" y="403491"/>
                </a:lnTo>
                <a:lnTo>
                  <a:pt x="3983037" y="528637"/>
                </a:lnTo>
                <a:lnTo>
                  <a:pt x="4116641" y="470179"/>
                </a:lnTo>
                <a:lnTo>
                  <a:pt x="4119689" y="468845"/>
                </a:lnTo>
                <a:lnTo>
                  <a:pt x="4101198" y="447065"/>
                </a:lnTo>
                <a:lnTo>
                  <a:pt x="4504194" y="104952"/>
                </a:lnTo>
                <a:lnTo>
                  <a:pt x="4522698" y="126733"/>
                </a:lnTo>
                <a:lnTo>
                  <a:pt x="4565955" y="60045"/>
                </a:lnTo>
                <a:lnTo>
                  <a:pt x="4603877" y="1587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2330145" y="5190261"/>
            <a:ext cx="120586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10" b="0">
                <a:solidFill>
                  <a:srgbClr val="000099"/>
                </a:solidFill>
                <a:latin typeface="WenQuanYi Zen Hei Mono"/>
                <a:cs typeface="WenQuanYi Zen Hei Mono"/>
              </a:rPr>
              <a:t>网络接</a:t>
            </a:r>
            <a:r>
              <a:rPr dirty="0" sz="2000" spc="260" b="0">
                <a:solidFill>
                  <a:srgbClr val="000099"/>
                </a:solidFill>
                <a:latin typeface="WenQuanYi Zen Hei Mono"/>
                <a:cs typeface="WenQuanYi Zen Hei Mono"/>
              </a:rPr>
              <a:t>口</a:t>
            </a:r>
            <a:r>
              <a:rPr dirty="0" sz="2000" b="1">
                <a:solidFill>
                  <a:srgbClr val="000099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190962" y="5158511"/>
            <a:ext cx="120586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10" b="0">
                <a:solidFill>
                  <a:srgbClr val="000099"/>
                </a:solidFill>
                <a:latin typeface="WenQuanYi Zen Hei Mono"/>
                <a:cs typeface="WenQuanYi Zen Hei Mono"/>
              </a:rPr>
              <a:t>网络接</a:t>
            </a:r>
            <a:r>
              <a:rPr dirty="0" sz="2000" spc="260" b="0">
                <a:solidFill>
                  <a:srgbClr val="000099"/>
                </a:solidFill>
                <a:latin typeface="WenQuanYi Zen Hei Mono"/>
                <a:cs typeface="WenQuanYi Zen Hei Mono"/>
              </a:rPr>
              <a:t>口</a:t>
            </a:r>
            <a:r>
              <a:rPr dirty="0" sz="2000" b="1">
                <a:solidFill>
                  <a:srgbClr val="000099"/>
                </a:solidFill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412928" y="5137873"/>
            <a:ext cx="120586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10" b="0">
                <a:solidFill>
                  <a:srgbClr val="000099"/>
                </a:solidFill>
                <a:latin typeface="WenQuanYi Zen Hei Mono"/>
                <a:cs typeface="WenQuanYi Zen Hei Mono"/>
              </a:rPr>
              <a:t>网络接</a:t>
            </a:r>
            <a:r>
              <a:rPr dirty="0" sz="2000" spc="260" b="0">
                <a:solidFill>
                  <a:srgbClr val="000099"/>
                </a:solidFill>
                <a:latin typeface="WenQuanYi Zen Hei Mono"/>
                <a:cs typeface="WenQuanYi Zen Hei Mono"/>
              </a:rPr>
              <a:t>口</a:t>
            </a:r>
            <a:r>
              <a:rPr dirty="0" sz="2000" b="1">
                <a:solidFill>
                  <a:srgbClr val="000099"/>
                </a:solidFill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417167" y="334566"/>
            <a:ext cx="6580505" cy="10356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L="23495">
              <a:lnSpc>
                <a:spcPts val="3495"/>
              </a:lnSpc>
            </a:pPr>
            <a:r>
              <a:rPr dirty="0" sz="3200" spc="-5" b="1">
                <a:solidFill>
                  <a:srgbClr val="333399"/>
                </a:solidFill>
                <a:latin typeface="Times New Roman"/>
                <a:cs typeface="Times New Roman"/>
              </a:rPr>
              <a:t>Everything over</a:t>
            </a:r>
            <a:r>
              <a:rPr dirty="0" sz="3200" spc="-75" b="1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333399"/>
                </a:solidFill>
                <a:latin typeface="Times New Roman"/>
                <a:cs typeface="Times New Roman"/>
              </a:rPr>
              <a:t>IP</a:t>
            </a:r>
            <a:endParaRPr sz="3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765"/>
              </a:spcBef>
            </a:pPr>
            <a:r>
              <a:rPr dirty="0" sz="3200" b="1">
                <a:solidFill>
                  <a:srgbClr val="333399"/>
                </a:solidFill>
                <a:latin typeface="Times New Roman"/>
                <a:cs typeface="Times New Roman"/>
              </a:rPr>
              <a:t>IP</a:t>
            </a:r>
            <a:r>
              <a:rPr dirty="0" sz="3200" spc="-505" b="1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dirty="0" sz="3200" spc="15" b="0">
                <a:solidFill>
                  <a:srgbClr val="333399"/>
                </a:solidFill>
                <a:latin typeface="WenQuanYi Zen Hei Mono"/>
                <a:cs typeface="WenQuanYi Zen Hei Mono"/>
              </a:rPr>
              <a:t>可为各式各样的应用程序提供服</a:t>
            </a:r>
            <a:r>
              <a:rPr dirty="0" sz="3200" spc="5" b="0">
                <a:solidFill>
                  <a:srgbClr val="333399"/>
                </a:solidFill>
                <a:latin typeface="WenQuanYi Zen Hei Mono"/>
                <a:cs typeface="WenQuanYi Zen Hei Mono"/>
              </a:rPr>
              <a:t>务</a:t>
            </a:r>
            <a:endParaRPr sz="3200">
              <a:latin typeface="WenQuanYi Zen Hei Mono"/>
              <a:cs typeface="WenQuanYi Zen Hei Mono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16863" y="188976"/>
            <a:ext cx="7781925" cy="1274445"/>
          </a:xfrm>
          <a:prstGeom prst="rect">
            <a:avLst/>
          </a:prstGeom>
          <a:solidFill>
            <a:srgbClr val="00FF99"/>
          </a:solidFill>
        </p:spPr>
        <p:txBody>
          <a:bodyPr wrap="square" lIns="0" tIns="1016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00"/>
              </a:spcBef>
            </a:pPr>
            <a:r>
              <a:rPr dirty="0" sz="3200" b="1">
                <a:solidFill>
                  <a:srgbClr val="333399"/>
                </a:solidFill>
                <a:latin typeface="Times New Roman"/>
                <a:cs typeface="Times New Roman"/>
              </a:rPr>
              <a:t>IP </a:t>
            </a:r>
            <a:r>
              <a:rPr dirty="0" sz="3200" spc="-5" b="1">
                <a:solidFill>
                  <a:srgbClr val="333399"/>
                </a:solidFill>
                <a:latin typeface="Times New Roman"/>
                <a:cs typeface="Times New Roman"/>
              </a:rPr>
              <a:t>over</a:t>
            </a:r>
            <a:r>
              <a:rPr dirty="0" sz="3200" spc="-254" b="1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333399"/>
                </a:solidFill>
                <a:latin typeface="Times New Roman"/>
                <a:cs typeface="Times New Roman"/>
              </a:rPr>
              <a:t>Everything</a:t>
            </a:r>
            <a:endParaRPr sz="3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765"/>
              </a:spcBef>
            </a:pPr>
            <a:r>
              <a:rPr dirty="0" sz="3200" b="1">
                <a:solidFill>
                  <a:srgbClr val="333399"/>
                </a:solidFill>
                <a:latin typeface="Times New Roman"/>
                <a:cs typeface="Times New Roman"/>
              </a:rPr>
              <a:t>IP</a:t>
            </a:r>
            <a:r>
              <a:rPr dirty="0" sz="3200" spc="-509" b="1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dirty="0" sz="3200" spc="15" b="0">
                <a:solidFill>
                  <a:srgbClr val="333399"/>
                </a:solidFill>
                <a:latin typeface="WenQuanYi Zen Hei Mono"/>
                <a:cs typeface="WenQuanYi Zen Hei Mono"/>
              </a:rPr>
              <a:t>可应用到各式各样的网络</a:t>
            </a:r>
            <a:r>
              <a:rPr dirty="0" sz="3200" spc="5" b="0">
                <a:solidFill>
                  <a:srgbClr val="333399"/>
                </a:solidFill>
                <a:latin typeface="WenQuanYi Zen Hei Mono"/>
                <a:cs typeface="WenQuanYi Zen Hei Mono"/>
              </a:rPr>
              <a:t>上</a:t>
            </a:r>
            <a:endParaRPr sz="3200">
              <a:latin typeface="WenQuanYi Zen Hei Mono"/>
              <a:cs typeface="WenQuanYi Zen Hei Mono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556802" y="6035890"/>
            <a:ext cx="45192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10" b="0">
                <a:latin typeface="WenQuanYi Zen Hei Mono"/>
                <a:cs typeface="WenQuanYi Zen Hei Mono"/>
              </a:rPr>
              <a:t>沙漏计时器形状</a:t>
            </a:r>
            <a:r>
              <a:rPr dirty="0" sz="2400" b="0">
                <a:latin typeface="WenQuanYi Zen Hei Mono"/>
                <a:cs typeface="WenQuanYi Zen Hei Mono"/>
              </a:rPr>
              <a:t>的</a:t>
            </a:r>
            <a:r>
              <a:rPr dirty="0" sz="2400" spc="-680" b="0">
                <a:latin typeface="WenQuanYi Zen Hei Mono"/>
                <a:cs typeface="WenQuanYi Zen Hei Mono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TCP/IP</a:t>
            </a:r>
            <a:r>
              <a:rPr dirty="0" sz="2400" spc="-175" b="1">
                <a:latin typeface="Times New Roman"/>
                <a:cs typeface="Times New Roman"/>
              </a:rPr>
              <a:t> </a:t>
            </a:r>
            <a:r>
              <a:rPr dirty="0" sz="2400" spc="10" b="0">
                <a:latin typeface="WenQuanYi Zen Hei Mono"/>
                <a:cs typeface="WenQuanYi Zen Hei Mono"/>
              </a:rPr>
              <a:t>协议</a:t>
            </a:r>
            <a:r>
              <a:rPr dirty="0" sz="2400" b="0">
                <a:latin typeface="WenQuanYi Zen Hei Mono"/>
                <a:cs typeface="WenQuanYi Zen Hei Mono"/>
              </a:rPr>
              <a:t>族</a:t>
            </a:r>
            <a:endParaRPr sz="2400">
              <a:latin typeface="WenQuanYi Zen Hei Mono"/>
              <a:cs typeface="WenQuanYi Zen Hei Mono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8266" y="1352575"/>
            <a:ext cx="7645400" cy="1488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IP</a:t>
            </a:r>
            <a:r>
              <a:rPr dirty="0"/>
              <a:t>位于所有通信的中心，是唯一被所有应用程序所共用的 协议，从功能上看，</a:t>
            </a:r>
            <a:r>
              <a:rPr dirty="0">
                <a:latin typeface="Times New Roman"/>
                <a:cs typeface="Times New Roman"/>
              </a:rPr>
              <a:t>IP</a:t>
            </a:r>
            <a:r>
              <a:rPr dirty="0"/>
              <a:t>屏蔽了底层物理网络之间的差异，  向上提供一种一致的服务，实现了不同物理网络之间的互 通，是</a:t>
            </a:r>
            <a:r>
              <a:rPr dirty="0" spc="-5">
                <a:solidFill>
                  <a:srgbClr val="FF0000"/>
                </a:solidFill>
                <a:latin typeface="Times New Roman"/>
                <a:cs typeface="Times New Roman"/>
              </a:rPr>
              <a:t>Internet</a:t>
            </a:r>
            <a:r>
              <a:rPr dirty="0">
                <a:solidFill>
                  <a:srgbClr val="FF0000"/>
                </a:solidFill>
              </a:rPr>
              <a:t>的核心技术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2140" y="591248"/>
            <a:ext cx="3596004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3333CC"/>
                </a:solidFill>
                <a:latin typeface="Times New Roman"/>
                <a:cs typeface="Times New Roman"/>
              </a:rPr>
              <a:t>6.</a:t>
            </a:r>
            <a:r>
              <a:rPr dirty="0" sz="2800" spc="-85" b="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z="2800" spc="15" b="0">
                <a:solidFill>
                  <a:srgbClr val="3333CC"/>
                </a:solidFill>
                <a:latin typeface="WenQuanYi Zen Hei Mono"/>
                <a:cs typeface="WenQuanYi Zen Hei Mono"/>
              </a:rPr>
              <a:t>多路复用和多路分</a:t>
            </a:r>
            <a:r>
              <a:rPr dirty="0" sz="2800" spc="-5" b="0">
                <a:solidFill>
                  <a:srgbClr val="3333CC"/>
                </a:solidFill>
                <a:latin typeface="WenQuanYi Zen Hei Mono"/>
                <a:cs typeface="WenQuanYi Zen Hei Mono"/>
              </a:rPr>
              <a:t>解</a:t>
            </a:r>
            <a:endParaRPr sz="2800">
              <a:latin typeface="WenQuanYi Zen Hei Mono"/>
              <a:cs typeface="WenQuanYi Zen Hei Mon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2140" y="1239862"/>
            <a:ext cx="7601584" cy="4279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66700">
              <a:lnSpc>
                <a:spcPct val="109900"/>
              </a:lnSpc>
              <a:spcBef>
                <a:spcPts val="100"/>
              </a:spcBef>
            </a:pPr>
            <a:r>
              <a:rPr dirty="0" sz="2400">
                <a:latin typeface="UKIJ CJK"/>
                <a:cs typeface="UKIJ CJK"/>
              </a:rPr>
              <a:t>协议依赖关系体现了</a:t>
            </a:r>
            <a:r>
              <a:rPr dirty="0" sz="2400" spc="-5">
                <a:latin typeface="Times New Roman"/>
                <a:cs typeface="Times New Roman"/>
              </a:rPr>
              <a:t>TC</a:t>
            </a:r>
            <a:r>
              <a:rPr dirty="0" sz="2400">
                <a:latin typeface="Times New Roman"/>
                <a:cs typeface="Times New Roman"/>
              </a:rPr>
              <a:t>P</a:t>
            </a:r>
            <a:r>
              <a:rPr dirty="0" sz="2400" spc="-5">
                <a:latin typeface="Times New Roman"/>
                <a:cs typeface="Times New Roman"/>
              </a:rPr>
              <a:t>/</a:t>
            </a:r>
            <a:r>
              <a:rPr dirty="0" sz="2400">
                <a:latin typeface="Times New Roman"/>
                <a:cs typeface="Times New Roman"/>
              </a:rPr>
              <a:t>IP</a:t>
            </a:r>
            <a:r>
              <a:rPr dirty="0" sz="2400">
                <a:latin typeface="UKIJ CJK"/>
                <a:cs typeface="UKIJ CJK"/>
              </a:rPr>
              <a:t>协议栈的重要思想：多路复 用和多路分解</a:t>
            </a:r>
            <a:endParaRPr sz="2400">
              <a:latin typeface="UKIJ CJK"/>
              <a:cs typeface="UKIJ CJK"/>
            </a:endParaRPr>
          </a:p>
          <a:p>
            <a:pPr marL="355600" marR="20320" indent="-342900">
              <a:lnSpc>
                <a:spcPct val="109800"/>
              </a:lnSpc>
              <a:spcBef>
                <a:spcPts val="545"/>
              </a:spcBef>
              <a:buClr>
                <a:srgbClr val="0000FF"/>
              </a:buClr>
              <a:buSzPct val="84090"/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dirty="0" sz="2200">
                <a:latin typeface="UKIJ CJK"/>
                <a:cs typeface="UKIJ CJK"/>
              </a:rPr>
              <a:t>多路复用：发送数据时，各类基于</a:t>
            </a:r>
            <a:r>
              <a:rPr dirty="0" sz="2200" spc="-5">
                <a:latin typeface="Times New Roman"/>
                <a:cs typeface="Times New Roman"/>
              </a:rPr>
              <a:t>TCP</a:t>
            </a:r>
            <a:r>
              <a:rPr dirty="0" sz="2200">
                <a:latin typeface="UKIJ CJK"/>
                <a:cs typeface="UKIJ CJK"/>
              </a:rPr>
              <a:t>的应用都会把数据</a:t>
            </a:r>
            <a:r>
              <a:rPr dirty="0" sz="2200" spc="-5">
                <a:latin typeface="UKIJ CJK"/>
                <a:cs typeface="UKIJ CJK"/>
              </a:rPr>
              <a:t>封 </a:t>
            </a:r>
            <a:r>
              <a:rPr dirty="0" sz="2200">
                <a:latin typeface="UKIJ CJK"/>
                <a:cs typeface="UKIJ CJK"/>
              </a:rPr>
              <a:t>装在</a:t>
            </a:r>
            <a:r>
              <a:rPr dirty="0" sz="2200" spc="-5">
                <a:latin typeface="Times New Roman"/>
                <a:cs typeface="Times New Roman"/>
              </a:rPr>
              <a:t>TCP</a:t>
            </a:r>
            <a:r>
              <a:rPr dirty="0" sz="2200">
                <a:latin typeface="UKIJ CJK"/>
                <a:cs typeface="UKIJ CJK"/>
              </a:rPr>
              <a:t>报文段中，基于</a:t>
            </a:r>
            <a:r>
              <a:rPr dirty="0" sz="2200" spc="-5">
                <a:latin typeface="Times New Roman"/>
                <a:cs typeface="Times New Roman"/>
              </a:rPr>
              <a:t>UDP</a:t>
            </a:r>
            <a:r>
              <a:rPr dirty="0" sz="2200">
                <a:latin typeface="UKIJ CJK"/>
                <a:cs typeface="UKIJ CJK"/>
              </a:rPr>
              <a:t>的应用则把数据封装在</a:t>
            </a:r>
            <a:r>
              <a:rPr dirty="0" sz="2200" spc="-5">
                <a:latin typeface="Times New Roman"/>
                <a:cs typeface="Times New Roman"/>
              </a:rPr>
              <a:t>UDP</a:t>
            </a:r>
            <a:r>
              <a:rPr dirty="0" sz="2200" spc="-5">
                <a:latin typeface="UKIJ CJK"/>
                <a:cs typeface="UKIJ CJK"/>
              </a:rPr>
              <a:t>数 </a:t>
            </a:r>
            <a:r>
              <a:rPr dirty="0" sz="2200">
                <a:latin typeface="UKIJ CJK"/>
                <a:cs typeface="UKIJ CJK"/>
              </a:rPr>
              <a:t>据报中</a:t>
            </a:r>
            <a:r>
              <a:rPr dirty="0" sz="2200" spc="-5">
                <a:latin typeface="UKIJ CJK"/>
                <a:cs typeface="UKIJ CJK"/>
              </a:rPr>
              <a:t>；</a:t>
            </a:r>
            <a:r>
              <a:rPr dirty="0" sz="2200" spc="-5">
                <a:latin typeface="Times New Roman"/>
                <a:cs typeface="Times New Roman"/>
              </a:rPr>
              <a:t>TCP</a:t>
            </a:r>
            <a:r>
              <a:rPr dirty="0" sz="2200">
                <a:latin typeface="UKIJ CJK"/>
                <a:cs typeface="UKIJ CJK"/>
              </a:rPr>
              <a:t>报文段、</a:t>
            </a:r>
            <a:r>
              <a:rPr dirty="0" sz="2200" spc="-5">
                <a:latin typeface="Times New Roman"/>
                <a:cs typeface="Times New Roman"/>
              </a:rPr>
              <a:t>UDP</a:t>
            </a:r>
            <a:r>
              <a:rPr dirty="0" sz="2200">
                <a:latin typeface="UKIJ CJK"/>
                <a:cs typeface="UKIJ CJK"/>
              </a:rPr>
              <a:t>数据报和</a:t>
            </a:r>
            <a:r>
              <a:rPr dirty="0" sz="2200" spc="-5">
                <a:latin typeface="Times New Roman"/>
                <a:cs typeface="Times New Roman"/>
              </a:rPr>
              <a:t>ICMP</a:t>
            </a:r>
            <a:r>
              <a:rPr dirty="0" sz="2200">
                <a:latin typeface="UKIJ CJK"/>
                <a:cs typeface="UKIJ CJK"/>
              </a:rPr>
              <a:t>报文都要封装</a:t>
            </a:r>
            <a:r>
              <a:rPr dirty="0" sz="2200" spc="-5">
                <a:latin typeface="UKIJ CJK"/>
                <a:cs typeface="UKIJ CJK"/>
              </a:rPr>
              <a:t>在 </a:t>
            </a:r>
            <a:r>
              <a:rPr dirty="0" sz="2200" spc="-5">
                <a:latin typeface="Times New Roman"/>
                <a:cs typeface="Times New Roman"/>
              </a:rPr>
              <a:t>IP</a:t>
            </a:r>
            <a:r>
              <a:rPr dirty="0" sz="2200">
                <a:latin typeface="UKIJ CJK"/>
                <a:cs typeface="UKIJ CJK"/>
              </a:rPr>
              <a:t>数据报中</a:t>
            </a:r>
            <a:r>
              <a:rPr dirty="0" sz="2200" spc="-5">
                <a:latin typeface="UKIJ CJK"/>
                <a:cs typeface="UKIJ CJK"/>
              </a:rPr>
              <a:t>；</a:t>
            </a:r>
            <a:r>
              <a:rPr dirty="0" sz="2200" spc="-5">
                <a:latin typeface="Times New Roman"/>
                <a:cs typeface="Times New Roman"/>
              </a:rPr>
              <a:t>IP</a:t>
            </a:r>
            <a:r>
              <a:rPr dirty="0" sz="2200">
                <a:latin typeface="UKIJ CJK"/>
                <a:cs typeface="UKIJ CJK"/>
              </a:rPr>
              <a:t>数据报、</a:t>
            </a:r>
            <a:r>
              <a:rPr dirty="0" sz="2200" spc="-5">
                <a:latin typeface="Times New Roman"/>
                <a:cs typeface="Times New Roman"/>
              </a:rPr>
              <a:t>ARP</a:t>
            </a:r>
            <a:r>
              <a:rPr dirty="0" sz="2200">
                <a:latin typeface="UKIJ CJK"/>
                <a:cs typeface="UKIJ CJK"/>
              </a:rPr>
              <a:t>报文等则封装在物理帧中</a:t>
            </a:r>
            <a:r>
              <a:rPr dirty="0" sz="2200" spc="-5">
                <a:latin typeface="UKIJ CJK"/>
                <a:cs typeface="UKIJ CJK"/>
              </a:rPr>
              <a:t>。</a:t>
            </a:r>
            <a:endParaRPr sz="2200">
              <a:latin typeface="UKIJ CJK"/>
              <a:cs typeface="UKIJ CJK"/>
            </a:endParaRPr>
          </a:p>
          <a:p>
            <a:pPr marL="355600" marR="5080" indent="-342900">
              <a:lnSpc>
                <a:spcPct val="109800"/>
              </a:lnSpc>
              <a:spcBef>
                <a:spcPts val="525"/>
              </a:spcBef>
              <a:buClr>
                <a:srgbClr val="0000FF"/>
              </a:buClr>
              <a:buSzPct val="84090"/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dirty="0" sz="2200">
                <a:latin typeface="UKIJ CJK"/>
                <a:cs typeface="UKIJ CJK"/>
              </a:rPr>
              <a:t>多路分解：当目的主机收到一个以太网数据帧时，数据</a:t>
            </a:r>
            <a:r>
              <a:rPr dirty="0" sz="2200" spc="-5">
                <a:latin typeface="UKIJ CJK"/>
                <a:cs typeface="UKIJ CJK"/>
              </a:rPr>
              <a:t>就 </a:t>
            </a:r>
            <a:r>
              <a:rPr dirty="0" sz="2200">
                <a:latin typeface="UKIJ CJK"/>
                <a:cs typeface="UKIJ CJK"/>
              </a:rPr>
              <a:t>开始从协议栈中由底向上升，数据链路层以首部中的</a:t>
            </a:r>
            <a:r>
              <a:rPr dirty="0" sz="2200">
                <a:solidFill>
                  <a:srgbClr val="FF0000"/>
                </a:solidFill>
                <a:latin typeface="UKIJ CJK"/>
                <a:cs typeface="UKIJ CJK"/>
              </a:rPr>
              <a:t>帧</a:t>
            </a:r>
            <a:r>
              <a:rPr dirty="0" sz="2200" spc="-5">
                <a:solidFill>
                  <a:srgbClr val="FF0000"/>
                </a:solidFill>
                <a:latin typeface="UKIJ CJK"/>
                <a:cs typeface="UKIJ CJK"/>
              </a:rPr>
              <a:t>类 </a:t>
            </a:r>
            <a:r>
              <a:rPr dirty="0" sz="2200">
                <a:solidFill>
                  <a:srgbClr val="FF0000"/>
                </a:solidFill>
                <a:latin typeface="UKIJ CJK"/>
                <a:cs typeface="UKIJ CJK"/>
              </a:rPr>
              <a:t>型字段</a:t>
            </a:r>
            <a:r>
              <a:rPr dirty="0" sz="2200">
                <a:latin typeface="UKIJ CJK"/>
                <a:cs typeface="UKIJ CJK"/>
              </a:rPr>
              <a:t>进行分用，网络层以</a:t>
            </a:r>
            <a:r>
              <a:rPr dirty="0" sz="2200" spc="-5">
                <a:latin typeface="Times New Roman"/>
                <a:cs typeface="Times New Roman"/>
              </a:rPr>
              <a:t>IP</a:t>
            </a:r>
            <a:r>
              <a:rPr dirty="0" sz="2200">
                <a:latin typeface="UKIJ CJK"/>
                <a:cs typeface="UKIJ CJK"/>
              </a:rPr>
              <a:t>首部中的</a:t>
            </a:r>
            <a:r>
              <a:rPr dirty="0" sz="2200">
                <a:solidFill>
                  <a:srgbClr val="FF0000"/>
                </a:solidFill>
                <a:latin typeface="UKIJ CJK"/>
                <a:cs typeface="UKIJ CJK"/>
              </a:rPr>
              <a:t>协议字段</a:t>
            </a:r>
            <a:r>
              <a:rPr dirty="0" sz="2200">
                <a:latin typeface="UKIJ CJK"/>
                <a:cs typeface="UKIJ CJK"/>
              </a:rPr>
              <a:t>的值进行</a:t>
            </a:r>
            <a:r>
              <a:rPr dirty="0" sz="2200" spc="-5">
                <a:latin typeface="UKIJ CJK"/>
                <a:cs typeface="UKIJ CJK"/>
              </a:rPr>
              <a:t>分 </a:t>
            </a:r>
            <a:r>
              <a:rPr dirty="0" sz="2200">
                <a:latin typeface="UKIJ CJK"/>
                <a:cs typeface="UKIJ CJK"/>
              </a:rPr>
              <a:t>用，运输层以</a:t>
            </a:r>
            <a:r>
              <a:rPr dirty="0" sz="2200" spc="-5">
                <a:latin typeface="Times New Roman"/>
                <a:cs typeface="Times New Roman"/>
              </a:rPr>
              <a:t>TCP</a:t>
            </a:r>
            <a:r>
              <a:rPr dirty="0" sz="2200">
                <a:latin typeface="UKIJ CJK"/>
                <a:cs typeface="UKIJ CJK"/>
              </a:rPr>
              <a:t>或</a:t>
            </a:r>
            <a:r>
              <a:rPr dirty="0" sz="2200" spc="-5">
                <a:latin typeface="Times New Roman"/>
                <a:cs typeface="Times New Roman"/>
              </a:rPr>
              <a:t>UDP</a:t>
            </a:r>
            <a:r>
              <a:rPr dirty="0" sz="2200">
                <a:latin typeface="UKIJ CJK"/>
                <a:cs typeface="UKIJ CJK"/>
              </a:rPr>
              <a:t>首部中的</a:t>
            </a:r>
            <a:r>
              <a:rPr dirty="0" sz="2200">
                <a:solidFill>
                  <a:srgbClr val="FF0000"/>
                </a:solidFill>
                <a:latin typeface="UKIJ CJK"/>
                <a:cs typeface="UKIJ CJK"/>
              </a:rPr>
              <a:t>目的端口号字段</a:t>
            </a:r>
            <a:r>
              <a:rPr dirty="0" sz="2200">
                <a:latin typeface="UKIJ CJK"/>
                <a:cs typeface="UKIJ CJK"/>
              </a:rPr>
              <a:t>进行分</a:t>
            </a:r>
            <a:r>
              <a:rPr dirty="0" sz="2200" spc="-5">
                <a:latin typeface="UKIJ CJK"/>
                <a:cs typeface="UKIJ CJK"/>
              </a:rPr>
              <a:t>用</a:t>
            </a:r>
            <a:endParaRPr sz="2200">
              <a:latin typeface="UKIJ CJK"/>
              <a:cs typeface="UKIJ CJK"/>
            </a:endParaRPr>
          </a:p>
          <a:p>
            <a:pPr marL="355600">
              <a:lnSpc>
                <a:spcPct val="100000"/>
              </a:lnSpc>
              <a:spcBef>
                <a:spcPts val="260"/>
              </a:spcBef>
            </a:pPr>
            <a:r>
              <a:rPr dirty="0" sz="2200" spc="-5">
                <a:latin typeface="UKIJ CJK"/>
                <a:cs typeface="UKIJ CJK"/>
              </a:rPr>
              <a:t>。</a:t>
            </a:r>
            <a:endParaRPr sz="2200">
              <a:latin typeface="UKIJ CJK"/>
              <a:cs typeface="UKIJ CJK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6579" y="418452"/>
            <a:ext cx="411099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23265" algn="l"/>
              </a:tabLst>
            </a:pPr>
            <a:r>
              <a:rPr dirty="0" sz="3200" spc="-5" b="1">
                <a:solidFill>
                  <a:srgbClr val="3333CC"/>
                </a:solidFill>
                <a:latin typeface="Times New Roman"/>
                <a:cs typeface="Times New Roman"/>
              </a:rPr>
              <a:t>1.2	</a:t>
            </a:r>
            <a:r>
              <a:rPr dirty="0" sz="3200" spc="15" b="0">
                <a:solidFill>
                  <a:srgbClr val="3333CC"/>
                </a:solidFill>
                <a:latin typeface="WenQuanYi Zen Hei Mono"/>
                <a:cs typeface="WenQuanYi Zen Hei Mono"/>
              </a:rPr>
              <a:t>网际互连与</a:t>
            </a:r>
            <a:r>
              <a:rPr dirty="0" sz="3200" spc="-5" b="1">
                <a:solidFill>
                  <a:srgbClr val="3333CC"/>
                </a:solidFill>
                <a:latin typeface="Times New Roman"/>
                <a:cs typeface="Times New Roman"/>
              </a:rPr>
              <a:t>TCP/IP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7052" y="1482407"/>
            <a:ext cx="7849234" cy="375475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75895">
              <a:lnSpc>
                <a:spcPct val="120000"/>
              </a:lnSpc>
              <a:spcBef>
                <a:spcPts val="95"/>
              </a:spcBef>
            </a:pP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5">
                <a:latin typeface="Times New Roman"/>
                <a:cs typeface="Times New Roman"/>
              </a:rPr>
              <a:t>te</a:t>
            </a:r>
            <a:r>
              <a:rPr dirty="0" sz="2400">
                <a:latin typeface="Times New Roman"/>
                <a:cs typeface="Times New Roman"/>
              </a:rPr>
              <a:t>rn</a:t>
            </a:r>
            <a:r>
              <a:rPr dirty="0" sz="2400" spc="-5">
                <a:latin typeface="Times New Roman"/>
                <a:cs typeface="Times New Roman"/>
              </a:rPr>
              <a:t>et</a:t>
            </a:r>
            <a:r>
              <a:rPr dirty="0" sz="2400">
                <a:latin typeface="UKIJ CJK"/>
                <a:cs typeface="UKIJ CJK"/>
              </a:rPr>
              <a:t>是由各种不同的网络构成的，这些网络在信道的访 问方式和数据的传送方式上存在差异。</a:t>
            </a:r>
            <a:endParaRPr sz="2400">
              <a:latin typeface="UKIJ CJK"/>
              <a:cs typeface="UKIJ CJK"/>
            </a:endParaRPr>
          </a:p>
          <a:p>
            <a:pPr marL="12700" marR="193675">
              <a:lnSpc>
                <a:spcPct val="120000"/>
              </a:lnSpc>
              <a:spcBef>
                <a:spcPts val="575"/>
              </a:spcBef>
            </a:pPr>
            <a:r>
              <a:rPr dirty="0" sz="2400" spc="5" b="0">
                <a:latin typeface="Noto Sans CJK JP Medium"/>
                <a:cs typeface="Noto Sans CJK JP Medium"/>
              </a:rPr>
              <a:t>出现各种不同网络是因为没有一种单一的网络硬件技术</a:t>
            </a:r>
            <a:r>
              <a:rPr dirty="0" sz="2400" b="0">
                <a:latin typeface="Noto Sans CJK JP Medium"/>
                <a:cs typeface="Noto Sans CJK JP Medium"/>
              </a:rPr>
              <a:t>可 </a:t>
            </a:r>
            <a:r>
              <a:rPr dirty="0" sz="2400" spc="5" b="0">
                <a:latin typeface="Noto Sans CJK JP Medium"/>
                <a:cs typeface="Noto Sans CJK JP Medium"/>
              </a:rPr>
              <a:t>以满足所有的要求。而用户又期待一种通用的互联</a:t>
            </a:r>
            <a:r>
              <a:rPr dirty="0" sz="2400" b="0">
                <a:latin typeface="Noto Sans CJK JP Medium"/>
                <a:cs typeface="Noto Sans CJK JP Medium"/>
              </a:rPr>
              <a:t>。</a:t>
            </a:r>
            <a:endParaRPr sz="2400">
              <a:latin typeface="Noto Sans CJK JP Medium"/>
              <a:cs typeface="Noto Sans CJK JP Medium"/>
            </a:endParaRPr>
          </a:p>
          <a:p>
            <a:pPr marL="12700" marR="209550">
              <a:lnSpc>
                <a:spcPct val="120000"/>
              </a:lnSpc>
              <a:spcBef>
                <a:spcPts val="575"/>
              </a:spcBef>
            </a:pPr>
            <a:r>
              <a:rPr dirty="0" sz="2400">
                <a:latin typeface="UKIJ CJK"/>
                <a:cs typeface="UKIJ CJK"/>
              </a:rPr>
              <a:t>网络互联的目的就是要隐藏底层网络硬件的细节，同时提 供一般的服务通信。</a:t>
            </a:r>
            <a:endParaRPr sz="2400">
              <a:latin typeface="UKIJ CJK"/>
              <a:cs typeface="UKIJ CJK"/>
            </a:endParaRPr>
          </a:p>
          <a:p>
            <a:pPr marL="12700" marR="5080">
              <a:lnSpc>
                <a:spcPct val="120000"/>
              </a:lnSpc>
              <a:spcBef>
                <a:spcPts val="575"/>
              </a:spcBef>
            </a:pPr>
            <a:r>
              <a:rPr dirty="0" sz="2400">
                <a:latin typeface="UKIJ CJK"/>
                <a:cs typeface="UKIJ CJK"/>
              </a:rPr>
              <a:t>例如：以太网和点对点网络（使用</a:t>
            </a:r>
            <a:r>
              <a:rPr dirty="0" sz="2400">
                <a:latin typeface="Times New Roman"/>
                <a:cs typeface="Times New Roman"/>
              </a:rPr>
              <a:t>PPP</a:t>
            </a:r>
            <a:r>
              <a:rPr dirty="0" sz="2400">
                <a:latin typeface="UKIJ CJK"/>
                <a:cs typeface="UKIJ CJK"/>
              </a:rPr>
              <a:t>协议）通信时使用不 同的帧格式和物理地址。</a:t>
            </a:r>
            <a:endParaRPr sz="2400">
              <a:latin typeface="UKIJ CJK"/>
              <a:cs typeface="UKIJ CJK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326" y="181355"/>
            <a:ext cx="524510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 b="1">
                <a:latin typeface="Times New Roman"/>
                <a:cs typeface="Times New Roman"/>
              </a:rPr>
              <a:t>Vinton</a:t>
            </a:r>
            <a:r>
              <a:rPr dirty="0" spc="-55" b="1">
                <a:latin typeface="Times New Roman"/>
                <a:cs typeface="Times New Roman"/>
              </a:rPr>
              <a:t> </a:t>
            </a:r>
            <a:r>
              <a:rPr dirty="0" spc="-5" b="1">
                <a:latin typeface="Times New Roman"/>
                <a:cs typeface="Times New Roman"/>
              </a:rPr>
              <a:t>Cerf</a:t>
            </a:r>
            <a:r>
              <a:rPr dirty="0" spc="5" b="0">
                <a:latin typeface="Noto Sans CJK JP Thin"/>
                <a:cs typeface="Noto Sans CJK JP Thin"/>
              </a:rPr>
              <a:t>提出网络互联的技术思路</a:t>
            </a:r>
            <a:r>
              <a:rPr dirty="0" b="0">
                <a:latin typeface="Noto Sans CJK JP Thin"/>
                <a:cs typeface="Noto Sans CJK JP Thin"/>
              </a:rPr>
              <a:t>：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9326" y="659510"/>
            <a:ext cx="8727440" cy="6193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73355">
              <a:lnSpc>
                <a:spcPct val="120000"/>
              </a:lnSpc>
              <a:spcBef>
                <a:spcPts val="100"/>
              </a:spcBef>
            </a:pPr>
            <a:r>
              <a:rPr dirty="0" sz="2400">
                <a:latin typeface="UKIJ CJK"/>
                <a:cs typeface="UKIJ CJK"/>
              </a:rPr>
              <a:t>在每个网络内部使用各自的通信协议，每个网络与其他网络通信 时使用</a:t>
            </a:r>
            <a:r>
              <a:rPr dirty="0" sz="2400" spc="-5">
                <a:latin typeface="Times New Roman"/>
                <a:cs typeface="Times New Roman"/>
              </a:rPr>
              <a:t>TCP/IP</a:t>
            </a:r>
            <a:r>
              <a:rPr dirty="0" sz="2400">
                <a:latin typeface="UKIJ CJK"/>
                <a:cs typeface="UKIJ CJK"/>
              </a:rPr>
              <a:t>协议族。</a:t>
            </a:r>
            <a:endParaRPr sz="2400">
              <a:latin typeface="UKIJ CJK"/>
              <a:cs typeface="UKIJ CJK"/>
            </a:endParaRPr>
          </a:p>
          <a:p>
            <a:pPr marL="355600" indent="-342900">
              <a:lnSpc>
                <a:spcPct val="100000"/>
              </a:lnSpc>
              <a:spcBef>
                <a:spcPts val="1150"/>
              </a:spcBef>
              <a:buClr>
                <a:srgbClr val="0000FF"/>
              </a:buClr>
              <a:buSzPct val="85416"/>
              <a:buFont typeface="Wingdings"/>
              <a:buChar char=""/>
              <a:tabLst>
                <a:tab pos="355600" algn="l"/>
              </a:tabLst>
            </a:pPr>
            <a:r>
              <a:rPr dirty="0" sz="2400" spc="-5" b="1">
                <a:latin typeface="Times New Roman"/>
                <a:cs typeface="Times New Roman"/>
              </a:rPr>
              <a:t>Cerf </a:t>
            </a:r>
            <a:r>
              <a:rPr dirty="0" sz="2400" spc="5" b="0">
                <a:latin typeface="Noto Sans CJK JP Medium"/>
                <a:cs typeface="Noto Sans CJK JP Medium"/>
              </a:rPr>
              <a:t>的</a:t>
            </a:r>
            <a:r>
              <a:rPr dirty="0" sz="2400" spc="-5" b="1">
                <a:latin typeface="Times New Roman"/>
                <a:cs typeface="Times New Roman"/>
              </a:rPr>
              <a:t>Kahn</a:t>
            </a:r>
            <a:r>
              <a:rPr dirty="0" sz="2400" spc="5" b="0">
                <a:latin typeface="Noto Sans CJK JP Medium"/>
                <a:cs typeface="Noto Sans CJK JP Medium"/>
              </a:rPr>
              <a:t>的网络互联原则</a:t>
            </a:r>
            <a:r>
              <a:rPr dirty="0" sz="2400" b="0">
                <a:latin typeface="Noto Sans CJK JP Medium"/>
                <a:cs typeface="Noto Sans CJK JP Medium"/>
              </a:rPr>
              <a:t>：</a:t>
            </a:r>
            <a:endParaRPr sz="2400">
              <a:latin typeface="Noto Sans CJK JP Medium"/>
              <a:cs typeface="Noto Sans CJK JP Medium"/>
            </a:endParaRPr>
          </a:p>
          <a:p>
            <a:pPr lvl="1" marL="755650" indent="-285750">
              <a:lnSpc>
                <a:spcPct val="100000"/>
              </a:lnSpc>
              <a:spcBef>
                <a:spcPts val="720"/>
              </a:spcBef>
              <a:buClr>
                <a:srgbClr val="0000FF"/>
              </a:buClr>
              <a:buSzPct val="80000"/>
              <a:buFont typeface="Wingdings"/>
              <a:buChar char=""/>
              <a:tabLst>
                <a:tab pos="755650" algn="l"/>
              </a:tabLst>
            </a:pPr>
            <a:r>
              <a:rPr dirty="0" sz="2000">
                <a:latin typeface="UKIJ CJK"/>
                <a:cs typeface="UKIJ CJK"/>
              </a:rPr>
              <a:t>最低限度的，自治的</a:t>
            </a:r>
            <a:r>
              <a:rPr dirty="0" sz="2000" spc="-5">
                <a:latin typeface="Times New Roman"/>
                <a:cs typeface="Times New Roman"/>
              </a:rPr>
              <a:t>-</a:t>
            </a:r>
            <a:r>
              <a:rPr dirty="0" sz="2000">
                <a:latin typeface="UKIJ CJK"/>
                <a:cs typeface="UKIJ CJK"/>
              </a:rPr>
              <a:t>不因网络互联而改变各网络的内部（黑盒子设</a:t>
            </a:r>
            <a:r>
              <a:rPr dirty="0" sz="2000" spc="-585">
                <a:latin typeface="UKIJ CJK"/>
                <a:cs typeface="UKIJ CJK"/>
              </a:rPr>
              <a:t>计</a:t>
            </a:r>
            <a:r>
              <a:rPr dirty="0" sz="2000" spc="5">
                <a:latin typeface="UKIJ CJK"/>
                <a:cs typeface="UKIJ CJK"/>
              </a:rPr>
              <a:t>）</a:t>
            </a:r>
            <a:endParaRPr sz="2000">
              <a:latin typeface="UKIJ CJK"/>
              <a:cs typeface="UKIJ CJK"/>
            </a:endParaRPr>
          </a:p>
          <a:p>
            <a:pPr marL="755015" marR="844550">
              <a:lnSpc>
                <a:spcPts val="2370"/>
              </a:lnSpc>
              <a:spcBef>
                <a:spcPts val="135"/>
              </a:spcBef>
            </a:pPr>
            <a:r>
              <a:rPr dirty="0" sz="2000" spc="-5">
                <a:latin typeface="Times New Roman"/>
                <a:cs typeface="Times New Roman"/>
              </a:rPr>
              <a:t>-minimalism, autonomy </a:t>
            </a:r>
            <a:r>
              <a:rPr dirty="0" sz="2000">
                <a:latin typeface="Times New Roman"/>
                <a:cs typeface="Times New Roman"/>
              </a:rPr>
              <a:t>- no </a:t>
            </a:r>
            <a:r>
              <a:rPr dirty="0" sz="2000" spc="-5">
                <a:latin typeface="Times New Roman"/>
                <a:cs typeface="Times New Roman"/>
              </a:rPr>
              <a:t>internal </a:t>
            </a:r>
            <a:r>
              <a:rPr dirty="0" sz="2000">
                <a:latin typeface="Times New Roman"/>
                <a:cs typeface="Times New Roman"/>
              </a:rPr>
              <a:t>changes </a:t>
            </a:r>
            <a:r>
              <a:rPr dirty="0" sz="2000" spc="-5">
                <a:latin typeface="Times New Roman"/>
                <a:cs typeface="Times New Roman"/>
              </a:rPr>
              <a:t>required to interconnect  networks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 spc="5">
                <a:latin typeface="UKIJ CJK"/>
                <a:cs typeface="UKIJ CJK"/>
              </a:rPr>
              <a:t>，</a:t>
            </a:r>
            <a:endParaRPr sz="2000">
              <a:latin typeface="UKIJ CJK"/>
              <a:cs typeface="UKIJ CJK"/>
            </a:endParaRPr>
          </a:p>
          <a:p>
            <a:pPr lvl="2" marL="1155700" indent="-228600">
              <a:lnSpc>
                <a:spcPct val="100000"/>
              </a:lnSpc>
              <a:spcBef>
                <a:spcPts val="810"/>
              </a:spcBef>
              <a:buClr>
                <a:srgbClr val="0000FF"/>
              </a:buClr>
              <a:buSzPct val="75000"/>
              <a:buFont typeface="Wingdings"/>
              <a:buChar char=""/>
              <a:tabLst>
                <a:tab pos="1155700" algn="l"/>
              </a:tabLst>
            </a:pPr>
            <a:r>
              <a:rPr dirty="0" sz="2000">
                <a:latin typeface="UKIJ CJK"/>
                <a:cs typeface="UKIJ CJK"/>
              </a:rPr>
              <a:t>每个网络既可自行运行也可网间互</a:t>
            </a:r>
            <a:r>
              <a:rPr dirty="0" sz="2000" spc="5">
                <a:latin typeface="UKIJ CJK"/>
                <a:cs typeface="UKIJ CJK"/>
              </a:rPr>
              <a:t>联</a:t>
            </a:r>
            <a:endParaRPr sz="2000">
              <a:latin typeface="UKIJ CJK"/>
              <a:cs typeface="UKIJ CJK"/>
            </a:endParaRPr>
          </a:p>
          <a:p>
            <a:pPr lvl="1" marL="755650" indent="-285750">
              <a:lnSpc>
                <a:spcPct val="100000"/>
              </a:lnSpc>
              <a:spcBef>
                <a:spcPts val="1075"/>
              </a:spcBef>
              <a:buClr>
                <a:srgbClr val="0000FF"/>
              </a:buClr>
              <a:buSzPct val="80000"/>
              <a:buFont typeface="Wingdings"/>
              <a:buChar char=""/>
              <a:tabLst>
                <a:tab pos="755650" algn="l"/>
              </a:tabLst>
            </a:pPr>
            <a:r>
              <a:rPr dirty="0" sz="2000">
                <a:latin typeface="UKIJ CJK"/>
                <a:cs typeface="UKIJ CJK"/>
              </a:rPr>
              <a:t>尽力而为的服务模型</a:t>
            </a:r>
            <a:r>
              <a:rPr dirty="0" sz="2000" spc="-5">
                <a:latin typeface="Times New Roman"/>
                <a:cs typeface="Times New Roman"/>
              </a:rPr>
              <a:t>-best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effort </a:t>
            </a:r>
            <a:r>
              <a:rPr dirty="0" sz="2000" spc="-5">
                <a:latin typeface="Times New Roman"/>
                <a:cs typeface="Times New Roman"/>
              </a:rPr>
              <a:t>service model</a:t>
            </a:r>
            <a:endParaRPr sz="2000">
              <a:latin typeface="Times New Roman"/>
              <a:cs typeface="Times New Roman"/>
            </a:endParaRPr>
          </a:p>
          <a:p>
            <a:pPr lvl="2" marL="1155700" indent="-228600">
              <a:lnSpc>
                <a:spcPct val="100000"/>
              </a:lnSpc>
              <a:spcBef>
                <a:spcPts val="965"/>
              </a:spcBef>
              <a:buClr>
                <a:srgbClr val="0000FF"/>
              </a:buClr>
              <a:buSzPct val="75000"/>
              <a:buFont typeface="Wingdings"/>
              <a:buChar char=""/>
              <a:tabLst>
                <a:tab pos="1155700" algn="l"/>
              </a:tabLst>
            </a:pPr>
            <a:r>
              <a:rPr dirty="0" sz="2000">
                <a:latin typeface="UKIJ CJK"/>
                <a:cs typeface="UKIJ CJK"/>
              </a:rPr>
              <a:t>丢弃的分组被重传而实现误码恢</a:t>
            </a:r>
            <a:r>
              <a:rPr dirty="0" sz="2000" spc="5">
                <a:latin typeface="UKIJ CJK"/>
                <a:cs typeface="UKIJ CJK"/>
              </a:rPr>
              <a:t>复</a:t>
            </a:r>
            <a:endParaRPr sz="2000">
              <a:latin typeface="UKIJ CJK"/>
              <a:cs typeface="UKIJ CJK"/>
            </a:endParaRPr>
          </a:p>
          <a:p>
            <a:pPr lvl="1" marL="755015" marR="82550" indent="-285750">
              <a:lnSpc>
                <a:spcPct val="100000"/>
              </a:lnSpc>
              <a:spcBef>
                <a:spcPts val="680"/>
              </a:spcBef>
              <a:buClr>
                <a:srgbClr val="0000FF"/>
              </a:buClr>
              <a:buSzPct val="80000"/>
              <a:buFont typeface="Wingdings"/>
              <a:buChar char=""/>
              <a:tabLst>
                <a:tab pos="755650" algn="l"/>
              </a:tabLst>
            </a:pPr>
            <a:r>
              <a:rPr dirty="0" sz="2000">
                <a:latin typeface="UKIJ CJK"/>
                <a:cs typeface="UKIJ CJK"/>
              </a:rPr>
              <a:t>无状态路由器</a:t>
            </a:r>
            <a:r>
              <a:rPr dirty="0" sz="2000" spc="-5">
                <a:latin typeface="Times New Roman"/>
                <a:cs typeface="Times New Roman"/>
              </a:rPr>
              <a:t>-stateless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routers-</a:t>
            </a:r>
            <a:r>
              <a:rPr dirty="0" sz="2000">
                <a:solidFill>
                  <a:srgbClr val="FF0000"/>
                </a:solidFill>
                <a:latin typeface="UKIJ CJK"/>
                <a:cs typeface="UKIJ CJK"/>
              </a:rPr>
              <a:t>任何类型的网络可通过网关连接到另</a:t>
            </a:r>
            <a:r>
              <a:rPr dirty="0" sz="2000" spc="-630">
                <a:solidFill>
                  <a:srgbClr val="FF0000"/>
                </a:solidFill>
                <a:latin typeface="UKIJ CJK"/>
                <a:cs typeface="UKIJ CJK"/>
              </a:rPr>
              <a:t>一</a:t>
            </a:r>
            <a:r>
              <a:rPr dirty="0" sz="2000" spc="5">
                <a:solidFill>
                  <a:srgbClr val="FF0000"/>
                </a:solidFill>
                <a:latin typeface="UKIJ CJK"/>
                <a:cs typeface="UKIJ CJK"/>
              </a:rPr>
              <a:t>个 </a:t>
            </a:r>
            <a:r>
              <a:rPr dirty="0" sz="2000">
                <a:solidFill>
                  <a:srgbClr val="FF0000"/>
                </a:solidFill>
                <a:latin typeface="UKIJ CJK"/>
                <a:cs typeface="UKIJ CJK"/>
              </a:rPr>
              <a:t>其他类型网</a:t>
            </a:r>
            <a:r>
              <a:rPr dirty="0" sz="2000" spc="5">
                <a:solidFill>
                  <a:srgbClr val="FF0000"/>
                </a:solidFill>
                <a:latin typeface="UKIJ CJK"/>
                <a:cs typeface="UKIJ CJK"/>
              </a:rPr>
              <a:t>络</a:t>
            </a:r>
            <a:endParaRPr sz="2000">
              <a:latin typeface="UKIJ CJK"/>
              <a:cs typeface="UKIJ CJK"/>
            </a:endParaRPr>
          </a:p>
          <a:p>
            <a:pPr lvl="2" marL="1155700" indent="-228600">
              <a:lnSpc>
                <a:spcPct val="100000"/>
              </a:lnSpc>
              <a:spcBef>
                <a:spcPts val="880"/>
              </a:spcBef>
              <a:buClr>
                <a:srgbClr val="0000FF"/>
              </a:buClr>
              <a:buSzPct val="75000"/>
              <a:buFont typeface="Wingdings"/>
              <a:buChar char=""/>
              <a:tabLst>
                <a:tab pos="1155700" algn="l"/>
              </a:tabLst>
            </a:pPr>
            <a:r>
              <a:rPr dirty="0" sz="2000">
                <a:latin typeface="UKIJ CJK"/>
                <a:cs typeface="UKIJ CJK"/>
              </a:rPr>
              <a:t>不保存任何经过的数据信</a:t>
            </a:r>
            <a:r>
              <a:rPr dirty="0" sz="2000" spc="5">
                <a:latin typeface="UKIJ CJK"/>
                <a:cs typeface="UKIJ CJK"/>
              </a:rPr>
              <a:t>息</a:t>
            </a:r>
            <a:endParaRPr sz="2000">
              <a:latin typeface="UKIJ CJK"/>
              <a:cs typeface="UKIJ CJK"/>
            </a:endParaRPr>
          </a:p>
          <a:p>
            <a:pPr lvl="1" marL="755650" indent="-285750">
              <a:lnSpc>
                <a:spcPct val="100000"/>
              </a:lnSpc>
              <a:spcBef>
                <a:spcPts val="1080"/>
              </a:spcBef>
              <a:buClr>
                <a:srgbClr val="0000FF"/>
              </a:buClr>
              <a:buSzPct val="80000"/>
              <a:buFont typeface="Wingdings"/>
              <a:buChar char=""/>
              <a:tabLst>
                <a:tab pos="755650" algn="l"/>
              </a:tabLst>
            </a:pPr>
            <a:r>
              <a:rPr dirty="0" sz="2000">
                <a:latin typeface="UKIJ CJK"/>
                <a:cs typeface="UKIJ CJK"/>
              </a:rPr>
              <a:t>分布式控制</a:t>
            </a:r>
            <a:r>
              <a:rPr dirty="0" sz="2000" spc="-5">
                <a:latin typeface="Times New Roman"/>
                <a:cs typeface="Times New Roman"/>
              </a:rPr>
              <a:t>-decentralized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control</a:t>
            </a:r>
            <a:endParaRPr sz="2000">
              <a:latin typeface="Times New Roman"/>
              <a:cs typeface="Times New Roman"/>
            </a:endParaRPr>
          </a:p>
          <a:p>
            <a:pPr lvl="2" marL="1155700" indent="-228600">
              <a:lnSpc>
                <a:spcPct val="100000"/>
              </a:lnSpc>
              <a:spcBef>
                <a:spcPts val="960"/>
              </a:spcBef>
              <a:buClr>
                <a:srgbClr val="0000FF"/>
              </a:buClr>
              <a:buSzPct val="75000"/>
              <a:buFont typeface="Wingdings"/>
              <a:buChar char=""/>
              <a:tabLst>
                <a:tab pos="1155700" algn="l"/>
              </a:tabLst>
            </a:pPr>
            <a:r>
              <a:rPr dirty="0" sz="2000">
                <a:latin typeface="UKIJ CJK"/>
                <a:cs typeface="UKIJ CJK"/>
              </a:rPr>
              <a:t>没有集中的网络管理和控</a:t>
            </a:r>
            <a:r>
              <a:rPr dirty="0" sz="2000" spc="5">
                <a:latin typeface="UKIJ CJK"/>
                <a:cs typeface="UKIJ CJK"/>
              </a:rPr>
              <a:t>制</a:t>
            </a:r>
            <a:endParaRPr sz="2000">
              <a:latin typeface="UKIJ CJK"/>
              <a:cs typeface="UKIJ CJK"/>
            </a:endParaRPr>
          </a:p>
          <a:p>
            <a:pPr marL="355600" indent="-342900">
              <a:lnSpc>
                <a:spcPct val="100000"/>
              </a:lnSpc>
              <a:spcBef>
                <a:spcPts val="1105"/>
              </a:spcBef>
              <a:buClr>
                <a:srgbClr val="0000FF"/>
              </a:buClr>
              <a:buSzPct val="85416"/>
              <a:buFont typeface="Wingdings"/>
              <a:buChar char=""/>
              <a:tabLst>
                <a:tab pos="355600" algn="l"/>
              </a:tabLst>
            </a:pPr>
            <a:r>
              <a:rPr dirty="0" sz="2400">
                <a:latin typeface="UKIJ CJK"/>
                <a:cs typeface="UKIJ CJK"/>
              </a:rPr>
              <a:t>定义了今天的互联网</a:t>
            </a:r>
            <a:r>
              <a:rPr dirty="0" sz="2400">
                <a:solidFill>
                  <a:srgbClr val="FF0000"/>
                </a:solidFill>
                <a:latin typeface="UKIJ CJK"/>
                <a:cs typeface="UKIJ CJK"/>
              </a:rPr>
              <a:t>体系结构</a:t>
            </a:r>
            <a:endParaRPr sz="2400">
              <a:latin typeface="UKIJ CJK"/>
              <a:cs typeface="UKIJ CJK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4190" y="850670"/>
            <a:ext cx="8056880" cy="3608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9900"/>
              </a:lnSpc>
              <a:spcBef>
                <a:spcPts val="100"/>
              </a:spcBef>
            </a:pPr>
            <a:r>
              <a:rPr dirty="0" sz="2800" spc="25">
                <a:latin typeface="Times New Roman"/>
                <a:cs typeface="Times New Roman"/>
              </a:rPr>
              <a:t>T</a:t>
            </a:r>
            <a:r>
              <a:rPr dirty="0" sz="2800" spc="30">
                <a:latin typeface="Times New Roman"/>
                <a:cs typeface="Times New Roman"/>
              </a:rPr>
              <a:t>C</a:t>
            </a:r>
            <a:r>
              <a:rPr dirty="0" sz="2800" spc="25">
                <a:latin typeface="Times New Roman"/>
                <a:cs typeface="Times New Roman"/>
              </a:rPr>
              <a:t>P/</a:t>
            </a:r>
            <a:r>
              <a:rPr dirty="0" sz="2800" spc="20">
                <a:latin typeface="Times New Roman"/>
                <a:cs typeface="Times New Roman"/>
              </a:rPr>
              <a:t>I</a:t>
            </a:r>
            <a:r>
              <a:rPr dirty="0" sz="2800" spc="25">
                <a:latin typeface="Times New Roman"/>
                <a:cs typeface="Times New Roman"/>
              </a:rPr>
              <a:t>P</a:t>
            </a:r>
            <a:r>
              <a:rPr dirty="0" sz="2800" spc="30">
                <a:latin typeface="UKIJ CJK"/>
                <a:cs typeface="UKIJ CJK"/>
              </a:rPr>
              <a:t>协议是</a:t>
            </a:r>
            <a:r>
              <a:rPr dirty="0" sz="2800" spc="20">
                <a:latin typeface="Times New Roman"/>
                <a:cs typeface="Times New Roman"/>
              </a:rPr>
              <a:t>I</a:t>
            </a:r>
            <a:r>
              <a:rPr dirty="0" sz="2800" spc="25">
                <a:latin typeface="Times New Roman"/>
                <a:cs typeface="Times New Roman"/>
              </a:rPr>
              <a:t>nte</a:t>
            </a:r>
            <a:r>
              <a:rPr dirty="0" sz="2800" spc="20">
                <a:latin typeface="Times New Roman"/>
                <a:cs typeface="Times New Roman"/>
              </a:rPr>
              <a:t>r</a:t>
            </a:r>
            <a:r>
              <a:rPr dirty="0" sz="2800" spc="25">
                <a:latin typeface="Times New Roman"/>
                <a:cs typeface="Times New Roman"/>
              </a:rPr>
              <a:t>net</a:t>
            </a:r>
            <a:r>
              <a:rPr dirty="0" sz="2800" spc="30">
                <a:latin typeface="UKIJ CJK"/>
                <a:cs typeface="UKIJ CJK"/>
              </a:rPr>
              <a:t>最基本的协议。在</a:t>
            </a:r>
            <a:r>
              <a:rPr dirty="0" sz="2800" spc="20">
                <a:latin typeface="Times New Roman"/>
                <a:cs typeface="Times New Roman"/>
              </a:rPr>
              <a:t>I</a:t>
            </a:r>
            <a:r>
              <a:rPr dirty="0" sz="2800" spc="25">
                <a:latin typeface="Times New Roman"/>
                <a:cs typeface="Times New Roman"/>
              </a:rPr>
              <a:t>nte</a:t>
            </a:r>
            <a:r>
              <a:rPr dirty="0" sz="2800" spc="20">
                <a:latin typeface="Times New Roman"/>
                <a:cs typeface="Times New Roman"/>
              </a:rPr>
              <a:t>r</a:t>
            </a:r>
            <a:r>
              <a:rPr dirty="0" sz="2800" spc="25">
                <a:latin typeface="Times New Roman"/>
                <a:cs typeface="Times New Roman"/>
              </a:rPr>
              <a:t>net</a:t>
            </a:r>
            <a:r>
              <a:rPr dirty="0" sz="2800" spc="35">
                <a:latin typeface="UKIJ CJK"/>
                <a:cs typeface="UKIJ CJK"/>
              </a:rPr>
              <a:t>没</a:t>
            </a:r>
            <a:r>
              <a:rPr dirty="0" sz="2800" spc="-5">
                <a:latin typeface="UKIJ CJK"/>
                <a:cs typeface="UKIJ CJK"/>
              </a:rPr>
              <a:t>有 </a:t>
            </a:r>
            <a:r>
              <a:rPr dirty="0" sz="2800" spc="75">
                <a:latin typeface="UKIJ CJK"/>
                <a:cs typeface="UKIJ CJK"/>
              </a:rPr>
              <a:t>形成之前，世界</a:t>
            </a:r>
            <a:r>
              <a:rPr dirty="0" sz="2800" spc="80">
                <a:latin typeface="UKIJ CJK"/>
                <a:cs typeface="UKIJ CJK"/>
              </a:rPr>
              <a:t>各地已经建立了很多小型网络，</a:t>
            </a:r>
            <a:r>
              <a:rPr dirty="0" sz="2800" spc="-5">
                <a:latin typeface="UKIJ CJK"/>
                <a:cs typeface="UKIJ CJK"/>
              </a:rPr>
              <a:t>但 </a:t>
            </a:r>
            <a:r>
              <a:rPr dirty="0" sz="2800" spc="75">
                <a:latin typeface="UKIJ CJK"/>
                <a:cs typeface="UKIJ CJK"/>
              </a:rPr>
              <a:t>这些网络存在不</a:t>
            </a:r>
            <a:r>
              <a:rPr dirty="0" sz="2800" spc="80">
                <a:latin typeface="UKIJ CJK"/>
                <a:cs typeface="UKIJ CJK"/>
              </a:rPr>
              <a:t>同的网络结构和数据传输规则，</a:t>
            </a:r>
            <a:r>
              <a:rPr dirty="0" sz="2800" spc="-5">
                <a:latin typeface="UKIJ CJK"/>
                <a:cs typeface="UKIJ CJK"/>
              </a:rPr>
              <a:t>要 </a:t>
            </a:r>
            <a:r>
              <a:rPr dirty="0" sz="2800" spc="75">
                <a:latin typeface="UKIJ CJK"/>
                <a:cs typeface="UKIJ CJK"/>
              </a:rPr>
              <a:t>将它们连接起来</a:t>
            </a:r>
            <a:r>
              <a:rPr dirty="0" sz="2800" spc="80">
                <a:latin typeface="UKIJ CJK"/>
                <a:cs typeface="UKIJ CJK"/>
              </a:rPr>
              <a:t>互相通信，就好比要让使用不同</a:t>
            </a:r>
            <a:r>
              <a:rPr dirty="0" sz="2800" spc="-5">
                <a:latin typeface="UKIJ CJK"/>
                <a:cs typeface="UKIJ CJK"/>
              </a:rPr>
              <a:t>语 </a:t>
            </a:r>
            <a:r>
              <a:rPr dirty="0" sz="2800" spc="75">
                <a:latin typeface="UKIJ CJK"/>
                <a:cs typeface="UKIJ CJK"/>
              </a:rPr>
              <a:t>言的人们交流一</a:t>
            </a:r>
            <a:r>
              <a:rPr dirty="0" sz="2800" spc="80">
                <a:latin typeface="UKIJ CJK"/>
                <a:cs typeface="UKIJ CJK"/>
              </a:rPr>
              <a:t>样，需要建立一种大家都听得懂</a:t>
            </a:r>
            <a:r>
              <a:rPr dirty="0" sz="2800" spc="-5">
                <a:latin typeface="UKIJ CJK"/>
                <a:cs typeface="UKIJ CJK"/>
              </a:rPr>
              <a:t>的 </a:t>
            </a:r>
            <a:r>
              <a:rPr dirty="0" sz="2800" spc="325">
                <a:latin typeface="UKIJ CJK"/>
                <a:cs typeface="UKIJ CJK"/>
              </a:rPr>
              <a:t>语言</a:t>
            </a:r>
            <a:r>
              <a:rPr dirty="0" sz="2800" spc="-5">
                <a:latin typeface="UKIJ CJK"/>
                <a:cs typeface="UKIJ CJK"/>
              </a:rPr>
              <a:t>，</a:t>
            </a:r>
            <a:r>
              <a:rPr dirty="0" sz="2800" spc="-440">
                <a:latin typeface="UKIJ CJK"/>
                <a:cs typeface="UKIJ CJK"/>
              </a:rPr>
              <a:t> </a:t>
            </a:r>
            <a:r>
              <a:rPr dirty="0" sz="2800" spc="330">
                <a:latin typeface="UKIJ CJK"/>
                <a:cs typeface="UKIJ CJK"/>
              </a:rPr>
              <a:t>而</a:t>
            </a:r>
            <a:r>
              <a:rPr dirty="0" sz="2800" spc="245">
                <a:latin typeface="Times New Roman"/>
                <a:cs typeface="Times New Roman"/>
              </a:rPr>
              <a:t>TCP/</a:t>
            </a:r>
            <a:r>
              <a:rPr dirty="0" sz="2800" spc="-400">
                <a:latin typeface="Times New Roman"/>
                <a:cs typeface="Times New Roman"/>
              </a:rPr>
              <a:t> </a:t>
            </a:r>
            <a:r>
              <a:rPr dirty="0" sz="2800" spc="325">
                <a:latin typeface="Times New Roman"/>
                <a:cs typeface="Times New Roman"/>
              </a:rPr>
              <a:t>IP</a:t>
            </a:r>
            <a:r>
              <a:rPr dirty="0" sz="2800" spc="330">
                <a:latin typeface="UKIJ CJK"/>
                <a:cs typeface="UKIJ CJK"/>
              </a:rPr>
              <a:t>就能实现这个功能</a:t>
            </a:r>
            <a:r>
              <a:rPr dirty="0" sz="2800" spc="-5">
                <a:latin typeface="UKIJ CJK"/>
                <a:cs typeface="UKIJ CJK"/>
              </a:rPr>
              <a:t>，</a:t>
            </a:r>
            <a:r>
              <a:rPr dirty="0" sz="2800" spc="-430">
                <a:latin typeface="UKIJ CJK"/>
                <a:cs typeface="UKIJ CJK"/>
              </a:rPr>
              <a:t> </a:t>
            </a:r>
            <a:r>
              <a:rPr dirty="0" sz="2800" spc="330">
                <a:latin typeface="UKIJ CJK"/>
                <a:cs typeface="UKIJ CJK"/>
              </a:rPr>
              <a:t>它就好</a:t>
            </a:r>
            <a:r>
              <a:rPr dirty="0" sz="2800" spc="-5">
                <a:latin typeface="UKIJ CJK"/>
                <a:cs typeface="UKIJ CJK"/>
              </a:rPr>
              <a:t>比 </a:t>
            </a:r>
            <a:r>
              <a:rPr dirty="0" sz="2800" spc="-5">
                <a:latin typeface="Times New Roman"/>
                <a:cs typeface="Times New Roman"/>
              </a:rPr>
              <a:t>Internet</a:t>
            </a:r>
            <a:r>
              <a:rPr dirty="0" sz="2800">
                <a:latin typeface="UKIJ CJK"/>
                <a:cs typeface="UKIJ CJK"/>
              </a:rPr>
              <a:t>上的</a:t>
            </a:r>
            <a:r>
              <a:rPr dirty="0" sz="2800" spc="1780">
                <a:latin typeface="UKIJ CJK"/>
                <a:cs typeface="UKIJ CJK"/>
              </a:rPr>
              <a:t>“</a:t>
            </a:r>
            <a:r>
              <a:rPr dirty="0" sz="2800">
                <a:latin typeface="UKIJ CJK"/>
                <a:cs typeface="UKIJ CJK"/>
              </a:rPr>
              <a:t>世界语</a:t>
            </a:r>
            <a:r>
              <a:rPr dirty="0" sz="2800" spc="1780">
                <a:latin typeface="UKIJ CJK"/>
                <a:cs typeface="UKIJ CJK"/>
              </a:rPr>
              <a:t>”</a:t>
            </a:r>
            <a:r>
              <a:rPr dirty="0" sz="2800" spc="-5">
                <a:latin typeface="UKIJ CJK"/>
                <a:cs typeface="UKIJ CJK"/>
              </a:rPr>
              <a:t>。</a:t>
            </a:r>
            <a:endParaRPr sz="2800">
              <a:latin typeface="UKIJ CJK"/>
              <a:cs typeface="UKIJ CJK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311784"/>
            <a:ext cx="448500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01065" algn="l"/>
              </a:tabLst>
            </a:pPr>
            <a:r>
              <a:rPr dirty="0" sz="2800" spc="-5" b="1">
                <a:latin typeface="Times New Roman"/>
                <a:cs typeface="Times New Roman"/>
              </a:rPr>
              <a:t>1.2.1</a:t>
            </a:r>
            <a:r>
              <a:rPr dirty="0" sz="2800" spc="-5" b="1">
                <a:latin typeface="Times New Roman"/>
                <a:cs typeface="Times New Roman"/>
              </a:rPr>
              <a:t>	</a:t>
            </a:r>
            <a:r>
              <a:rPr dirty="0" sz="2800" spc="15" b="0">
                <a:latin typeface="WenQuanYi Zen Hei Mono"/>
                <a:cs typeface="WenQuanYi Zen Hei Mono"/>
              </a:rPr>
              <a:t>用</a:t>
            </a:r>
            <a:r>
              <a:rPr dirty="0" sz="2800" spc="-5" b="1">
                <a:latin typeface="Times New Roman"/>
                <a:cs typeface="Times New Roman"/>
              </a:rPr>
              <a:t>IP</a:t>
            </a:r>
            <a:r>
              <a:rPr dirty="0" sz="2800" spc="15" b="0">
                <a:latin typeface="WenQuanYi Zen Hei Mono"/>
                <a:cs typeface="WenQuanYi Zen Hei Mono"/>
              </a:rPr>
              <a:t>实现异构网络互</a:t>
            </a:r>
            <a:r>
              <a:rPr dirty="0" sz="2800" spc="-5" b="0">
                <a:latin typeface="WenQuanYi Zen Hei Mono"/>
                <a:cs typeface="WenQuanYi Zen Hei Mono"/>
              </a:rPr>
              <a:t>联</a:t>
            </a:r>
            <a:endParaRPr sz="2800">
              <a:latin typeface="WenQuanYi Zen Hei Mono"/>
              <a:cs typeface="WenQuanYi Zen Hei Mono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87400" y="1219200"/>
            <a:ext cx="926465" cy="3341370"/>
            <a:chOff x="787400" y="1219200"/>
            <a:chExt cx="926465" cy="3341370"/>
          </a:xfrm>
        </p:grpSpPr>
        <p:sp>
          <p:nvSpPr>
            <p:cNvPr id="4" name="object 4"/>
            <p:cNvSpPr/>
            <p:nvPr/>
          </p:nvSpPr>
          <p:spPr>
            <a:xfrm>
              <a:off x="1675498" y="1219200"/>
              <a:ext cx="38100" cy="3341370"/>
            </a:xfrm>
            <a:custGeom>
              <a:avLst/>
              <a:gdLst/>
              <a:ahLst/>
              <a:cxnLst/>
              <a:rect l="l" t="t" r="r" b="b"/>
              <a:pathLst>
                <a:path w="38100" h="3341370">
                  <a:moveTo>
                    <a:pt x="38100" y="3341077"/>
                  </a:moveTo>
                  <a:lnTo>
                    <a:pt x="0" y="3341077"/>
                  </a:lnTo>
                  <a:lnTo>
                    <a:pt x="0" y="0"/>
                  </a:lnTo>
                  <a:lnTo>
                    <a:pt x="38100" y="0"/>
                  </a:lnTo>
                  <a:lnTo>
                    <a:pt x="38100" y="33410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87400" y="1632076"/>
              <a:ext cx="907415" cy="2515870"/>
            </a:xfrm>
            <a:custGeom>
              <a:avLst/>
              <a:gdLst/>
              <a:ahLst/>
              <a:cxnLst/>
              <a:rect l="l" t="t" r="r" b="b"/>
              <a:pathLst>
                <a:path w="907414" h="2515870">
                  <a:moveTo>
                    <a:pt x="907148" y="2505799"/>
                  </a:moveTo>
                  <a:lnTo>
                    <a:pt x="0" y="2505799"/>
                  </a:lnTo>
                  <a:lnTo>
                    <a:pt x="0" y="2515324"/>
                  </a:lnTo>
                  <a:lnTo>
                    <a:pt x="907148" y="2515324"/>
                  </a:lnTo>
                  <a:lnTo>
                    <a:pt x="907148" y="2505799"/>
                  </a:lnTo>
                  <a:close/>
                </a:path>
                <a:path w="907414" h="2515870">
                  <a:moveTo>
                    <a:pt x="907148" y="1921116"/>
                  </a:moveTo>
                  <a:lnTo>
                    <a:pt x="0" y="1921116"/>
                  </a:lnTo>
                  <a:lnTo>
                    <a:pt x="0" y="1930641"/>
                  </a:lnTo>
                  <a:lnTo>
                    <a:pt x="907148" y="1930641"/>
                  </a:lnTo>
                  <a:lnTo>
                    <a:pt x="907148" y="1921116"/>
                  </a:lnTo>
                  <a:close/>
                </a:path>
                <a:path w="907414" h="2515870">
                  <a:moveTo>
                    <a:pt x="907148" y="1252893"/>
                  </a:moveTo>
                  <a:lnTo>
                    <a:pt x="0" y="1252893"/>
                  </a:lnTo>
                  <a:lnTo>
                    <a:pt x="0" y="1262418"/>
                  </a:lnTo>
                  <a:lnTo>
                    <a:pt x="907148" y="1262418"/>
                  </a:lnTo>
                  <a:lnTo>
                    <a:pt x="907148" y="1252893"/>
                  </a:lnTo>
                  <a:close/>
                </a:path>
                <a:path w="907414" h="2515870">
                  <a:moveTo>
                    <a:pt x="907148" y="584682"/>
                  </a:moveTo>
                  <a:lnTo>
                    <a:pt x="0" y="584682"/>
                  </a:lnTo>
                  <a:lnTo>
                    <a:pt x="0" y="594207"/>
                  </a:lnTo>
                  <a:lnTo>
                    <a:pt x="907148" y="594207"/>
                  </a:lnTo>
                  <a:lnTo>
                    <a:pt x="907148" y="584682"/>
                  </a:lnTo>
                  <a:close/>
                </a:path>
                <a:path w="907414" h="2515870">
                  <a:moveTo>
                    <a:pt x="907148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907148" y="9525"/>
                  </a:lnTo>
                  <a:lnTo>
                    <a:pt x="9071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990600" y="4324349"/>
              <a:ext cx="685800" cy="38100"/>
            </a:xfrm>
            <a:custGeom>
              <a:avLst/>
              <a:gdLst/>
              <a:ahLst/>
              <a:cxnLst/>
              <a:rect l="l" t="t" r="r" b="b"/>
              <a:pathLst>
                <a:path w="685800" h="38100">
                  <a:moveTo>
                    <a:pt x="152400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52400" y="38100"/>
                  </a:lnTo>
                  <a:lnTo>
                    <a:pt x="152400" y="0"/>
                  </a:lnTo>
                  <a:close/>
                </a:path>
                <a:path w="685800" h="38100">
                  <a:moveTo>
                    <a:pt x="419100" y="0"/>
                  </a:moveTo>
                  <a:lnTo>
                    <a:pt x="266700" y="0"/>
                  </a:lnTo>
                  <a:lnTo>
                    <a:pt x="266700" y="38100"/>
                  </a:lnTo>
                  <a:lnTo>
                    <a:pt x="419100" y="38100"/>
                  </a:lnTo>
                  <a:lnTo>
                    <a:pt x="419100" y="0"/>
                  </a:lnTo>
                  <a:close/>
                </a:path>
                <a:path w="685800" h="38100">
                  <a:moveTo>
                    <a:pt x="685800" y="0"/>
                  </a:moveTo>
                  <a:lnTo>
                    <a:pt x="533400" y="0"/>
                  </a:lnTo>
                  <a:lnTo>
                    <a:pt x="533400" y="38100"/>
                  </a:lnTo>
                  <a:lnTo>
                    <a:pt x="685800" y="381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333787" y="1469148"/>
            <a:ext cx="408940" cy="433070"/>
            <a:chOff x="333787" y="1469148"/>
            <a:chExt cx="408940" cy="433070"/>
          </a:xfrm>
        </p:grpSpPr>
        <p:sp>
          <p:nvSpPr>
            <p:cNvPr id="8" name="object 8"/>
            <p:cNvSpPr/>
            <p:nvPr/>
          </p:nvSpPr>
          <p:spPr>
            <a:xfrm>
              <a:off x="394893" y="1733092"/>
              <a:ext cx="345440" cy="43815"/>
            </a:xfrm>
            <a:custGeom>
              <a:avLst/>
              <a:gdLst/>
              <a:ahLst/>
              <a:cxnLst/>
              <a:rect l="l" t="t" r="r" b="b"/>
              <a:pathLst>
                <a:path w="345440" h="43814">
                  <a:moveTo>
                    <a:pt x="304139" y="43561"/>
                  </a:moveTo>
                  <a:lnTo>
                    <a:pt x="0" y="43561"/>
                  </a:lnTo>
                  <a:lnTo>
                    <a:pt x="40716" y="0"/>
                  </a:lnTo>
                  <a:lnTo>
                    <a:pt x="344843" y="0"/>
                  </a:lnTo>
                  <a:lnTo>
                    <a:pt x="304139" y="43561"/>
                  </a:lnTo>
                  <a:close/>
                </a:path>
              </a:pathLst>
            </a:custGeom>
            <a:solidFill>
              <a:srgbClr val="C8C8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96087" y="1734362"/>
              <a:ext cx="345440" cy="43815"/>
            </a:xfrm>
            <a:custGeom>
              <a:avLst/>
              <a:gdLst/>
              <a:ahLst/>
              <a:cxnLst/>
              <a:rect l="l" t="t" r="r" b="b"/>
              <a:pathLst>
                <a:path w="345440" h="43814">
                  <a:moveTo>
                    <a:pt x="304139" y="43573"/>
                  </a:moveTo>
                  <a:lnTo>
                    <a:pt x="0" y="43573"/>
                  </a:lnTo>
                  <a:lnTo>
                    <a:pt x="40716" y="0"/>
                  </a:lnTo>
                  <a:lnTo>
                    <a:pt x="344843" y="0"/>
                  </a:lnTo>
                  <a:lnTo>
                    <a:pt x="304139" y="43573"/>
                  </a:lnTo>
                  <a:close/>
                </a:path>
              </a:pathLst>
            </a:custGeom>
            <a:solidFill>
              <a:srgbClr val="C8C8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96087" y="1734362"/>
              <a:ext cx="345440" cy="43815"/>
            </a:xfrm>
            <a:custGeom>
              <a:avLst/>
              <a:gdLst/>
              <a:ahLst/>
              <a:cxnLst/>
              <a:rect l="l" t="t" r="r" b="b"/>
              <a:pathLst>
                <a:path w="345440" h="43814">
                  <a:moveTo>
                    <a:pt x="0" y="43573"/>
                  </a:moveTo>
                  <a:lnTo>
                    <a:pt x="40716" y="0"/>
                  </a:lnTo>
                  <a:lnTo>
                    <a:pt x="344843" y="0"/>
                  </a:lnTo>
                  <a:lnTo>
                    <a:pt x="304139" y="43573"/>
                  </a:lnTo>
                  <a:lnTo>
                    <a:pt x="0" y="43573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94893" y="1776653"/>
              <a:ext cx="305435" cy="61594"/>
            </a:xfrm>
            <a:custGeom>
              <a:avLst/>
              <a:gdLst/>
              <a:ahLst/>
              <a:cxnLst/>
              <a:rect l="l" t="t" r="r" b="b"/>
              <a:pathLst>
                <a:path w="305434" h="61594">
                  <a:moveTo>
                    <a:pt x="305320" y="1282"/>
                  </a:moveTo>
                  <a:lnTo>
                    <a:pt x="304139" y="1282"/>
                  </a:lnTo>
                  <a:lnTo>
                    <a:pt x="304139" y="0"/>
                  </a:lnTo>
                  <a:lnTo>
                    <a:pt x="0" y="0"/>
                  </a:lnTo>
                  <a:lnTo>
                    <a:pt x="0" y="60223"/>
                  </a:lnTo>
                  <a:lnTo>
                    <a:pt x="1193" y="60223"/>
                  </a:lnTo>
                  <a:lnTo>
                    <a:pt x="1193" y="61506"/>
                  </a:lnTo>
                  <a:lnTo>
                    <a:pt x="305320" y="61506"/>
                  </a:lnTo>
                  <a:lnTo>
                    <a:pt x="305320" y="1282"/>
                  </a:lnTo>
                  <a:close/>
                </a:path>
              </a:pathLst>
            </a:custGeom>
            <a:solidFill>
              <a:srgbClr val="B7B7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96087" y="1777936"/>
              <a:ext cx="304165" cy="60325"/>
            </a:xfrm>
            <a:custGeom>
              <a:avLst/>
              <a:gdLst/>
              <a:ahLst/>
              <a:cxnLst/>
              <a:rect l="l" t="t" r="r" b="b"/>
              <a:pathLst>
                <a:path w="304165" h="60325">
                  <a:moveTo>
                    <a:pt x="0" y="0"/>
                  </a:moveTo>
                  <a:lnTo>
                    <a:pt x="304139" y="0"/>
                  </a:lnTo>
                  <a:lnTo>
                    <a:pt x="304139" y="60223"/>
                  </a:lnTo>
                  <a:lnTo>
                    <a:pt x="0" y="60223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99033" y="1733092"/>
              <a:ext cx="41910" cy="104775"/>
            </a:xfrm>
            <a:custGeom>
              <a:avLst/>
              <a:gdLst/>
              <a:ahLst/>
              <a:cxnLst/>
              <a:rect l="l" t="t" r="r" b="b"/>
              <a:pathLst>
                <a:path w="41909" h="104775">
                  <a:moveTo>
                    <a:pt x="41897" y="1270"/>
                  </a:moveTo>
                  <a:lnTo>
                    <a:pt x="40703" y="2552"/>
                  </a:lnTo>
                  <a:lnTo>
                    <a:pt x="40703" y="0"/>
                  </a:lnTo>
                  <a:lnTo>
                    <a:pt x="0" y="43561"/>
                  </a:lnTo>
                  <a:lnTo>
                    <a:pt x="0" y="103136"/>
                  </a:lnTo>
                  <a:lnTo>
                    <a:pt x="1193" y="101879"/>
                  </a:lnTo>
                  <a:lnTo>
                    <a:pt x="1193" y="104419"/>
                  </a:lnTo>
                  <a:lnTo>
                    <a:pt x="41897" y="61493"/>
                  </a:lnTo>
                  <a:lnTo>
                    <a:pt x="41897" y="1270"/>
                  </a:lnTo>
                  <a:close/>
                </a:path>
              </a:pathLst>
            </a:custGeom>
            <a:solidFill>
              <a:srgbClr val="7979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700227" y="1734362"/>
              <a:ext cx="41275" cy="103505"/>
            </a:xfrm>
            <a:custGeom>
              <a:avLst/>
              <a:gdLst/>
              <a:ahLst/>
              <a:cxnLst/>
              <a:rect l="l" t="t" r="r" b="b"/>
              <a:pathLst>
                <a:path w="41275" h="103505">
                  <a:moveTo>
                    <a:pt x="0" y="103149"/>
                  </a:moveTo>
                  <a:lnTo>
                    <a:pt x="40703" y="60223"/>
                  </a:lnTo>
                  <a:lnTo>
                    <a:pt x="40703" y="0"/>
                  </a:lnTo>
                  <a:lnTo>
                    <a:pt x="0" y="43573"/>
                  </a:lnTo>
                  <a:lnTo>
                    <a:pt x="0" y="103149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03275" y="1733092"/>
              <a:ext cx="332105" cy="36195"/>
            </a:xfrm>
            <a:custGeom>
              <a:avLst/>
              <a:gdLst/>
              <a:ahLst/>
              <a:cxnLst/>
              <a:rect l="l" t="t" r="r" b="b"/>
              <a:pathLst>
                <a:path w="332105" h="36194">
                  <a:moveTo>
                    <a:pt x="331673" y="1270"/>
                  </a:moveTo>
                  <a:lnTo>
                    <a:pt x="329311" y="1270"/>
                  </a:lnTo>
                  <a:lnTo>
                    <a:pt x="330479" y="0"/>
                  </a:lnTo>
                  <a:lnTo>
                    <a:pt x="32334" y="0"/>
                  </a:lnTo>
                  <a:lnTo>
                    <a:pt x="0" y="33947"/>
                  </a:lnTo>
                  <a:lnTo>
                    <a:pt x="2400" y="33959"/>
                  </a:lnTo>
                  <a:lnTo>
                    <a:pt x="1193" y="35229"/>
                  </a:lnTo>
                  <a:lnTo>
                    <a:pt x="299948" y="35864"/>
                  </a:lnTo>
                  <a:lnTo>
                    <a:pt x="331673" y="12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04469" y="1734362"/>
              <a:ext cx="330835" cy="34925"/>
            </a:xfrm>
            <a:custGeom>
              <a:avLst/>
              <a:gdLst/>
              <a:ahLst/>
              <a:cxnLst/>
              <a:rect l="l" t="t" r="r" b="b"/>
              <a:pathLst>
                <a:path w="330834" h="34925">
                  <a:moveTo>
                    <a:pt x="0" y="33959"/>
                  </a:moveTo>
                  <a:lnTo>
                    <a:pt x="32334" y="0"/>
                  </a:lnTo>
                  <a:lnTo>
                    <a:pt x="330479" y="0"/>
                  </a:lnTo>
                  <a:lnTo>
                    <a:pt x="298754" y="34594"/>
                  </a:lnTo>
                  <a:lnTo>
                    <a:pt x="0" y="3395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94893" y="1469148"/>
              <a:ext cx="338455" cy="36830"/>
            </a:xfrm>
            <a:custGeom>
              <a:avLst/>
              <a:gdLst/>
              <a:ahLst/>
              <a:cxnLst/>
              <a:rect l="l" t="t" r="r" b="b"/>
              <a:pathLst>
                <a:path w="338455" h="36830">
                  <a:moveTo>
                    <a:pt x="338264" y="1282"/>
                  </a:moveTo>
                  <a:lnTo>
                    <a:pt x="335851" y="1282"/>
                  </a:lnTo>
                  <a:lnTo>
                    <a:pt x="337058" y="0"/>
                  </a:lnTo>
                  <a:lnTo>
                    <a:pt x="33528" y="0"/>
                  </a:lnTo>
                  <a:lnTo>
                    <a:pt x="0" y="35229"/>
                  </a:lnTo>
                  <a:lnTo>
                    <a:pt x="2413" y="35229"/>
                  </a:lnTo>
                  <a:lnTo>
                    <a:pt x="1193" y="36512"/>
                  </a:lnTo>
                  <a:lnTo>
                    <a:pt x="305333" y="36512"/>
                  </a:lnTo>
                  <a:lnTo>
                    <a:pt x="338264" y="1282"/>
                  </a:lnTo>
                  <a:close/>
                </a:path>
              </a:pathLst>
            </a:custGeom>
            <a:solidFill>
              <a:srgbClr val="C8C8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96087" y="1470431"/>
              <a:ext cx="337185" cy="35560"/>
            </a:xfrm>
            <a:custGeom>
              <a:avLst/>
              <a:gdLst/>
              <a:ahLst/>
              <a:cxnLst/>
              <a:rect l="l" t="t" r="r" b="b"/>
              <a:pathLst>
                <a:path w="337184" h="35559">
                  <a:moveTo>
                    <a:pt x="0" y="35229"/>
                  </a:moveTo>
                  <a:lnTo>
                    <a:pt x="33528" y="0"/>
                  </a:lnTo>
                  <a:lnTo>
                    <a:pt x="337070" y="0"/>
                  </a:lnTo>
                  <a:lnTo>
                    <a:pt x="304139" y="35229"/>
                  </a:lnTo>
                  <a:lnTo>
                    <a:pt x="0" y="35229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94893" y="1505026"/>
              <a:ext cx="306705" cy="257810"/>
            </a:xfrm>
            <a:custGeom>
              <a:avLst/>
              <a:gdLst/>
              <a:ahLst/>
              <a:cxnLst/>
              <a:rect l="l" t="t" r="r" b="b"/>
              <a:pathLst>
                <a:path w="306705" h="257810">
                  <a:moveTo>
                    <a:pt x="306527" y="257530"/>
                  </a:moveTo>
                  <a:lnTo>
                    <a:pt x="0" y="257530"/>
                  </a:lnTo>
                  <a:lnTo>
                    <a:pt x="0" y="0"/>
                  </a:lnTo>
                  <a:lnTo>
                    <a:pt x="306527" y="0"/>
                  </a:lnTo>
                  <a:lnTo>
                    <a:pt x="306527" y="257530"/>
                  </a:lnTo>
                  <a:close/>
                </a:path>
              </a:pathLst>
            </a:custGeom>
            <a:solidFill>
              <a:srgbClr val="B7B7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94893" y="1505026"/>
              <a:ext cx="306705" cy="257810"/>
            </a:xfrm>
            <a:custGeom>
              <a:avLst/>
              <a:gdLst/>
              <a:ahLst/>
              <a:cxnLst/>
              <a:rect l="l" t="t" r="r" b="b"/>
              <a:pathLst>
                <a:path w="306705" h="257810">
                  <a:moveTo>
                    <a:pt x="0" y="0"/>
                  </a:moveTo>
                  <a:lnTo>
                    <a:pt x="306527" y="0"/>
                  </a:lnTo>
                  <a:lnTo>
                    <a:pt x="306527" y="257530"/>
                  </a:lnTo>
                  <a:lnTo>
                    <a:pt x="0" y="25753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21233" y="1535772"/>
              <a:ext cx="254000" cy="200025"/>
            </a:xfrm>
            <a:custGeom>
              <a:avLst/>
              <a:gdLst/>
              <a:ahLst/>
              <a:cxnLst/>
              <a:rect l="l" t="t" r="r" b="b"/>
              <a:pathLst>
                <a:path w="254000" h="200025">
                  <a:moveTo>
                    <a:pt x="253847" y="199872"/>
                  </a:moveTo>
                  <a:lnTo>
                    <a:pt x="0" y="199872"/>
                  </a:lnTo>
                  <a:lnTo>
                    <a:pt x="0" y="0"/>
                  </a:lnTo>
                  <a:lnTo>
                    <a:pt x="253847" y="0"/>
                  </a:lnTo>
                  <a:lnTo>
                    <a:pt x="253847" y="1998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21233" y="1535772"/>
              <a:ext cx="254000" cy="200025"/>
            </a:xfrm>
            <a:custGeom>
              <a:avLst/>
              <a:gdLst/>
              <a:ahLst/>
              <a:cxnLst/>
              <a:rect l="l" t="t" r="r" b="b"/>
              <a:pathLst>
                <a:path w="254000" h="200025">
                  <a:moveTo>
                    <a:pt x="0" y="0"/>
                  </a:moveTo>
                  <a:lnTo>
                    <a:pt x="253847" y="0"/>
                  </a:lnTo>
                  <a:lnTo>
                    <a:pt x="253847" y="199872"/>
                  </a:lnTo>
                  <a:lnTo>
                    <a:pt x="0" y="199872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99033" y="1469148"/>
              <a:ext cx="34290" cy="292100"/>
            </a:xfrm>
            <a:custGeom>
              <a:avLst/>
              <a:gdLst/>
              <a:ahLst/>
              <a:cxnLst/>
              <a:rect l="l" t="t" r="r" b="b"/>
              <a:pathLst>
                <a:path w="34290" h="292100">
                  <a:moveTo>
                    <a:pt x="34124" y="1282"/>
                  </a:moveTo>
                  <a:lnTo>
                    <a:pt x="32918" y="2578"/>
                  </a:lnTo>
                  <a:lnTo>
                    <a:pt x="32918" y="0"/>
                  </a:lnTo>
                  <a:lnTo>
                    <a:pt x="0" y="35229"/>
                  </a:lnTo>
                  <a:lnTo>
                    <a:pt x="0" y="290207"/>
                  </a:lnTo>
                  <a:lnTo>
                    <a:pt x="1193" y="288937"/>
                  </a:lnTo>
                  <a:lnTo>
                    <a:pt x="1193" y="291490"/>
                  </a:lnTo>
                  <a:lnTo>
                    <a:pt x="34124" y="256247"/>
                  </a:lnTo>
                  <a:lnTo>
                    <a:pt x="34124" y="1282"/>
                  </a:lnTo>
                  <a:close/>
                </a:path>
              </a:pathLst>
            </a:custGeom>
            <a:solidFill>
              <a:srgbClr val="7979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700227" y="1470431"/>
              <a:ext cx="33020" cy="290830"/>
            </a:xfrm>
            <a:custGeom>
              <a:avLst/>
              <a:gdLst/>
              <a:ahLst/>
              <a:cxnLst/>
              <a:rect l="l" t="t" r="r" b="b"/>
              <a:pathLst>
                <a:path w="33020" h="290830">
                  <a:moveTo>
                    <a:pt x="0" y="290207"/>
                  </a:moveTo>
                  <a:lnTo>
                    <a:pt x="32931" y="254965"/>
                  </a:lnTo>
                  <a:lnTo>
                    <a:pt x="32931" y="0"/>
                  </a:lnTo>
                  <a:lnTo>
                    <a:pt x="0" y="35229"/>
                  </a:lnTo>
                  <a:lnTo>
                    <a:pt x="0" y="290207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34429" y="1825345"/>
              <a:ext cx="381000" cy="62865"/>
            </a:xfrm>
            <a:custGeom>
              <a:avLst/>
              <a:gdLst/>
              <a:ahLst/>
              <a:cxnLst/>
              <a:rect l="l" t="t" r="r" b="b"/>
              <a:pathLst>
                <a:path w="381000" h="62864">
                  <a:moveTo>
                    <a:pt x="380758" y="1270"/>
                  </a:moveTo>
                  <a:lnTo>
                    <a:pt x="378574" y="1270"/>
                  </a:lnTo>
                  <a:lnTo>
                    <a:pt x="379564" y="0"/>
                  </a:lnTo>
                  <a:lnTo>
                    <a:pt x="48488" y="0"/>
                  </a:lnTo>
                  <a:lnTo>
                    <a:pt x="0" y="61493"/>
                  </a:lnTo>
                  <a:lnTo>
                    <a:pt x="2197" y="61493"/>
                  </a:lnTo>
                  <a:lnTo>
                    <a:pt x="1193" y="62776"/>
                  </a:lnTo>
                  <a:lnTo>
                    <a:pt x="332867" y="62776"/>
                  </a:lnTo>
                  <a:lnTo>
                    <a:pt x="380758" y="1270"/>
                  </a:lnTo>
                  <a:close/>
                </a:path>
              </a:pathLst>
            </a:custGeom>
            <a:solidFill>
              <a:srgbClr val="C8C8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35622" y="1826615"/>
              <a:ext cx="379730" cy="61594"/>
            </a:xfrm>
            <a:custGeom>
              <a:avLst/>
              <a:gdLst/>
              <a:ahLst/>
              <a:cxnLst/>
              <a:rect l="l" t="t" r="r" b="b"/>
              <a:pathLst>
                <a:path w="379730" h="61594">
                  <a:moveTo>
                    <a:pt x="0" y="61506"/>
                  </a:moveTo>
                  <a:lnTo>
                    <a:pt x="48501" y="0"/>
                  </a:lnTo>
                  <a:lnTo>
                    <a:pt x="379564" y="0"/>
                  </a:lnTo>
                  <a:lnTo>
                    <a:pt x="331673" y="61506"/>
                  </a:lnTo>
                  <a:lnTo>
                    <a:pt x="0" y="61506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665505" y="1825345"/>
              <a:ext cx="50165" cy="76200"/>
            </a:xfrm>
            <a:custGeom>
              <a:avLst/>
              <a:gdLst/>
              <a:ahLst/>
              <a:cxnLst/>
              <a:rect l="l" t="t" r="r" b="b"/>
              <a:pathLst>
                <a:path w="50165" h="76200">
                  <a:moveTo>
                    <a:pt x="49682" y="1270"/>
                  </a:moveTo>
                  <a:lnTo>
                    <a:pt x="48412" y="2921"/>
                  </a:lnTo>
                  <a:lnTo>
                    <a:pt x="48488" y="0"/>
                  </a:lnTo>
                  <a:lnTo>
                    <a:pt x="0" y="62776"/>
                  </a:lnTo>
                  <a:lnTo>
                    <a:pt x="0" y="74307"/>
                  </a:lnTo>
                  <a:lnTo>
                    <a:pt x="1193" y="73037"/>
                  </a:lnTo>
                  <a:lnTo>
                    <a:pt x="1193" y="75590"/>
                  </a:lnTo>
                  <a:lnTo>
                    <a:pt x="49085" y="24333"/>
                  </a:lnTo>
                  <a:lnTo>
                    <a:pt x="49682" y="1270"/>
                  </a:lnTo>
                  <a:close/>
                </a:path>
              </a:pathLst>
            </a:custGeom>
            <a:solidFill>
              <a:srgbClr val="7979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66699" y="1826615"/>
              <a:ext cx="48895" cy="74930"/>
            </a:xfrm>
            <a:custGeom>
              <a:avLst/>
              <a:gdLst/>
              <a:ahLst/>
              <a:cxnLst/>
              <a:rect l="l" t="t" r="r" b="b"/>
              <a:pathLst>
                <a:path w="48895" h="74930">
                  <a:moveTo>
                    <a:pt x="0" y="74320"/>
                  </a:moveTo>
                  <a:lnTo>
                    <a:pt x="47891" y="23063"/>
                  </a:lnTo>
                  <a:lnTo>
                    <a:pt x="48488" y="0"/>
                  </a:lnTo>
                  <a:lnTo>
                    <a:pt x="0" y="62788"/>
                  </a:lnTo>
                  <a:lnTo>
                    <a:pt x="0" y="74320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33832" y="1886838"/>
              <a:ext cx="334010" cy="14604"/>
            </a:xfrm>
            <a:custGeom>
              <a:avLst/>
              <a:gdLst/>
              <a:ahLst/>
              <a:cxnLst/>
              <a:rect l="l" t="t" r="r" b="b"/>
              <a:pathLst>
                <a:path w="334009" h="14605">
                  <a:moveTo>
                    <a:pt x="333463" y="1282"/>
                  </a:moveTo>
                  <a:lnTo>
                    <a:pt x="332270" y="1282"/>
                  </a:lnTo>
                  <a:lnTo>
                    <a:pt x="332270" y="0"/>
                  </a:lnTo>
                  <a:lnTo>
                    <a:pt x="0" y="0"/>
                  </a:lnTo>
                  <a:lnTo>
                    <a:pt x="0" y="12814"/>
                  </a:lnTo>
                  <a:lnTo>
                    <a:pt x="1193" y="12814"/>
                  </a:lnTo>
                  <a:lnTo>
                    <a:pt x="1193" y="14097"/>
                  </a:lnTo>
                  <a:lnTo>
                    <a:pt x="333463" y="14097"/>
                  </a:lnTo>
                  <a:lnTo>
                    <a:pt x="333463" y="1282"/>
                  </a:lnTo>
                  <a:close/>
                </a:path>
              </a:pathLst>
            </a:custGeom>
            <a:solidFill>
              <a:srgbClr val="B7B7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335025" y="1888121"/>
              <a:ext cx="332740" cy="13335"/>
            </a:xfrm>
            <a:custGeom>
              <a:avLst/>
              <a:gdLst/>
              <a:ahLst/>
              <a:cxnLst/>
              <a:rect l="l" t="t" r="r" b="b"/>
              <a:pathLst>
                <a:path w="332740" h="13335">
                  <a:moveTo>
                    <a:pt x="0" y="0"/>
                  </a:moveTo>
                  <a:lnTo>
                    <a:pt x="332270" y="0"/>
                  </a:lnTo>
                  <a:lnTo>
                    <a:pt x="332270" y="12814"/>
                  </a:lnTo>
                  <a:lnTo>
                    <a:pt x="0" y="12814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" name="object 31"/>
          <p:cNvGrpSpPr/>
          <p:nvPr/>
        </p:nvGrpSpPr>
        <p:grpSpPr>
          <a:xfrm>
            <a:off x="333787" y="2054466"/>
            <a:ext cx="408940" cy="432434"/>
            <a:chOff x="333787" y="2054466"/>
            <a:chExt cx="408940" cy="432434"/>
          </a:xfrm>
        </p:grpSpPr>
        <p:sp>
          <p:nvSpPr>
            <p:cNvPr id="32" name="object 32"/>
            <p:cNvSpPr/>
            <p:nvPr/>
          </p:nvSpPr>
          <p:spPr>
            <a:xfrm>
              <a:off x="394893" y="2318029"/>
              <a:ext cx="345440" cy="43815"/>
            </a:xfrm>
            <a:custGeom>
              <a:avLst/>
              <a:gdLst/>
              <a:ahLst/>
              <a:cxnLst/>
              <a:rect l="l" t="t" r="r" b="b"/>
              <a:pathLst>
                <a:path w="345440" h="43814">
                  <a:moveTo>
                    <a:pt x="304139" y="43497"/>
                  </a:moveTo>
                  <a:lnTo>
                    <a:pt x="0" y="43497"/>
                  </a:lnTo>
                  <a:lnTo>
                    <a:pt x="40716" y="0"/>
                  </a:lnTo>
                  <a:lnTo>
                    <a:pt x="344843" y="0"/>
                  </a:lnTo>
                  <a:lnTo>
                    <a:pt x="304139" y="43497"/>
                  </a:lnTo>
                  <a:close/>
                </a:path>
              </a:pathLst>
            </a:custGeom>
            <a:solidFill>
              <a:srgbClr val="C8C8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396087" y="2319299"/>
              <a:ext cx="345440" cy="43815"/>
            </a:xfrm>
            <a:custGeom>
              <a:avLst/>
              <a:gdLst/>
              <a:ahLst/>
              <a:cxnLst/>
              <a:rect l="l" t="t" r="r" b="b"/>
              <a:pathLst>
                <a:path w="345440" h="43814">
                  <a:moveTo>
                    <a:pt x="304139" y="43497"/>
                  </a:moveTo>
                  <a:lnTo>
                    <a:pt x="0" y="43497"/>
                  </a:lnTo>
                  <a:lnTo>
                    <a:pt x="40716" y="0"/>
                  </a:lnTo>
                  <a:lnTo>
                    <a:pt x="344843" y="0"/>
                  </a:lnTo>
                  <a:lnTo>
                    <a:pt x="304139" y="43497"/>
                  </a:lnTo>
                  <a:close/>
                </a:path>
              </a:pathLst>
            </a:custGeom>
            <a:solidFill>
              <a:srgbClr val="C8C8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396087" y="2319299"/>
              <a:ext cx="345440" cy="43815"/>
            </a:xfrm>
            <a:custGeom>
              <a:avLst/>
              <a:gdLst/>
              <a:ahLst/>
              <a:cxnLst/>
              <a:rect l="l" t="t" r="r" b="b"/>
              <a:pathLst>
                <a:path w="345440" h="43814">
                  <a:moveTo>
                    <a:pt x="0" y="43497"/>
                  </a:moveTo>
                  <a:lnTo>
                    <a:pt x="40716" y="0"/>
                  </a:lnTo>
                  <a:lnTo>
                    <a:pt x="344843" y="0"/>
                  </a:lnTo>
                  <a:lnTo>
                    <a:pt x="304139" y="43497"/>
                  </a:lnTo>
                  <a:lnTo>
                    <a:pt x="0" y="43497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394893" y="2361526"/>
              <a:ext cx="305435" cy="61594"/>
            </a:xfrm>
            <a:custGeom>
              <a:avLst/>
              <a:gdLst/>
              <a:ahLst/>
              <a:cxnLst/>
              <a:rect l="l" t="t" r="r" b="b"/>
              <a:pathLst>
                <a:path w="305434" h="61594">
                  <a:moveTo>
                    <a:pt x="305320" y="1270"/>
                  </a:moveTo>
                  <a:lnTo>
                    <a:pt x="304139" y="1270"/>
                  </a:lnTo>
                  <a:lnTo>
                    <a:pt x="304139" y="0"/>
                  </a:lnTo>
                  <a:lnTo>
                    <a:pt x="0" y="0"/>
                  </a:lnTo>
                  <a:lnTo>
                    <a:pt x="0" y="60134"/>
                  </a:lnTo>
                  <a:lnTo>
                    <a:pt x="1193" y="60134"/>
                  </a:lnTo>
                  <a:lnTo>
                    <a:pt x="1193" y="61404"/>
                  </a:lnTo>
                  <a:lnTo>
                    <a:pt x="305320" y="61404"/>
                  </a:lnTo>
                  <a:lnTo>
                    <a:pt x="305320" y="1270"/>
                  </a:lnTo>
                  <a:close/>
                </a:path>
              </a:pathLst>
            </a:custGeom>
            <a:solidFill>
              <a:srgbClr val="B7B7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396087" y="2362796"/>
              <a:ext cx="304165" cy="60325"/>
            </a:xfrm>
            <a:custGeom>
              <a:avLst/>
              <a:gdLst/>
              <a:ahLst/>
              <a:cxnLst/>
              <a:rect l="l" t="t" r="r" b="b"/>
              <a:pathLst>
                <a:path w="304165" h="60325">
                  <a:moveTo>
                    <a:pt x="0" y="0"/>
                  </a:moveTo>
                  <a:lnTo>
                    <a:pt x="304139" y="0"/>
                  </a:lnTo>
                  <a:lnTo>
                    <a:pt x="304139" y="60134"/>
                  </a:lnTo>
                  <a:lnTo>
                    <a:pt x="0" y="60134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699033" y="2318029"/>
              <a:ext cx="41910" cy="104775"/>
            </a:xfrm>
            <a:custGeom>
              <a:avLst/>
              <a:gdLst/>
              <a:ahLst/>
              <a:cxnLst/>
              <a:rect l="l" t="t" r="r" b="b"/>
              <a:pathLst>
                <a:path w="41909" h="104775">
                  <a:moveTo>
                    <a:pt x="41897" y="1270"/>
                  </a:moveTo>
                  <a:lnTo>
                    <a:pt x="40703" y="2552"/>
                  </a:lnTo>
                  <a:lnTo>
                    <a:pt x="40703" y="0"/>
                  </a:lnTo>
                  <a:lnTo>
                    <a:pt x="0" y="43497"/>
                  </a:lnTo>
                  <a:lnTo>
                    <a:pt x="0" y="102984"/>
                  </a:lnTo>
                  <a:lnTo>
                    <a:pt x="1193" y="101739"/>
                  </a:lnTo>
                  <a:lnTo>
                    <a:pt x="1193" y="104267"/>
                  </a:lnTo>
                  <a:lnTo>
                    <a:pt x="41897" y="61404"/>
                  </a:lnTo>
                  <a:lnTo>
                    <a:pt x="41897" y="1270"/>
                  </a:lnTo>
                  <a:close/>
                </a:path>
              </a:pathLst>
            </a:custGeom>
            <a:solidFill>
              <a:srgbClr val="7979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700227" y="2319299"/>
              <a:ext cx="41275" cy="103505"/>
            </a:xfrm>
            <a:custGeom>
              <a:avLst/>
              <a:gdLst/>
              <a:ahLst/>
              <a:cxnLst/>
              <a:rect l="l" t="t" r="r" b="b"/>
              <a:pathLst>
                <a:path w="41275" h="103505">
                  <a:moveTo>
                    <a:pt x="0" y="102996"/>
                  </a:moveTo>
                  <a:lnTo>
                    <a:pt x="40703" y="60134"/>
                  </a:lnTo>
                  <a:lnTo>
                    <a:pt x="40703" y="0"/>
                  </a:lnTo>
                  <a:lnTo>
                    <a:pt x="0" y="43497"/>
                  </a:lnTo>
                  <a:lnTo>
                    <a:pt x="0" y="102996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403275" y="2318029"/>
              <a:ext cx="332105" cy="36195"/>
            </a:xfrm>
            <a:custGeom>
              <a:avLst/>
              <a:gdLst/>
              <a:ahLst/>
              <a:cxnLst/>
              <a:rect l="l" t="t" r="r" b="b"/>
              <a:pathLst>
                <a:path w="332105" h="36194">
                  <a:moveTo>
                    <a:pt x="331673" y="1270"/>
                  </a:moveTo>
                  <a:lnTo>
                    <a:pt x="329311" y="1270"/>
                  </a:lnTo>
                  <a:lnTo>
                    <a:pt x="330479" y="0"/>
                  </a:lnTo>
                  <a:lnTo>
                    <a:pt x="32334" y="0"/>
                  </a:lnTo>
                  <a:lnTo>
                    <a:pt x="0" y="33896"/>
                  </a:lnTo>
                  <a:lnTo>
                    <a:pt x="2400" y="33909"/>
                  </a:lnTo>
                  <a:lnTo>
                    <a:pt x="1193" y="35179"/>
                  </a:lnTo>
                  <a:lnTo>
                    <a:pt x="299948" y="35814"/>
                  </a:lnTo>
                  <a:lnTo>
                    <a:pt x="331673" y="12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04469" y="2319299"/>
              <a:ext cx="330835" cy="34925"/>
            </a:xfrm>
            <a:custGeom>
              <a:avLst/>
              <a:gdLst/>
              <a:ahLst/>
              <a:cxnLst/>
              <a:rect l="l" t="t" r="r" b="b"/>
              <a:pathLst>
                <a:path w="330834" h="34925">
                  <a:moveTo>
                    <a:pt x="0" y="33908"/>
                  </a:moveTo>
                  <a:lnTo>
                    <a:pt x="32334" y="0"/>
                  </a:lnTo>
                  <a:lnTo>
                    <a:pt x="330479" y="0"/>
                  </a:lnTo>
                  <a:lnTo>
                    <a:pt x="298754" y="34543"/>
                  </a:lnTo>
                  <a:lnTo>
                    <a:pt x="0" y="339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394893" y="2054466"/>
              <a:ext cx="338455" cy="36830"/>
            </a:xfrm>
            <a:custGeom>
              <a:avLst/>
              <a:gdLst/>
              <a:ahLst/>
              <a:cxnLst/>
              <a:rect l="l" t="t" r="r" b="b"/>
              <a:pathLst>
                <a:path w="338455" h="36830">
                  <a:moveTo>
                    <a:pt x="338264" y="1282"/>
                  </a:moveTo>
                  <a:lnTo>
                    <a:pt x="335851" y="1282"/>
                  </a:lnTo>
                  <a:lnTo>
                    <a:pt x="337058" y="0"/>
                  </a:lnTo>
                  <a:lnTo>
                    <a:pt x="33528" y="0"/>
                  </a:lnTo>
                  <a:lnTo>
                    <a:pt x="0" y="35191"/>
                  </a:lnTo>
                  <a:lnTo>
                    <a:pt x="2400" y="35191"/>
                  </a:lnTo>
                  <a:lnTo>
                    <a:pt x="1193" y="36461"/>
                  </a:lnTo>
                  <a:lnTo>
                    <a:pt x="305333" y="36461"/>
                  </a:lnTo>
                  <a:lnTo>
                    <a:pt x="338264" y="1282"/>
                  </a:lnTo>
                  <a:close/>
                </a:path>
              </a:pathLst>
            </a:custGeom>
            <a:solidFill>
              <a:srgbClr val="C8C8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396087" y="2055748"/>
              <a:ext cx="337185" cy="35560"/>
            </a:xfrm>
            <a:custGeom>
              <a:avLst/>
              <a:gdLst/>
              <a:ahLst/>
              <a:cxnLst/>
              <a:rect l="l" t="t" r="r" b="b"/>
              <a:pathLst>
                <a:path w="337184" h="35560">
                  <a:moveTo>
                    <a:pt x="0" y="35178"/>
                  </a:moveTo>
                  <a:lnTo>
                    <a:pt x="33528" y="0"/>
                  </a:lnTo>
                  <a:lnTo>
                    <a:pt x="337070" y="0"/>
                  </a:lnTo>
                  <a:lnTo>
                    <a:pt x="304139" y="35178"/>
                  </a:lnTo>
                  <a:lnTo>
                    <a:pt x="0" y="35178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394893" y="2090292"/>
              <a:ext cx="306705" cy="257175"/>
            </a:xfrm>
            <a:custGeom>
              <a:avLst/>
              <a:gdLst/>
              <a:ahLst/>
              <a:cxnLst/>
              <a:rect l="l" t="t" r="r" b="b"/>
              <a:pathLst>
                <a:path w="306705" h="257175">
                  <a:moveTo>
                    <a:pt x="306527" y="257162"/>
                  </a:moveTo>
                  <a:lnTo>
                    <a:pt x="0" y="257162"/>
                  </a:lnTo>
                  <a:lnTo>
                    <a:pt x="0" y="0"/>
                  </a:lnTo>
                  <a:lnTo>
                    <a:pt x="306527" y="0"/>
                  </a:lnTo>
                  <a:lnTo>
                    <a:pt x="306527" y="257162"/>
                  </a:lnTo>
                  <a:close/>
                </a:path>
              </a:pathLst>
            </a:custGeom>
            <a:solidFill>
              <a:srgbClr val="B7B7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394893" y="2090292"/>
              <a:ext cx="306705" cy="257175"/>
            </a:xfrm>
            <a:custGeom>
              <a:avLst/>
              <a:gdLst/>
              <a:ahLst/>
              <a:cxnLst/>
              <a:rect l="l" t="t" r="r" b="b"/>
              <a:pathLst>
                <a:path w="306705" h="257175">
                  <a:moveTo>
                    <a:pt x="0" y="0"/>
                  </a:moveTo>
                  <a:lnTo>
                    <a:pt x="306527" y="0"/>
                  </a:lnTo>
                  <a:lnTo>
                    <a:pt x="306527" y="257162"/>
                  </a:lnTo>
                  <a:lnTo>
                    <a:pt x="0" y="257162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421233" y="2121001"/>
              <a:ext cx="254000" cy="200025"/>
            </a:xfrm>
            <a:custGeom>
              <a:avLst/>
              <a:gdLst/>
              <a:ahLst/>
              <a:cxnLst/>
              <a:rect l="l" t="t" r="r" b="b"/>
              <a:pathLst>
                <a:path w="254000" h="200025">
                  <a:moveTo>
                    <a:pt x="253847" y="199580"/>
                  </a:moveTo>
                  <a:lnTo>
                    <a:pt x="0" y="199580"/>
                  </a:lnTo>
                  <a:lnTo>
                    <a:pt x="0" y="0"/>
                  </a:lnTo>
                  <a:lnTo>
                    <a:pt x="253847" y="0"/>
                  </a:lnTo>
                  <a:lnTo>
                    <a:pt x="253847" y="1995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421233" y="2121001"/>
              <a:ext cx="254000" cy="200025"/>
            </a:xfrm>
            <a:custGeom>
              <a:avLst/>
              <a:gdLst/>
              <a:ahLst/>
              <a:cxnLst/>
              <a:rect l="l" t="t" r="r" b="b"/>
              <a:pathLst>
                <a:path w="254000" h="200025">
                  <a:moveTo>
                    <a:pt x="0" y="0"/>
                  </a:moveTo>
                  <a:lnTo>
                    <a:pt x="253847" y="0"/>
                  </a:lnTo>
                  <a:lnTo>
                    <a:pt x="253847" y="199580"/>
                  </a:lnTo>
                  <a:lnTo>
                    <a:pt x="0" y="19958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699033" y="2054466"/>
              <a:ext cx="34290" cy="291465"/>
            </a:xfrm>
            <a:custGeom>
              <a:avLst/>
              <a:gdLst/>
              <a:ahLst/>
              <a:cxnLst/>
              <a:rect l="l" t="t" r="r" b="b"/>
              <a:pathLst>
                <a:path w="34290" h="291464">
                  <a:moveTo>
                    <a:pt x="34124" y="1282"/>
                  </a:moveTo>
                  <a:lnTo>
                    <a:pt x="32918" y="2578"/>
                  </a:lnTo>
                  <a:lnTo>
                    <a:pt x="32918" y="0"/>
                  </a:lnTo>
                  <a:lnTo>
                    <a:pt x="0" y="35191"/>
                  </a:lnTo>
                  <a:lnTo>
                    <a:pt x="0" y="289788"/>
                  </a:lnTo>
                  <a:lnTo>
                    <a:pt x="1193" y="288518"/>
                  </a:lnTo>
                  <a:lnTo>
                    <a:pt x="1193" y="291071"/>
                  </a:lnTo>
                  <a:lnTo>
                    <a:pt x="34124" y="255879"/>
                  </a:lnTo>
                  <a:lnTo>
                    <a:pt x="34124" y="1282"/>
                  </a:lnTo>
                  <a:close/>
                </a:path>
              </a:pathLst>
            </a:custGeom>
            <a:solidFill>
              <a:srgbClr val="7979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700227" y="2055748"/>
              <a:ext cx="33020" cy="290195"/>
            </a:xfrm>
            <a:custGeom>
              <a:avLst/>
              <a:gdLst/>
              <a:ahLst/>
              <a:cxnLst/>
              <a:rect l="l" t="t" r="r" b="b"/>
              <a:pathLst>
                <a:path w="33020" h="290194">
                  <a:moveTo>
                    <a:pt x="0" y="289788"/>
                  </a:moveTo>
                  <a:lnTo>
                    <a:pt x="32931" y="254596"/>
                  </a:lnTo>
                  <a:lnTo>
                    <a:pt x="32931" y="0"/>
                  </a:lnTo>
                  <a:lnTo>
                    <a:pt x="0" y="35178"/>
                  </a:lnTo>
                  <a:lnTo>
                    <a:pt x="0" y="289788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334429" y="2410142"/>
              <a:ext cx="381000" cy="62865"/>
            </a:xfrm>
            <a:custGeom>
              <a:avLst/>
              <a:gdLst/>
              <a:ahLst/>
              <a:cxnLst/>
              <a:rect l="l" t="t" r="r" b="b"/>
              <a:pathLst>
                <a:path w="381000" h="62864">
                  <a:moveTo>
                    <a:pt x="380758" y="1282"/>
                  </a:moveTo>
                  <a:lnTo>
                    <a:pt x="378561" y="1282"/>
                  </a:lnTo>
                  <a:lnTo>
                    <a:pt x="379564" y="0"/>
                  </a:lnTo>
                  <a:lnTo>
                    <a:pt x="48488" y="0"/>
                  </a:lnTo>
                  <a:lnTo>
                    <a:pt x="0" y="61404"/>
                  </a:lnTo>
                  <a:lnTo>
                    <a:pt x="2197" y="61404"/>
                  </a:lnTo>
                  <a:lnTo>
                    <a:pt x="1193" y="62687"/>
                  </a:lnTo>
                  <a:lnTo>
                    <a:pt x="332867" y="62687"/>
                  </a:lnTo>
                  <a:lnTo>
                    <a:pt x="380758" y="1282"/>
                  </a:lnTo>
                  <a:close/>
                </a:path>
              </a:pathLst>
            </a:custGeom>
            <a:solidFill>
              <a:srgbClr val="C8C8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335622" y="2411425"/>
              <a:ext cx="379730" cy="61594"/>
            </a:xfrm>
            <a:custGeom>
              <a:avLst/>
              <a:gdLst/>
              <a:ahLst/>
              <a:cxnLst/>
              <a:rect l="l" t="t" r="r" b="b"/>
              <a:pathLst>
                <a:path w="379730" h="61594">
                  <a:moveTo>
                    <a:pt x="0" y="61404"/>
                  </a:moveTo>
                  <a:lnTo>
                    <a:pt x="48501" y="0"/>
                  </a:lnTo>
                  <a:lnTo>
                    <a:pt x="379564" y="0"/>
                  </a:lnTo>
                  <a:lnTo>
                    <a:pt x="331673" y="61404"/>
                  </a:lnTo>
                  <a:lnTo>
                    <a:pt x="0" y="61404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665505" y="2410142"/>
              <a:ext cx="50165" cy="75565"/>
            </a:xfrm>
            <a:custGeom>
              <a:avLst/>
              <a:gdLst/>
              <a:ahLst/>
              <a:cxnLst/>
              <a:rect l="l" t="t" r="r" b="b"/>
              <a:pathLst>
                <a:path w="50165" h="75564">
                  <a:moveTo>
                    <a:pt x="49682" y="1282"/>
                  </a:moveTo>
                  <a:lnTo>
                    <a:pt x="48412" y="2933"/>
                  </a:lnTo>
                  <a:lnTo>
                    <a:pt x="48488" y="0"/>
                  </a:lnTo>
                  <a:lnTo>
                    <a:pt x="0" y="62687"/>
                  </a:lnTo>
                  <a:lnTo>
                    <a:pt x="0" y="74206"/>
                  </a:lnTo>
                  <a:lnTo>
                    <a:pt x="1193" y="72936"/>
                  </a:lnTo>
                  <a:lnTo>
                    <a:pt x="1193" y="75476"/>
                  </a:lnTo>
                  <a:lnTo>
                    <a:pt x="49085" y="24307"/>
                  </a:lnTo>
                  <a:lnTo>
                    <a:pt x="49682" y="1282"/>
                  </a:lnTo>
                  <a:close/>
                </a:path>
              </a:pathLst>
            </a:custGeom>
            <a:solidFill>
              <a:srgbClr val="7979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666699" y="2411425"/>
              <a:ext cx="48895" cy="74295"/>
            </a:xfrm>
            <a:custGeom>
              <a:avLst/>
              <a:gdLst/>
              <a:ahLst/>
              <a:cxnLst/>
              <a:rect l="l" t="t" r="r" b="b"/>
              <a:pathLst>
                <a:path w="48895" h="74294">
                  <a:moveTo>
                    <a:pt x="0" y="74193"/>
                  </a:moveTo>
                  <a:lnTo>
                    <a:pt x="47891" y="23025"/>
                  </a:lnTo>
                  <a:lnTo>
                    <a:pt x="48488" y="0"/>
                  </a:lnTo>
                  <a:lnTo>
                    <a:pt x="0" y="62687"/>
                  </a:lnTo>
                  <a:lnTo>
                    <a:pt x="0" y="74193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333832" y="2471546"/>
              <a:ext cx="334010" cy="14604"/>
            </a:xfrm>
            <a:custGeom>
              <a:avLst/>
              <a:gdLst/>
              <a:ahLst/>
              <a:cxnLst/>
              <a:rect l="l" t="t" r="r" b="b"/>
              <a:pathLst>
                <a:path w="334009" h="14605">
                  <a:moveTo>
                    <a:pt x="333463" y="1282"/>
                  </a:moveTo>
                  <a:lnTo>
                    <a:pt x="332270" y="1282"/>
                  </a:lnTo>
                  <a:lnTo>
                    <a:pt x="332270" y="0"/>
                  </a:lnTo>
                  <a:lnTo>
                    <a:pt x="0" y="0"/>
                  </a:lnTo>
                  <a:lnTo>
                    <a:pt x="0" y="12788"/>
                  </a:lnTo>
                  <a:lnTo>
                    <a:pt x="1193" y="12788"/>
                  </a:lnTo>
                  <a:lnTo>
                    <a:pt x="1193" y="14071"/>
                  </a:lnTo>
                  <a:lnTo>
                    <a:pt x="333463" y="14071"/>
                  </a:lnTo>
                  <a:lnTo>
                    <a:pt x="333463" y="1282"/>
                  </a:lnTo>
                  <a:close/>
                </a:path>
              </a:pathLst>
            </a:custGeom>
            <a:solidFill>
              <a:srgbClr val="B7B7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335025" y="2472829"/>
              <a:ext cx="332740" cy="13335"/>
            </a:xfrm>
            <a:custGeom>
              <a:avLst/>
              <a:gdLst/>
              <a:ahLst/>
              <a:cxnLst/>
              <a:rect l="l" t="t" r="r" b="b"/>
              <a:pathLst>
                <a:path w="332740" h="13335">
                  <a:moveTo>
                    <a:pt x="0" y="0"/>
                  </a:moveTo>
                  <a:lnTo>
                    <a:pt x="332270" y="0"/>
                  </a:lnTo>
                  <a:lnTo>
                    <a:pt x="332270" y="12788"/>
                  </a:lnTo>
                  <a:lnTo>
                    <a:pt x="0" y="12788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5" name="object 55"/>
          <p:cNvGrpSpPr/>
          <p:nvPr/>
        </p:nvGrpSpPr>
        <p:grpSpPr>
          <a:xfrm>
            <a:off x="333787" y="2723324"/>
            <a:ext cx="408940" cy="433070"/>
            <a:chOff x="333787" y="2723324"/>
            <a:chExt cx="408940" cy="433070"/>
          </a:xfrm>
        </p:grpSpPr>
        <p:sp>
          <p:nvSpPr>
            <p:cNvPr id="56" name="object 56"/>
            <p:cNvSpPr/>
            <p:nvPr/>
          </p:nvSpPr>
          <p:spPr>
            <a:xfrm>
              <a:off x="394893" y="2987255"/>
              <a:ext cx="345440" cy="43815"/>
            </a:xfrm>
            <a:custGeom>
              <a:avLst/>
              <a:gdLst/>
              <a:ahLst/>
              <a:cxnLst/>
              <a:rect l="l" t="t" r="r" b="b"/>
              <a:pathLst>
                <a:path w="345440" h="43814">
                  <a:moveTo>
                    <a:pt x="304139" y="43573"/>
                  </a:moveTo>
                  <a:lnTo>
                    <a:pt x="0" y="43573"/>
                  </a:lnTo>
                  <a:lnTo>
                    <a:pt x="40716" y="0"/>
                  </a:lnTo>
                  <a:lnTo>
                    <a:pt x="344843" y="0"/>
                  </a:lnTo>
                  <a:lnTo>
                    <a:pt x="304139" y="43573"/>
                  </a:lnTo>
                  <a:close/>
                </a:path>
              </a:pathLst>
            </a:custGeom>
            <a:solidFill>
              <a:srgbClr val="C8C8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396087" y="2988538"/>
              <a:ext cx="345440" cy="43815"/>
            </a:xfrm>
            <a:custGeom>
              <a:avLst/>
              <a:gdLst/>
              <a:ahLst/>
              <a:cxnLst/>
              <a:rect l="l" t="t" r="r" b="b"/>
              <a:pathLst>
                <a:path w="345440" h="43814">
                  <a:moveTo>
                    <a:pt x="304139" y="43573"/>
                  </a:moveTo>
                  <a:lnTo>
                    <a:pt x="0" y="43573"/>
                  </a:lnTo>
                  <a:lnTo>
                    <a:pt x="40716" y="0"/>
                  </a:lnTo>
                  <a:lnTo>
                    <a:pt x="344843" y="0"/>
                  </a:lnTo>
                  <a:lnTo>
                    <a:pt x="304139" y="43573"/>
                  </a:lnTo>
                  <a:close/>
                </a:path>
              </a:pathLst>
            </a:custGeom>
            <a:solidFill>
              <a:srgbClr val="C8C8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396087" y="2988538"/>
              <a:ext cx="345440" cy="43815"/>
            </a:xfrm>
            <a:custGeom>
              <a:avLst/>
              <a:gdLst/>
              <a:ahLst/>
              <a:cxnLst/>
              <a:rect l="l" t="t" r="r" b="b"/>
              <a:pathLst>
                <a:path w="345440" h="43814">
                  <a:moveTo>
                    <a:pt x="0" y="43573"/>
                  </a:moveTo>
                  <a:lnTo>
                    <a:pt x="40716" y="0"/>
                  </a:lnTo>
                  <a:lnTo>
                    <a:pt x="344843" y="0"/>
                  </a:lnTo>
                  <a:lnTo>
                    <a:pt x="304139" y="43573"/>
                  </a:lnTo>
                  <a:lnTo>
                    <a:pt x="0" y="43573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394893" y="3030829"/>
              <a:ext cx="305435" cy="61594"/>
            </a:xfrm>
            <a:custGeom>
              <a:avLst/>
              <a:gdLst/>
              <a:ahLst/>
              <a:cxnLst/>
              <a:rect l="l" t="t" r="r" b="b"/>
              <a:pathLst>
                <a:path w="305434" h="61594">
                  <a:moveTo>
                    <a:pt x="305320" y="1282"/>
                  </a:moveTo>
                  <a:lnTo>
                    <a:pt x="304139" y="1282"/>
                  </a:lnTo>
                  <a:lnTo>
                    <a:pt x="304139" y="0"/>
                  </a:lnTo>
                  <a:lnTo>
                    <a:pt x="0" y="0"/>
                  </a:lnTo>
                  <a:lnTo>
                    <a:pt x="0" y="60223"/>
                  </a:lnTo>
                  <a:lnTo>
                    <a:pt x="1193" y="60223"/>
                  </a:lnTo>
                  <a:lnTo>
                    <a:pt x="1193" y="61506"/>
                  </a:lnTo>
                  <a:lnTo>
                    <a:pt x="305320" y="61506"/>
                  </a:lnTo>
                  <a:lnTo>
                    <a:pt x="305320" y="1282"/>
                  </a:lnTo>
                  <a:close/>
                </a:path>
              </a:pathLst>
            </a:custGeom>
            <a:solidFill>
              <a:srgbClr val="B7B7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396087" y="3032112"/>
              <a:ext cx="304165" cy="60325"/>
            </a:xfrm>
            <a:custGeom>
              <a:avLst/>
              <a:gdLst/>
              <a:ahLst/>
              <a:cxnLst/>
              <a:rect l="l" t="t" r="r" b="b"/>
              <a:pathLst>
                <a:path w="304165" h="60325">
                  <a:moveTo>
                    <a:pt x="0" y="0"/>
                  </a:moveTo>
                  <a:lnTo>
                    <a:pt x="304139" y="0"/>
                  </a:lnTo>
                  <a:lnTo>
                    <a:pt x="304139" y="60223"/>
                  </a:lnTo>
                  <a:lnTo>
                    <a:pt x="0" y="60223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699033" y="2987255"/>
              <a:ext cx="41910" cy="104775"/>
            </a:xfrm>
            <a:custGeom>
              <a:avLst/>
              <a:gdLst/>
              <a:ahLst/>
              <a:cxnLst/>
              <a:rect l="l" t="t" r="r" b="b"/>
              <a:pathLst>
                <a:path w="41909" h="104775">
                  <a:moveTo>
                    <a:pt x="41897" y="1282"/>
                  </a:moveTo>
                  <a:lnTo>
                    <a:pt x="40703" y="2565"/>
                  </a:lnTo>
                  <a:lnTo>
                    <a:pt x="40703" y="0"/>
                  </a:lnTo>
                  <a:lnTo>
                    <a:pt x="0" y="43573"/>
                  </a:lnTo>
                  <a:lnTo>
                    <a:pt x="0" y="103149"/>
                  </a:lnTo>
                  <a:lnTo>
                    <a:pt x="1193" y="101892"/>
                  </a:lnTo>
                  <a:lnTo>
                    <a:pt x="1193" y="104432"/>
                  </a:lnTo>
                  <a:lnTo>
                    <a:pt x="41897" y="61506"/>
                  </a:lnTo>
                  <a:lnTo>
                    <a:pt x="41897" y="1282"/>
                  </a:lnTo>
                  <a:close/>
                </a:path>
              </a:pathLst>
            </a:custGeom>
            <a:solidFill>
              <a:srgbClr val="7979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700227" y="2988538"/>
              <a:ext cx="41275" cy="103505"/>
            </a:xfrm>
            <a:custGeom>
              <a:avLst/>
              <a:gdLst/>
              <a:ahLst/>
              <a:cxnLst/>
              <a:rect l="l" t="t" r="r" b="b"/>
              <a:pathLst>
                <a:path w="41275" h="103505">
                  <a:moveTo>
                    <a:pt x="0" y="103149"/>
                  </a:moveTo>
                  <a:lnTo>
                    <a:pt x="40703" y="60223"/>
                  </a:lnTo>
                  <a:lnTo>
                    <a:pt x="40703" y="0"/>
                  </a:lnTo>
                  <a:lnTo>
                    <a:pt x="0" y="43573"/>
                  </a:lnTo>
                  <a:lnTo>
                    <a:pt x="0" y="103149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403275" y="2987255"/>
              <a:ext cx="332105" cy="36195"/>
            </a:xfrm>
            <a:custGeom>
              <a:avLst/>
              <a:gdLst/>
              <a:ahLst/>
              <a:cxnLst/>
              <a:rect l="l" t="t" r="r" b="b"/>
              <a:pathLst>
                <a:path w="332105" h="36194">
                  <a:moveTo>
                    <a:pt x="331673" y="1282"/>
                  </a:moveTo>
                  <a:lnTo>
                    <a:pt x="329298" y="1282"/>
                  </a:lnTo>
                  <a:lnTo>
                    <a:pt x="330479" y="0"/>
                  </a:lnTo>
                  <a:lnTo>
                    <a:pt x="32334" y="0"/>
                  </a:lnTo>
                  <a:lnTo>
                    <a:pt x="0" y="33959"/>
                  </a:lnTo>
                  <a:lnTo>
                    <a:pt x="2400" y="33972"/>
                  </a:lnTo>
                  <a:lnTo>
                    <a:pt x="1193" y="35242"/>
                  </a:lnTo>
                  <a:lnTo>
                    <a:pt x="299948" y="35877"/>
                  </a:lnTo>
                  <a:lnTo>
                    <a:pt x="331673" y="12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404469" y="2988538"/>
              <a:ext cx="330835" cy="34925"/>
            </a:xfrm>
            <a:custGeom>
              <a:avLst/>
              <a:gdLst/>
              <a:ahLst/>
              <a:cxnLst/>
              <a:rect l="l" t="t" r="r" b="b"/>
              <a:pathLst>
                <a:path w="330834" h="34925">
                  <a:moveTo>
                    <a:pt x="0" y="33959"/>
                  </a:moveTo>
                  <a:lnTo>
                    <a:pt x="32334" y="0"/>
                  </a:lnTo>
                  <a:lnTo>
                    <a:pt x="330479" y="0"/>
                  </a:lnTo>
                  <a:lnTo>
                    <a:pt x="298754" y="34594"/>
                  </a:lnTo>
                  <a:lnTo>
                    <a:pt x="0" y="3395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394893" y="2723324"/>
              <a:ext cx="338455" cy="36830"/>
            </a:xfrm>
            <a:custGeom>
              <a:avLst/>
              <a:gdLst/>
              <a:ahLst/>
              <a:cxnLst/>
              <a:rect l="l" t="t" r="r" b="b"/>
              <a:pathLst>
                <a:path w="338455" h="36830">
                  <a:moveTo>
                    <a:pt x="338264" y="1270"/>
                  </a:moveTo>
                  <a:lnTo>
                    <a:pt x="335864" y="1270"/>
                  </a:lnTo>
                  <a:lnTo>
                    <a:pt x="337058" y="0"/>
                  </a:lnTo>
                  <a:lnTo>
                    <a:pt x="33528" y="0"/>
                  </a:lnTo>
                  <a:lnTo>
                    <a:pt x="0" y="35229"/>
                  </a:lnTo>
                  <a:lnTo>
                    <a:pt x="2413" y="35229"/>
                  </a:lnTo>
                  <a:lnTo>
                    <a:pt x="1193" y="36512"/>
                  </a:lnTo>
                  <a:lnTo>
                    <a:pt x="305333" y="36512"/>
                  </a:lnTo>
                  <a:lnTo>
                    <a:pt x="338264" y="1270"/>
                  </a:lnTo>
                  <a:close/>
                </a:path>
              </a:pathLst>
            </a:custGeom>
            <a:solidFill>
              <a:srgbClr val="C8C8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396087" y="2724594"/>
              <a:ext cx="337185" cy="35560"/>
            </a:xfrm>
            <a:custGeom>
              <a:avLst/>
              <a:gdLst/>
              <a:ahLst/>
              <a:cxnLst/>
              <a:rect l="l" t="t" r="r" b="b"/>
              <a:pathLst>
                <a:path w="337184" h="35560">
                  <a:moveTo>
                    <a:pt x="0" y="35242"/>
                  </a:moveTo>
                  <a:lnTo>
                    <a:pt x="33528" y="0"/>
                  </a:lnTo>
                  <a:lnTo>
                    <a:pt x="337070" y="0"/>
                  </a:lnTo>
                  <a:lnTo>
                    <a:pt x="304139" y="35242"/>
                  </a:lnTo>
                  <a:lnTo>
                    <a:pt x="0" y="35242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394893" y="2759189"/>
              <a:ext cx="306705" cy="257810"/>
            </a:xfrm>
            <a:custGeom>
              <a:avLst/>
              <a:gdLst/>
              <a:ahLst/>
              <a:cxnLst/>
              <a:rect l="l" t="t" r="r" b="b"/>
              <a:pathLst>
                <a:path w="306705" h="257810">
                  <a:moveTo>
                    <a:pt x="306527" y="257530"/>
                  </a:moveTo>
                  <a:lnTo>
                    <a:pt x="0" y="257530"/>
                  </a:lnTo>
                  <a:lnTo>
                    <a:pt x="0" y="0"/>
                  </a:lnTo>
                  <a:lnTo>
                    <a:pt x="306527" y="0"/>
                  </a:lnTo>
                  <a:lnTo>
                    <a:pt x="306527" y="257530"/>
                  </a:lnTo>
                  <a:close/>
                </a:path>
              </a:pathLst>
            </a:custGeom>
            <a:solidFill>
              <a:srgbClr val="B7B7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394893" y="2759189"/>
              <a:ext cx="306705" cy="257810"/>
            </a:xfrm>
            <a:custGeom>
              <a:avLst/>
              <a:gdLst/>
              <a:ahLst/>
              <a:cxnLst/>
              <a:rect l="l" t="t" r="r" b="b"/>
              <a:pathLst>
                <a:path w="306705" h="257810">
                  <a:moveTo>
                    <a:pt x="0" y="0"/>
                  </a:moveTo>
                  <a:lnTo>
                    <a:pt x="306527" y="0"/>
                  </a:lnTo>
                  <a:lnTo>
                    <a:pt x="306527" y="257530"/>
                  </a:lnTo>
                  <a:lnTo>
                    <a:pt x="0" y="25753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421233" y="2789948"/>
              <a:ext cx="254000" cy="200025"/>
            </a:xfrm>
            <a:custGeom>
              <a:avLst/>
              <a:gdLst/>
              <a:ahLst/>
              <a:cxnLst/>
              <a:rect l="l" t="t" r="r" b="b"/>
              <a:pathLst>
                <a:path w="254000" h="200025">
                  <a:moveTo>
                    <a:pt x="253847" y="199872"/>
                  </a:moveTo>
                  <a:lnTo>
                    <a:pt x="0" y="199872"/>
                  </a:lnTo>
                  <a:lnTo>
                    <a:pt x="0" y="0"/>
                  </a:lnTo>
                  <a:lnTo>
                    <a:pt x="253847" y="0"/>
                  </a:lnTo>
                  <a:lnTo>
                    <a:pt x="253847" y="1998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421233" y="2789948"/>
              <a:ext cx="254000" cy="200025"/>
            </a:xfrm>
            <a:custGeom>
              <a:avLst/>
              <a:gdLst/>
              <a:ahLst/>
              <a:cxnLst/>
              <a:rect l="l" t="t" r="r" b="b"/>
              <a:pathLst>
                <a:path w="254000" h="200025">
                  <a:moveTo>
                    <a:pt x="0" y="0"/>
                  </a:moveTo>
                  <a:lnTo>
                    <a:pt x="253847" y="0"/>
                  </a:lnTo>
                  <a:lnTo>
                    <a:pt x="253847" y="199872"/>
                  </a:lnTo>
                  <a:lnTo>
                    <a:pt x="0" y="199872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699033" y="2723324"/>
              <a:ext cx="34290" cy="292100"/>
            </a:xfrm>
            <a:custGeom>
              <a:avLst/>
              <a:gdLst/>
              <a:ahLst/>
              <a:cxnLst/>
              <a:rect l="l" t="t" r="r" b="b"/>
              <a:pathLst>
                <a:path w="34290" h="292100">
                  <a:moveTo>
                    <a:pt x="34124" y="1270"/>
                  </a:moveTo>
                  <a:lnTo>
                    <a:pt x="32918" y="2565"/>
                  </a:lnTo>
                  <a:lnTo>
                    <a:pt x="32918" y="0"/>
                  </a:lnTo>
                  <a:lnTo>
                    <a:pt x="0" y="35229"/>
                  </a:lnTo>
                  <a:lnTo>
                    <a:pt x="0" y="290207"/>
                  </a:lnTo>
                  <a:lnTo>
                    <a:pt x="1193" y="288937"/>
                  </a:lnTo>
                  <a:lnTo>
                    <a:pt x="1193" y="291490"/>
                  </a:lnTo>
                  <a:lnTo>
                    <a:pt x="34124" y="256247"/>
                  </a:lnTo>
                  <a:lnTo>
                    <a:pt x="34124" y="1270"/>
                  </a:lnTo>
                  <a:close/>
                </a:path>
              </a:pathLst>
            </a:custGeom>
            <a:solidFill>
              <a:srgbClr val="7979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700227" y="2724594"/>
              <a:ext cx="33020" cy="290830"/>
            </a:xfrm>
            <a:custGeom>
              <a:avLst/>
              <a:gdLst/>
              <a:ahLst/>
              <a:cxnLst/>
              <a:rect l="l" t="t" r="r" b="b"/>
              <a:pathLst>
                <a:path w="33020" h="290830">
                  <a:moveTo>
                    <a:pt x="0" y="290220"/>
                  </a:moveTo>
                  <a:lnTo>
                    <a:pt x="32931" y="254977"/>
                  </a:lnTo>
                  <a:lnTo>
                    <a:pt x="32931" y="0"/>
                  </a:lnTo>
                  <a:lnTo>
                    <a:pt x="0" y="35242"/>
                  </a:lnTo>
                  <a:lnTo>
                    <a:pt x="0" y="290220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334429" y="3079508"/>
              <a:ext cx="381000" cy="62865"/>
            </a:xfrm>
            <a:custGeom>
              <a:avLst/>
              <a:gdLst/>
              <a:ahLst/>
              <a:cxnLst/>
              <a:rect l="l" t="t" r="r" b="b"/>
              <a:pathLst>
                <a:path w="381000" h="62864">
                  <a:moveTo>
                    <a:pt x="380758" y="1282"/>
                  </a:moveTo>
                  <a:lnTo>
                    <a:pt x="378561" y="1282"/>
                  </a:lnTo>
                  <a:lnTo>
                    <a:pt x="379564" y="0"/>
                  </a:lnTo>
                  <a:lnTo>
                    <a:pt x="48488" y="0"/>
                  </a:lnTo>
                  <a:lnTo>
                    <a:pt x="0" y="61506"/>
                  </a:lnTo>
                  <a:lnTo>
                    <a:pt x="2197" y="61506"/>
                  </a:lnTo>
                  <a:lnTo>
                    <a:pt x="1193" y="62788"/>
                  </a:lnTo>
                  <a:lnTo>
                    <a:pt x="332867" y="62788"/>
                  </a:lnTo>
                  <a:lnTo>
                    <a:pt x="380758" y="1282"/>
                  </a:lnTo>
                  <a:close/>
                </a:path>
              </a:pathLst>
            </a:custGeom>
            <a:solidFill>
              <a:srgbClr val="C8C8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335622" y="3080791"/>
              <a:ext cx="379730" cy="61594"/>
            </a:xfrm>
            <a:custGeom>
              <a:avLst/>
              <a:gdLst/>
              <a:ahLst/>
              <a:cxnLst/>
              <a:rect l="l" t="t" r="r" b="b"/>
              <a:pathLst>
                <a:path w="379730" h="61594">
                  <a:moveTo>
                    <a:pt x="0" y="61506"/>
                  </a:moveTo>
                  <a:lnTo>
                    <a:pt x="48501" y="0"/>
                  </a:lnTo>
                  <a:lnTo>
                    <a:pt x="379564" y="0"/>
                  </a:lnTo>
                  <a:lnTo>
                    <a:pt x="331673" y="61506"/>
                  </a:lnTo>
                  <a:lnTo>
                    <a:pt x="0" y="61506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665505" y="3079508"/>
              <a:ext cx="50165" cy="76200"/>
            </a:xfrm>
            <a:custGeom>
              <a:avLst/>
              <a:gdLst/>
              <a:ahLst/>
              <a:cxnLst/>
              <a:rect l="l" t="t" r="r" b="b"/>
              <a:pathLst>
                <a:path w="50165" h="76200">
                  <a:moveTo>
                    <a:pt x="49682" y="1282"/>
                  </a:moveTo>
                  <a:lnTo>
                    <a:pt x="48412" y="2933"/>
                  </a:lnTo>
                  <a:lnTo>
                    <a:pt x="48488" y="0"/>
                  </a:lnTo>
                  <a:lnTo>
                    <a:pt x="0" y="62788"/>
                  </a:lnTo>
                  <a:lnTo>
                    <a:pt x="0" y="74320"/>
                  </a:lnTo>
                  <a:lnTo>
                    <a:pt x="1193" y="73050"/>
                  </a:lnTo>
                  <a:lnTo>
                    <a:pt x="1193" y="75603"/>
                  </a:lnTo>
                  <a:lnTo>
                    <a:pt x="49085" y="24345"/>
                  </a:lnTo>
                  <a:lnTo>
                    <a:pt x="49682" y="1282"/>
                  </a:lnTo>
                  <a:close/>
                </a:path>
              </a:pathLst>
            </a:custGeom>
            <a:solidFill>
              <a:srgbClr val="7979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666699" y="3080791"/>
              <a:ext cx="48895" cy="74930"/>
            </a:xfrm>
            <a:custGeom>
              <a:avLst/>
              <a:gdLst/>
              <a:ahLst/>
              <a:cxnLst/>
              <a:rect l="l" t="t" r="r" b="b"/>
              <a:pathLst>
                <a:path w="48895" h="74930">
                  <a:moveTo>
                    <a:pt x="0" y="74320"/>
                  </a:moveTo>
                  <a:lnTo>
                    <a:pt x="47891" y="23063"/>
                  </a:lnTo>
                  <a:lnTo>
                    <a:pt x="48488" y="0"/>
                  </a:lnTo>
                  <a:lnTo>
                    <a:pt x="0" y="62788"/>
                  </a:lnTo>
                  <a:lnTo>
                    <a:pt x="0" y="74320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333832" y="3141014"/>
              <a:ext cx="334010" cy="14604"/>
            </a:xfrm>
            <a:custGeom>
              <a:avLst/>
              <a:gdLst/>
              <a:ahLst/>
              <a:cxnLst/>
              <a:rect l="l" t="t" r="r" b="b"/>
              <a:pathLst>
                <a:path w="334009" h="14605">
                  <a:moveTo>
                    <a:pt x="333463" y="1282"/>
                  </a:moveTo>
                  <a:lnTo>
                    <a:pt x="332270" y="1282"/>
                  </a:lnTo>
                  <a:lnTo>
                    <a:pt x="332270" y="0"/>
                  </a:lnTo>
                  <a:lnTo>
                    <a:pt x="0" y="0"/>
                  </a:lnTo>
                  <a:lnTo>
                    <a:pt x="0" y="12814"/>
                  </a:lnTo>
                  <a:lnTo>
                    <a:pt x="1193" y="12814"/>
                  </a:lnTo>
                  <a:lnTo>
                    <a:pt x="1193" y="14097"/>
                  </a:lnTo>
                  <a:lnTo>
                    <a:pt x="333463" y="14097"/>
                  </a:lnTo>
                  <a:lnTo>
                    <a:pt x="333463" y="1282"/>
                  </a:lnTo>
                  <a:close/>
                </a:path>
              </a:pathLst>
            </a:custGeom>
            <a:solidFill>
              <a:srgbClr val="B7B7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335025" y="3142297"/>
              <a:ext cx="332740" cy="13335"/>
            </a:xfrm>
            <a:custGeom>
              <a:avLst/>
              <a:gdLst/>
              <a:ahLst/>
              <a:cxnLst/>
              <a:rect l="l" t="t" r="r" b="b"/>
              <a:pathLst>
                <a:path w="332740" h="13335">
                  <a:moveTo>
                    <a:pt x="0" y="0"/>
                  </a:moveTo>
                  <a:lnTo>
                    <a:pt x="332270" y="0"/>
                  </a:lnTo>
                  <a:lnTo>
                    <a:pt x="332270" y="12814"/>
                  </a:lnTo>
                  <a:lnTo>
                    <a:pt x="0" y="12814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9" name="object 79"/>
          <p:cNvGrpSpPr/>
          <p:nvPr/>
        </p:nvGrpSpPr>
        <p:grpSpPr>
          <a:xfrm>
            <a:off x="333787" y="3390900"/>
            <a:ext cx="408940" cy="433070"/>
            <a:chOff x="333787" y="3390900"/>
            <a:chExt cx="408940" cy="433070"/>
          </a:xfrm>
        </p:grpSpPr>
        <p:sp>
          <p:nvSpPr>
            <p:cNvPr id="80" name="object 80"/>
            <p:cNvSpPr/>
            <p:nvPr/>
          </p:nvSpPr>
          <p:spPr>
            <a:xfrm>
              <a:off x="394893" y="3654844"/>
              <a:ext cx="345440" cy="43815"/>
            </a:xfrm>
            <a:custGeom>
              <a:avLst/>
              <a:gdLst/>
              <a:ahLst/>
              <a:cxnLst/>
              <a:rect l="l" t="t" r="r" b="b"/>
              <a:pathLst>
                <a:path w="345440" h="43814">
                  <a:moveTo>
                    <a:pt x="304139" y="43561"/>
                  </a:moveTo>
                  <a:lnTo>
                    <a:pt x="0" y="43561"/>
                  </a:lnTo>
                  <a:lnTo>
                    <a:pt x="40716" y="0"/>
                  </a:lnTo>
                  <a:lnTo>
                    <a:pt x="344843" y="0"/>
                  </a:lnTo>
                  <a:lnTo>
                    <a:pt x="304139" y="43561"/>
                  </a:lnTo>
                  <a:close/>
                </a:path>
              </a:pathLst>
            </a:custGeom>
            <a:solidFill>
              <a:srgbClr val="C8C8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396087" y="3656126"/>
              <a:ext cx="345440" cy="43815"/>
            </a:xfrm>
            <a:custGeom>
              <a:avLst/>
              <a:gdLst/>
              <a:ahLst/>
              <a:cxnLst/>
              <a:rect l="l" t="t" r="r" b="b"/>
              <a:pathLst>
                <a:path w="345440" h="43814">
                  <a:moveTo>
                    <a:pt x="304139" y="43561"/>
                  </a:moveTo>
                  <a:lnTo>
                    <a:pt x="0" y="43561"/>
                  </a:lnTo>
                  <a:lnTo>
                    <a:pt x="40716" y="0"/>
                  </a:lnTo>
                  <a:lnTo>
                    <a:pt x="344843" y="0"/>
                  </a:lnTo>
                  <a:lnTo>
                    <a:pt x="304139" y="43561"/>
                  </a:lnTo>
                  <a:close/>
                </a:path>
              </a:pathLst>
            </a:custGeom>
            <a:solidFill>
              <a:srgbClr val="C8C8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396087" y="3656126"/>
              <a:ext cx="345440" cy="43815"/>
            </a:xfrm>
            <a:custGeom>
              <a:avLst/>
              <a:gdLst/>
              <a:ahLst/>
              <a:cxnLst/>
              <a:rect l="l" t="t" r="r" b="b"/>
              <a:pathLst>
                <a:path w="345440" h="43814">
                  <a:moveTo>
                    <a:pt x="0" y="43561"/>
                  </a:moveTo>
                  <a:lnTo>
                    <a:pt x="40716" y="0"/>
                  </a:lnTo>
                  <a:lnTo>
                    <a:pt x="344843" y="0"/>
                  </a:lnTo>
                  <a:lnTo>
                    <a:pt x="304139" y="43561"/>
                  </a:lnTo>
                  <a:lnTo>
                    <a:pt x="0" y="43561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394893" y="3698404"/>
              <a:ext cx="305435" cy="61594"/>
            </a:xfrm>
            <a:custGeom>
              <a:avLst/>
              <a:gdLst/>
              <a:ahLst/>
              <a:cxnLst/>
              <a:rect l="l" t="t" r="r" b="b"/>
              <a:pathLst>
                <a:path w="305434" h="61595">
                  <a:moveTo>
                    <a:pt x="305320" y="1282"/>
                  </a:moveTo>
                  <a:lnTo>
                    <a:pt x="304139" y="1282"/>
                  </a:lnTo>
                  <a:lnTo>
                    <a:pt x="304139" y="0"/>
                  </a:lnTo>
                  <a:lnTo>
                    <a:pt x="0" y="0"/>
                  </a:lnTo>
                  <a:lnTo>
                    <a:pt x="0" y="60236"/>
                  </a:lnTo>
                  <a:lnTo>
                    <a:pt x="1193" y="60236"/>
                  </a:lnTo>
                  <a:lnTo>
                    <a:pt x="1193" y="61518"/>
                  </a:lnTo>
                  <a:lnTo>
                    <a:pt x="305320" y="61518"/>
                  </a:lnTo>
                  <a:lnTo>
                    <a:pt x="305320" y="1282"/>
                  </a:lnTo>
                  <a:close/>
                </a:path>
              </a:pathLst>
            </a:custGeom>
            <a:solidFill>
              <a:srgbClr val="B7B7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396087" y="3699687"/>
              <a:ext cx="304165" cy="60325"/>
            </a:xfrm>
            <a:custGeom>
              <a:avLst/>
              <a:gdLst/>
              <a:ahLst/>
              <a:cxnLst/>
              <a:rect l="l" t="t" r="r" b="b"/>
              <a:pathLst>
                <a:path w="304165" h="60325">
                  <a:moveTo>
                    <a:pt x="0" y="0"/>
                  </a:moveTo>
                  <a:lnTo>
                    <a:pt x="304139" y="0"/>
                  </a:lnTo>
                  <a:lnTo>
                    <a:pt x="304139" y="60223"/>
                  </a:lnTo>
                  <a:lnTo>
                    <a:pt x="0" y="60223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699033" y="3654843"/>
              <a:ext cx="41910" cy="104775"/>
            </a:xfrm>
            <a:custGeom>
              <a:avLst/>
              <a:gdLst/>
              <a:ahLst/>
              <a:cxnLst/>
              <a:rect l="l" t="t" r="r" b="b"/>
              <a:pathLst>
                <a:path w="41909" h="104775">
                  <a:moveTo>
                    <a:pt x="41897" y="1282"/>
                  </a:moveTo>
                  <a:lnTo>
                    <a:pt x="40703" y="2565"/>
                  </a:lnTo>
                  <a:lnTo>
                    <a:pt x="40703" y="0"/>
                  </a:lnTo>
                  <a:lnTo>
                    <a:pt x="0" y="43561"/>
                  </a:lnTo>
                  <a:lnTo>
                    <a:pt x="0" y="103136"/>
                  </a:lnTo>
                  <a:lnTo>
                    <a:pt x="1193" y="101879"/>
                  </a:lnTo>
                  <a:lnTo>
                    <a:pt x="1193" y="104419"/>
                  </a:lnTo>
                  <a:lnTo>
                    <a:pt x="41897" y="61493"/>
                  </a:lnTo>
                  <a:lnTo>
                    <a:pt x="41897" y="1282"/>
                  </a:lnTo>
                  <a:close/>
                </a:path>
              </a:pathLst>
            </a:custGeom>
            <a:solidFill>
              <a:srgbClr val="7979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700227" y="3656126"/>
              <a:ext cx="41275" cy="103505"/>
            </a:xfrm>
            <a:custGeom>
              <a:avLst/>
              <a:gdLst/>
              <a:ahLst/>
              <a:cxnLst/>
              <a:rect l="l" t="t" r="r" b="b"/>
              <a:pathLst>
                <a:path w="41275" h="103504">
                  <a:moveTo>
                    <a:pt x="0" y="103136"/>
                  </a:moveTo>
                  <a:lnTo>
                    <a:pt x="40703" y="60210"/>
                  </a:lnTo>
                  <a:lnTo>
                    <a:pt x="40703" y="0"/>
                  </a:lnTo>
                  <a:lnTo>
                    <a:pt x="0" y="43561"/>
                  </a:lnTo>
                  <a:lnTo>
                    <a:pt x="0" y="103136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403275" y="3654843"/>
              <a:ext cx="332105" cy="36195"/>
            </a:xfrm>
            <a:custGeom>
              <a:avLst/>
              <a:gdLst/>
              <a:ahLst/>
              <a:cxnLst/>
              <a:rect l="l" t="t" r="r" b="b"/>
              <a:pathLst>
                <a:path w="332105" h="36195">
                  <a:moveTo>
                    <a:pt x="331673" y="1282"/>
                  </a:moveTo>
                  <a:lnTo>
                    <a:pt x="329298" y="1282"/>
                  </a:lnTo>
                  <a:lnTo>
                    <a:pt x="330479" y="0"/>
                  </a:lnTo>
                  <a:lnTo>
                    <a:pt x="32334" y="0"/>
                  </a:lnTo>
                  <a:lnTo>
                    <a:pt x="0" y="33947"/>
                  </a:lnTo>
                  <a:lnTo>
                    <a:pt x="2400" y="33959"/>
                  </a:lnTo>
                  <a:lnTo>
                    <a:pt x="1193" y="35229"/>
                  </a:lnTo>
                  <a:lnTo>
                    <a:pt x="299948" y="35877"/>
                  </a:lnTo>
                  <a:lnTo>
                    <a:pt x="331673" y="12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404469" y="3656126"/>
              <a:ext cx="330835" cy="34925"/>
            </a:xfrm>
            <a:custGeom>
              <a:avLst/>
              <a:gdLst/>
              <a:ahLst/>
              <a:cxnLst/>
              <a:rect l="l" t="t" r="r" b="b"/>
              <a:pathLst>
                <a:path w="330834" h="34925">
                  <a:moveTo>
                    <a:pt x="0" y="33947"/>
                  </a:moveTo>
                  <a:lnTo>
                    <a:pt x="32334" y="0"/>
                  </a:lnTo>
                  <a:lnTo>
                    <a:pt x="330479" y="0"/>
                  </a:lnTo>
                  <a:lnTo>
                    <a:pt x="298754" y="34594"/>
                  </a:lnTo>
                  <a:lnTo>
                    <a:pt x="0" y="3394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394893" y="3390899"/>
              <a:ext cx="338455" cy="36830"/>
            </a:xfrm>
            <a:custGeom>
              <a:avLst/>
              <a:gdLst/>
              <a:ahLst/>
              <a:cxnLst/>
              <a:rect l="l" t="t" r="r" b="b"/>
              <a:pathLst>
                <a:path w="338455" h="36829">
                  <a:moveTo>
                    <a:pt x="338264" y="1282"/>
                  </a:moveTo>
                  <a:lnTo>
                    <a:pt x="335851" y="1282"/>
                  </a:lnTo>
                  <a:lnTo>
                    <a:pt x="337058" y="0"/>
                  </a:lnTo>
                  <a:lnTo>
                    <a:pt x="33528" y="0"/>
                  </a:lnTo>
                  <a:lnTo>
                    <a:pt x="0" y="35229"/>
                  </a:lnTo>
                  <a:lnTo>
                    <a:pt x="2413" y="35229"/>
                  </a:lnTo>
                  <a:lnTo>
                    <a:pt x="1193" y="36512"/>
                  </a:lnTo>
                  <a:lnTo>
                    <a:pt x="305333" y="36512"/>
                  </a:lnTo>
                  <a:lnTo>
                    <a:pt x="338264" y="1282"/>
                  </a:lnTo>
                  <a:close/>
                </a:path>
              </a:pathLst>
            </a:custGeom>
            <a:solidFill>
              <a:srgbClr val="C8C8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396087" y="3392182"/>
              <a:ext cx="337185" cy="35560"/>
            </a:xfrm>
            <a:custGeom>
              <a:avLst/>
              <a:gdLst/>
              <a:ahLst/>
              <a:cxnLst/>
              <a:rect l="l" t="t" r="r" b="b"/>
              <a:pathLst>
                <a:path w="337184" h="35560">
                  <a:moveTo>
                    <a:pt x="0" y="35229"/>
                  </a:moveTo>
                  <a:lnTo>
                    <a:pt x="33528" y="0"/>
                  </a:lnTo>
                  <a:lnTo>
                    <a:pt x="337070" y="0"/>
                  </a:lnTo>
                  <a:lnTo>
                    <a:pt x="304139" y="35229"/>
                  </a:lnTo>
                  <a:lnTo>
                    <a:pt x="0" y="35229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394893" y="3426777"/>
              <a:ext cx="306705" cy="257810"/>
            </a:xfrm>
            <a:custGeom>
              <a:avLst/>
              <a:gdLst/>
              <a:ahLst/>
              <a:cxnLst/>
              <a:rect l="l" t="t" r="r" b="b"/>
              <a:pathLst>
                <a:path w="306705" h="257810">
                  <a:moveTo>
                    <a:pt x="306527" y="257530"/>
                  </a:moveTo>
                  <a:lnTo>
                    <a:pt x="0" y="257530"/>
                  </a:lnTo>
                  <a:lnTo>
                    <a:pt x="0" y="0"/>
                  </a:lnTo>
                  <a:lnTo>
                    <a:pt x="306527" y="0"/>
                  </a:lnTo>
                  <a:lnTo>
                    <a:pt x="306527" y="257530"/>
                  </a:lnTo>
                  <a:close/>
                </a:path>
              </a:pathLst>
            </a:custGeom>
            <a:solidFill>
              <a:srgbClr val="B7B7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394893" y="3426777"/>
              <a:ext cx="306705" cy="257810"/>
            </a:xfrm>
            <a:custGeom>
              <a:avLst/>
              <a:gdLst/>
              <a:ahLst/>
              <a:cxnLst/>
              <a:rect l="l" t="t" r="r" b="b"/>
              <a:pathLst>
                <a:path w="306705" h="257810">
                  <a:moveTo>
                    <a:pt x="0" y="0"/>
                  </a:moveTo>
                  <a:lnTo>
                    <a:pt x="306527" y="0"/>
                  </a:lnTo>
                  <a:lnTo>
                    <a:pt x="306527" y="257530"/>
                  </a:lnTo>
                  <a:lnTo>
                    <a:pt x="0" y="25753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421233" y="3457524"/>
              <a:ext cx="254000" cy="200025"/>
            </a:xfrm>
            <a:custGeom>
              <a:avLst/>
              <a:gdLst/>
              <a:ahLst/>
              <a:cxnLst/>
              <a:rect l="l" t="t" r="r" b="b"/>
              <a:pathLst>
                <a:path w="254000" h="200025">
                  <a:moveTo>
                    <a:pt x="253847" y="199872"/>
                  </a:moveTo>
                  <a:lnTo>
                    <a:pt x="0" y="199872"/>
                  </a:lnTo>
                  <a:lnTo>
                    <a:pt x="0" y="0"/>
                  </a:lnTo>
                  <a:lnTo>
                    <a:pt x="253847" y="0"/>
                  </a:lnTo>
                  <a:lnTo>
                    <a:pt x="253847" y="1998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421233" y="3457524"/>
              <a:ext cx="254000" cy="200025"/>
            </a:xfrm>
            <a:custGeom>
              <a:avLst/>
              <a:gdLst/>
              <a:ahLst/>
              <a:cxnLst/>
              <a:rect l="l" t="t" r="r" b="b"/>
              <a:pathLst>
                <a:path w="254000" h="200025">
                  <a:moveTo>
                    <a:pt x="0" y="0"/>
                  </a:moveTo>
                  <a:lnTo>
                    <a:pt x="253847" y="0"/>
                  </a:lnTo>
                  <a:lnTo>
                    <a:pt x="253847" y="199872"/>
                  </a:lnTo>
                  <a:lnTo>
                    <a:pt x="0" y="199872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699033" y="3390899"/>
              <a:ext cx="34290" cy="292100"/>
            </a:xfrm>
            <a:custGeom>
              <a:avLst/>
              <a:gdLst/>
              <a:ahLst/>
              <a:cxnLst/>
              <a:rect l="l" t="t" r="r" b="b"/>
              <a:pathLst>
                <a:path w="34290" h="292100">
                  <a:moveTo>
                    <a:pt x="34124" y="1282"/>
                  </a:moveTo>
                  <a:lnTo>
                    <a:pt x="32918" y="2578"/>
                  </a:lnTo>
                  <a:lnTo>
                    <a:pt x="32918" y="0"/>
                  </a:lnTo>
                  <a:lnTo>
                    <a:pt x="0" y="35229"/>
                  </a:lnTo>
                  <a:lnTo>
                    <a:pt x="0" y="290207"/>
                  </a:lnTo>
                  <a:lnTo>
                    <a:pt x="1193" y="288937"/>
                  </a:lnTo>
                  <a:lnTo>
                    <a:pt x="1193" y="291490"/>
                  </a:lnTo>
                  <a:lnTo>
                    <a:pt x="34124" y="256247"/>
                  </a:lnTo>
                  <a:lnTo>
                    <a:pt x="34124" y="1282"/>
                  </a:lnTo>
                  <a:close/>
                </a:path>
              </a:pathLst>
            </a:custGeom>
            <a:solidFill>
              <a:srgbClr val="7979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700227" y="3392182"/>
              <a:ext cx="33020" cy="290830"/>
            </a:xfrm>
            <a:custGeom>
              <a:avLst/>
              <a:gdLst/>
              <a:ahLst/>
              <a:cxnLst/>
              <a:rect l="l" t="t" r="r" b="b"/>
              <a:pathLst>
                <a:path w="33020" h="290829">
                  <a:moveTo>
                    <a:pt x="0" y="290207"/>
                  </a:moveTo>
                  <a:lnTo>
                    <a:pt x="32931" y="254965"/>
                  </a:lnTo>
                  <a:lnTo>
                    <a:pt x="32931" y="0"/>
                  </a:lnTo>
                  <a:lnTo>
                    <a:pt x="0" y="35229"/>
                  </a:lnTo>
                  <a:lnTo>
                    <a:pt x="0" y="290207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334429" y="3747096"/>
              <a:ext cx="381000" cy="62865"/>
            </a:xfrm>
            <a:custGeom>
              <a:avLst/>
              <a:gdLst/>
              <a:ahLst/>
              <a:cxnLst/>
              <a:rect l="l" t="t" r="r" b="b"/>
              <a:pathLst>
                <a:path w="381000" h="62864">
                  <a:moveTo>
                    <a:pt x="380758" y="1282"/>
                  </a:moveTo>
                  <a:lnTo>
                    <a:pt x="378561" y="1282"/>
                  </a:lnTo>
                  <a:lnTo>
                    <a:pt x="379564" y="0"/>
                  </a:lnTo>
                  <a:lnTo>
                    <a:pt x="48488" y="0"/>
                  </a:lnTo>
                  <a:lnTo>
                    <a:pt x="0" y="61493"/>
                  </a:lnTo>
                  <a:lnTo>
                    <a:pt x="2197" y="61493"/>
                  </a:lnTo>
                  <a:lnTo>
                    <a:pt x="1193" y="62776"/>
                  </a:lnTo>
                  <a:lnTo>
                    <a:pt x="332867" y="62776"/>
                  </a:lnTo>
                  <a:lnTo>
                    <a:pt x="380758" y="1282"/>
                  </a:lnTo>
                  <a:close/>
                </a:path>
              </a:pathLst>
            </a:custGeom>
            <a:solidFill>
              <a:srgbClr val="C8C8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335622" y="3748379"/>
              <a:ext cx="379730" cy="61594"/>
            </a:xfrm>
            <a:custGeom>
              <a:avLst/>
              <a:gdLst/>
              <a:ahLst/>
              <a:cxnLst/>
              <a:rect l="l" t="t" r="r" b="b"/>
              <a:pathLst>
                <a:path w="379730" h="61595">
                  <a:moveTo>
                    <a:pt x="0" y="61493"/>
                  </a:moveTo>
                  <a:lnTo>
                    <a:pt x="48501" y="0"/>
                  </a:lnTo>
                  <a:lnTo>
                    <a:pt x="379564" y="0"/>
                  </a:lnTo>
                  <a:lnTo>
                    <a:pt x="331673" y="61493"/>
                  </a:lnTo>
                  <a:lnTo>
                    <a:pt x="0" y="61493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665505" y="3747096"/>
              <a:ext cx="50165" cy="76200"/>
            </a:xfrm>
            <a:custGeom>
              <a:avLst/>
              <a:gdLst/>
              <a:ahLst/>
              <a:cxnLst/>
              <a:rect l="l" t="t" r="r" b="b"/>
              <a:pathLst>
                <a:path w="50165" h="76200">
                  <a:moveTo>
                    <a:pt x="49682" y="1282"/>
                  </a:moveTo>
                  <a:lnTo>
                    <a:pt x="48412" y="2933"/>
                  </a:lnTo>
                  <a:lnTo>
                    <a:pt x="48488" y="0"/>
                  </a:lnTo>
                  <a:lnTo>
                    <a:pt x="0" y="62776"/>
                  </a:lnTo>
                  <a:lnTo>
                    <a:pt x="0" y="74307"/>
                  </a:lnTo>
                  <a:lnTo>
                    <a:pt x="1193" y="73037"/>
                  </a:lnTo>
                  <a:lnTo>
                    <a:pt x="1193" y="75590"/>
                  </a:lnTo>
                  <a:lnTo>
                    <a:pt x="49085" y="24345"/>
                  </a:lnTo>
                  <a:lnTo>
                    <a:pt x="49682" y="1282"/>
                  </a:lnTo>
                  <a:close/>
                </a:path>
              </a:pathLst>
            </a:custGeom>
            <a:solidFill>
              <a:srgbClr val="7979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666699" y="3748379"/>
              <a:ext cx="48895" cy="74930"/>
            </a:xfrm>
            <a:custGeom>
              <a:avLst/>
              <a:gdLst/>
              <a:ahLst/>
              <a:cxnLst/>
              <a:rect l="l" t="t" r="r" b="b"/>
              <a:pathLst>
                <a:path w="48895" h="74929">
                  <a:moveTo>
                    <a:pt x="0" y="74307"/>
                  </a:moveTo>
                  <a:lnTo>
                    <a:pt x="47891" y="23063"/>
                  </a:lnTo>
                  <a:lnTo>
                    <a:pt x="48488" y="0"/>
                  </a:lnTo>
                  <a:lnTo>
                    <a:pt x="0" y="62776"/>
                  </a:lnTo>
                  <a:lnTo>
                    <a:pt x="0" y="74307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333832" y="3808590"/>
              <a:ext cx="334010" cy="14604"/>
            </a:xfrm>
            <a:custGeom>
              <a:avLst/>
              <a:gdLst/>
              <a:ahLst/>
              <a:cxnLst/>
              <a:rect l="l" t="t" r="r" b="b"/>
              <a:pathLst>
                <a:path w="334009" h="14604">
                  <a:moveTo>
                    <a:pt x="333463" y="1282"/>
                  </a:moveTo>
                  <a:lnTo>
                    <a:pt x="332270" y="1282"/>
                  </a:lnTo>
                  <a:lnTo>
                    <a:pt x="332270" y="0"/>
                  </a:lnTo>
                  <a:lnTo>
                    <a:pt x="0" y="0"/>
                  </a:lnTo>
                  <a:lnTo>
                    <a:pt x="0" y="12814"/>
                  </a:lnTo>
                  <a:lnTo>
                    <a:pt x="1193" y="12814"/>
                  </a:lnTo>
                  <a:lnTo>
                    <a:pt x="1193" y="14097"/>
                  </a:lnTo>
                  <a:lnTo>
                    <a:pt x="333463" y="14097"/>
                  </a:lnTo>
                  <a:lnTo>
                    <a:pt x="333463" y="1282"/>
                  </a:lnTo>
                  <a:close/>
                </a:path>
              </a:pathLst>
            </a:custGeom>
            <a:solidFill>
              <a:srgbClr val="B7B7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335025" y="3809873"/>
              <a:ext cx="332740" cy="13335"/>
            </a:xfrm>
            <a:custGeom>
              <a:avLst/>
              <a:gdLst/>
              <a:ahLst/>
              <a:cxnLst/>
              <a:rect l="l" t="t" r="r" b="b"/>
              <a:pathLst>
                <a:path w="332740" h="13335">
                  <a:moveTo>
                    <a:pt x="0" y="0"/>
                  </a:moveTo>
                  <a:lnTo>
                    <a:pt x="332270" y="0"/>
                  </a:lnTo>
                  <a:lnTo>
                    <a:pt x="332270" y="12814"/>
                  </a:lnTo>
                  <a:lnTo>
                    <a:pt x="0" y="12814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3" name="object 103"/>
          <p:cNvGrpSpPr/>
          <p:nvPr/>
        </p:nvGrpSpPr>
        <p:grpSpPr>
          <a:xfrm>
            <a:off x="333787" y="4058475"/>
            <a:ext cx="408940" cy="432434"/>
            <a:chOff x="333787" y="4058475"/>
            <a:chExt cx="408940" cy="432434"/>
          </a:xfrm>
        </p:grpSpPr>
        <p:sp>
          <p:nvSpPr>
            <p:cNvPr id="104" name="object 104"/>
            <p:cNvSpPr/>
            <p:nvPr/>
          </p:nvSpPr>
          <p:spPr>
            <a:xfrm>
              <a:off x="394893" y="4322038"/>
              <a:ext cx="345440" cy="43815"/>
            </a:xfrm>
            <a:custGeom>
              <a:avLst/>
              <a:gdLst/>
              <a:ahLst/>
              <a:cxnLst/>
              <a:rect l="l" t="t" r="r" b="b"/>
              <a:pathLst>
                <a:path w="345440" h="43814">
                  <a:moveTo>
                    <a:pt x="304139" y="43497"/>
                  </a:moveTo>
                  <a:lnTo>
                    <a:pt x="0" y="43497"/>
                  </a:lnTo>
                  <a:lnTo>
                    <a:pt x="40716" y="0"/>
                  </a:lnTo>
                  <a:lnTo>
                    <a:pt x="344843" y="0"/>
                  </a:lnTo>
                  <a:lnTo>
                    <a:pt x="304139" y="43497"/>
                  </a:lnTo>
                  <a:close/>
                </a:path>
              </a:pathLst>
            </a:custGeom>
            <a:solidFill>
              <a:srgbClr val="C8C8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396087" y="4323308"/>
              <a:ext cx="345440" cy="43815"/>
            </a:xfrm>
            <a:custGeom>
              <a:avLst/>
              <a:gdLst/>
              <a:ahLst/>
              <a:cxnLst/>
              <a:rect l="l" t="t" r="r" b="b"/>
              <a:pathLst>
                <a:path w="345440" h="43814">
                  <a:moveTo>
                    <a:pt x="304139" y="43510"/>
                  </a:moveTo>
                  <a:lnTo>
                    <a:pt x="0" y="43510"/>
                  </a:lnTo>
                  <a:lnTo>
                    <a:pt x="40716" y="0"/>
                  </a:lnTo>
                  <a:lnTo>
                    <a:pt x="344843" y="0"/>
                  </a:lnTo>
                  <a:lnTo>
                    <a:pt x="304139" y="43510"/>
                  </a:lnTo>
                  <a:close/>
                </a:path>
              </a:pathLst>
            </a:custGeom>
            <a:solidFill>
              <a:srgbClr val="C8C8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396087" y="4323308"/>
              <a:ext cx="345440" cy="43815"/>
            </a:xfrm>
            <a:custGeom>
              <a:avLst/>
              <a:gdLst/>
              <a:ahLst/>
              <a:cxnLst/>
              <a:rect l="l" t="t" r="r" b="b"/>
              <a:pathLst>
                <a:path w="345440" h="43814">
                  <a:moveTo>
                    <a:pt x="0" y="43510"/>
                  </a:moveTo>
                  <a:lnTo>
                    <a:pt x="40716" y="0"/>
                  </a:lnTo>
                  <a:lnTo>
                    <a:pt x="344843" y="0"/>
                  </a:lnTo>
                  <a:lnTo>
                    <a:pt x="304139" y="43510"/>
                  </a:lnTo>
                  <a:lnTo>
                    <a:pt x="0" y="43510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394893" y="4365536"/>
              <a:ext cx="305435" cy="61594"/>
            </a:xfrm>
            <a:custGeom>
              <a:avLst/>
              <a:gdLst/>
              <a:ahLst/>
              <a:cxnLst/>
              <a:rect l="l" t="t" r="r" b="b"/>
              <a:pathLst>
                <a:path w="305434" h="61595">
                  <a:moveTo>
                    <a:pt x="305320" y="1282"/>
                  </a:moveTo>
                  <a:lnTo>
                    <a:pt x="304139" y="1282"/>
                  </a:lnTo>
                  <a:lnTo>
                    <a:pt x="304139" y="0"/>
                  </a:lnTo>
                  <a:lnTo>
                    <a:pt x="0" y="0"/>
                  </a:lnTo>
                  <a:lnTo>
                    <a:pt x="0" y="60134"/>
                  </a:lnTo>
                  <a:lnTo>
                    <a:pt x="1193" y="60134"/>
                  </a:lnTo>
                  <a:lnTo>
                    <a:pt x="1193" y="61417"/>
                  </a:lnTo>
                  <a:lnTo>
                    <a:pt x="305320" y="61417"/>
                  </a:lnTo>
                  <a:lnTo>
                    <a:pt x="305320" y="1282"/>
                  </a:lnTo>
                  <a:close/>
                </a:path>
              </a:pathLst>
            </a:custGeom>
            <a:solidFill>
              <a:srgbClr val="B7B7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396087" y="4366818"/>
              <a:ext cx="304165" cy="60325"/>
            </a:xfrm>
            <a:custGeom>
              <a:avLst/>
              <a:gdLst/>
              <a:ahLst/>
              <a:cxnLst/>
              <a:rect l="l" t="t" r="r" b="b"/>
              <a:pathLst>
                <a:path w="304165" h="60325">
                  <a:moveTo>
                    <a:pt x="0" y="0"/>
                  </a:moveTo>
                  <a:lnTo>
                    <a:pt x="304139" y="0"/>
                  </a:lnTo>
                  <a:lnTo>
                    <a:pt x="304139" y="60134"/>
                  </a:lnTo>
                  <a:lnTo>
                    <a:pt x="0" y="60134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699033" y="4322038"/>
              <a:ext cx="41910" cy="104775"/>
            </a:xfrm>
            <a:custGeom>
              <a:avLst/>
              <a:gdLst/>
              <a:ahLst/>
              <a:cxnLst/>
              <a:rect l="l" t="t" r="r" b="b"/>
              <a:pathLst>
                <a:path w="41909" h="104775">
                  <a:moveTo>
                    <a:pt x="41897" y="1270"/>
                  </a:moveTo>
                  <a:lnTo>
                    <a:pt x="40703" y="2552"/>
                  </a:lnTo>
                  <a:lnTo>
                    <a:pt x="40703" y="0"/>
                  </a:lnTo>
                  <a:lnTo>
                    <a:pt x="0" y="43497"/>
                  </a:lnTo>
                  <a:lnTo>
                    <a:pt x="0" y="102984"/>
                  </a:lnTo>
                  <a:lnTo>
                    <a:pt x="1193" y="101739"/>
                  </a:lnTo>
                  <a:lnTo>
                    <a:pt x="1193" y="104267"/>
                  </a:lnTo>
                  <a:lnTo>
                    <a:pt x="41897" y="61404"/>
                  </a:lnTo>
                  <a:lnTo>
                    <a:pt x="41897" y="1270"/>
                  </a:lnTo>
                  <a:close/>
                </a:path>
              </a:pathLst>
            </a:custGeom>
            <a:solidFill>
              <a:srgbClr val="7979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700227" y="4323308"/>
              <a:ext cx="41275" cy="103505"/>
            </a:xfrm>
            <a:custGeom>
              <a:avLst/>
              <a:gdLst/>
              <a:ahLst/>
              <a:cxnLst/>
              <a:rect l="l" t="t" r="r" b="b"/>
              <a:pathLst>
                <a:path w="41275" h="103504">
                  <a:moveTo>
                    <a:pt x="0" y="102997"/>
                  </a:moveTo>
                  <a:lnTo>
                    <a:pt x="40703" y="60134"/>
                  </a:lnTo>
                  <a:lnTo>
                    <a:pt x="40703" y="0"/>
                  </a:lnTo>
                  <a:lnTo>
                    <a:pt x="0" y="43510"/>
                  </a:lnTo>
                  <a:lnTo>
                    <a:pt x="0" y="102997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403275" y="4322038"/>
              <a:ext cx="332105" cy="36195"/>
            </a:xfrm>
            <a:custGeom>
              <a:avLst/>
              <a:gdLst/>
              <a:ahLst/>
              <a:cxnLst/>
              <a:rect l="l" t="t" r="r" b="b"/>
              <a:pathLst>
                <a:path w="332105" h="36195">
                  <a:moveTo>
                    <a:pt x="331673" y="1270"/>
                  </a:moveTo>
                  <a:lnTo>
                    <a:pt x="329311" y="1270"/>
                  </a:lnTo>
                  <a:lnTo>
                    <a:pt x="330479" y="0"/>
                  </a:lnTo>
                  <a:lnTo>
                    <a:pt x="32334" y="0"/>
                  </a:lnTo>
                  <a:lnTo>
                    <a:pt x="0" y="33896"/>
                  </a:lnTo>
                  <a:lnTo>
                    <a:pt x="2400" y="33909"/>
                  </a:lnTo>
                  <a:lnTo>
                    <a:pt x="1193" y="35179"/>
                  </a:lnTo>
                  <a:lnTo>
                    <a:pt x="299948" y="35814"/>
                  </a:lnTo>
                  <a:lnTo>
                    <a:pt x="331673" y="12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404469" y="4323308"/>
              <a:ext cx="330835" cy="34925"/>
            </a:xfrm>
            <a:custGeom>
              <a:avLst/>
              <a:gdLst/>
              <a:ahLst/>
              <a:cxnLst/>
              <a:rect l="l" t="t" r="r" b="b"/>
              <a:pathLst>
                <a:path w="330834" h="34925">
                  <a:moveTo>
                    <a:pt x="0" y="33909"/>
                  </a:moveTo>
                  <a:lnTo>
                    <a:pt x="32334" y="0"/>
                  </a:lnTo>
                  <a:lnTo>
                    <a:pt x="330479" y="0"/>
                  </a:lnTo>
                  <a:lnTo>
                    <a:pt x="298754" y="34543"/>
                  </a:lnTo>
                  <a:lnTo>
                    <a:pt x="0" y="339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394893" y="4058475"/>
              <a:ext cx="338455" cy="36830"/>
            </a:xfrm>
            <a:custGeom>
              <a:avLst/>
              <a:gdLst/>
              <a:ahLst/>
              <a:cxnLst/>
              <a:rect l="l" t="t" r="r" b="b"/>
              <a:pathLst>
                <a:path w="338455" h="36829">
                  <a:moveTo>
                    <a:pt x="338264" y="1282"/>
                  </a:moveTo>
                  <a:lnTo>
                    <a:pt x="335851" y="1282"/>
                  </a:lnTo>
                  <a:lnTo>
                    <a:pt x="337058" y="0"/>
                  </a:lnTo>
                  <a:lnTo>
                    <a:pt x="33528" y="0"/>
                  </a:lnTo>
                  <a:lnTo>
                    <a:pt x="0" y="35191"/>
                  </a:lnTo>
                  <a:lnTo>
                    <a:pt x="2400" y="35191"/>
                  </a:lnTo>
                  <a:lnTo>
                    <a:pt x="1193" y="36461"/>
                  </a:lnTo>
                  <a:lnTo>
                    <a:pt x="305333" y="36461"/>
                  </a:lnTo>
                  <a:lnTo>
                    <a:pt x="338264" y="1282"/>
                  </a:lnTo>
                  <a:close/>
                </a:path>
              </a:pathLst>
            </a:custGeom>
            <a:solidFill>
              <a:srgbClr val="C8C8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396087" y="4059758"/>
              <a:ext cx="337185" cy="35560"/>
            </a:xfrm>
            <a:custGeom>
              <a:avLst/>
              <a:gdLst/>
              <a:ahLst/>
              <a:cxnLst/>
              <a:rect l="l" t="t" r="r" b="b"/>
              <a:pathLst>
                <a:path w="337184" h="35560">
                  <a:moveTo>
                    <a:pt x="0" y="35178"/>
                  </a:moveTo>
                  <a:lnTo>
                    <a:pt x="33528" y="0"/>
                  </a:lnTo>
                  <a:lnTo>
                    <a:pt x="337070" y="0"/>
                  </a:lnTo>
                  <a:lnTo>
                    <a:pt x="304139" y="35178"/>
                  </a:lnTo>
                  <a:lnTo>
                    <a:pt x="0" y="35178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394893" y="4094302"/>
              <a:ext cx="306705" cy="257175"/>
            </a:xfrm>
            <a:custGeom>
              <a:avLst/>
              <a:gdLst/>
              <a:ahLst/>
              <a:cxnLst/>
              <a:rect l="l" t="t" r="r" b="b"/>
              <a:pathLst>
                <a:path w="306705" h="257175">
                  <a:moveTo>
                    <a:pt x="306527" y="257162"/>
                  </a:moveTo>
                  <a:lnTo>
                    <a:pt x="0" y="257162"/>
                  </a:lnTo>
                  <a:lnTo>
                    <a:pt x="0" y="0"/>
                  </a:lnTo>
                  <a:lnTo>
                    <a:pt x="306527" y="0"/>
                  </a:lnTo>
                  <a:lnTo>
                    <a:pt x="306527" y="257162"/>
                  </a:lnTo>
                  <a:close/>
                </a:path>
              </a:pathLst>
            </a:custGeom>
            <a:solidFill>
              <a:srgbClr val="B7B7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394893" y="4094302"/>
              <a:ext cx="306705" cy="257175"/>
            </a:xfrm>
            <a:custGeom>
              <a:avLst/>
              <a:gdLst/>
              <a:ahLst/>
              <a:cxnLst/>
              <a:rect l="l" t="t" r="r" b="b"/>
              <a:pathLst>
                <a:path w="306705" h="257175">
                  <a:moveTo>
                    <a:pt x="0" y="0"/>
                  </a:moveTo>
                  <a:lnTo>
                    <a:pt x="306527" y="0"/>
                  </a:lnTo>
                  <a:lnTo>
                    <a:pt x="306527" y="257162"/>
                  </a:lnTo>
                  <a:lnTo>
                    <a:pt x="0" y="257162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421233" y="4125010"/>
              <a:ext cx="254000" cy="200025"/>
            </a:xfrm>
            <a:custGeom>
              <a:avLst/>
              <a:gdLst/>
              <a:ahLst/>
              <a:cxnLst/>
              <a:rect l="l" t="t" r="r" b="b"/>
              <a:pathLst>
                <a:path w="254000" h="200025">
                  <a:moveTo>
                    <a:pt x="253847" y="199580"/>
                  </a:moveTo>
                  <a:lnTo>
                    <a:pt x="0" y="199580"/>
                  </a:lnTo>
                  <a:lnTo>
                    <a:pt x="0" y="0"/>
                  </a:lnTo>
                  <a:lnTo>
                    <a:pt x="253847" y="0"/>
                  </a:lnTo>
                  <a:lnTo>
                    <a:pt x="253847" y="1995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421233" y="4125010"/>
              <a:ext cx="254000" cy="200025"/>
            </a:xfrm>
            <a:custGeom>
              <a:avLst/>
              <a:gdLst/>
              <a:ahLst/>
              <a:cxnLst/>
              <a:rect l="l" t="t" r="r" b="b"/>
              <a:pathLst>
                <a:path w="254000" h="200025">
                  <a:moveTo>
                    <a:pt x="0" y="0"/>
                  </a:moveTo>
                  <a:lnTo>
                    <a:pt x="253847" y="0"/>
                  </a:lnTo>
                  <a:lnTo>
                    <a:pt x="253847" y="199580"/>
                  </a:lnTo>
                  <a:lnTo>
                    <a:pt x="0" y="19958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699033" y="4058475"/>
              <a:ext cx="34290" cy="291465"/>
            </a:xfrm>
            <a:custGeom>
              <a:avLst/>
              <a:gdLst/>
              <a:ahLst/>
              <a:cxnLst/>
              <a:rect l="l" t="t" r="r" b="b"/>
              <a:pathLst>
                <a:path w="34290" h="291464">
                  <a:moveTo>
                    <a:pt x="34124" y="1282"/>
                  </a:moveTo>
                  <a:lnTo>
                    <a:pt x="32918" y="2578"/>
                  </a:lnTo>
                  <a:lnTo>
                    <a:pt x="32918" y="0"/>
                  </a:lnTo>
                  <a:lnTo>
                    <a:pt x="0" y="35191"/>
                  </a:lnTo>
                  <a:lnTo>
                    <a:pt x="0" y="289788"/>
                  </a:lnTo>
                  <a:lnTo>
                    <a:pt x="1193" y="288518"/>
                  </a:lnTo>
                  <a:lnTo>
                    <a:pt x="1193" y="291071"/>
                  </a:lnTo>
                  <a:lnTo>
                    <a:pt x="34124" y="255879"/>
                  </a:lnTo>
                  <a:lnTo>
                    <a:pt x="34124" y="1282"/>
                  </a:lnTo>
                  <a:close/>
                </a:path>
              </a:pathLst>
            </a:custGeom>
            <a:solidFill>
              <a:srgbClr val="7979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700227" y="4059758"/>
              <a:ext cx="33020" cy="290195"/>
            </a:xfrm>
            <a:custGeom>
              <a:avLst/>
              <a:gdLst/>
              <a:ahLst/>
              <a:cxnLst/>
              <a:rect l="l" t="t" r="r" b="b"/>
              <a:pathLst>
                <a:path w="33020" h="290195">
                  <a:moveTo>
                    <a:pt x="0" y="289788"/>
                  </a:moveTo>
                  <a:lnTo>
                    <a:pt x="32931" y="254596"/>
                  </a:lnTo>
                  <a:lnTo>
                    <a:pt x="32931" y="0"/>
                  </a:lnTo>
                  <a:lnTo>
                    <a:pt x="0" y="35178"/>
                  </a:lnTo>
                  <a:lnTo>
                    <a:pt x="0" y="289788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334429" y="4414151"/>
              <a:ext cx="381000" cy="62865"/>
            </a:xfrm>
            <a:custGeom>
              <a:avLst/>
              <a:gdLst/>
              <a:ahLst/>
              <a:cxnLst/>
              <a:rect l="l" t="t" r="r" b="b"/>
              <a:pathLst>
                <a:path w="381000" h="62864">
                  <a:moveTo>
                    <a:pt x="380758" y="1282"/>
                  </a:moveTo>
                  <a:lnTo>
                    <a:pt x="378561" y="1282"/>
                  </a:lnTo>
                  <a:lnTo>
                    <a:pt x="379564" y="0"/>
                  </a:lnTo>
                  <a:lnTo>
                    <a:pt x="48488" y="0"/>
                  </a:lnTo>
                  <a:lnTo>
                    <a:pt x="0" y="61417"/>
                  </a:lnTo>
                  <a:lnTo>
                    <a:pt x="2184" y="61417"/>
                  </a:lnTo>
                  <a:lnTo>
                    <a:pt x="1193" y="62687"/>
                  </a:lnTo>
                  <a:lnTo>
                    <a:pt x="332867" y="62687"/>
                  </a:lnTo>
                  <a:lnTo>
                    <a:pt x="380758" y="1282"/>
                  </a:lnTo>
                  <a:close/>
                </a:path>
              </a:pathLst>
            </a:custGeom>
            <a:solidFill>
              <a:srgbClr val="C8C8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335622" y="4415434"/>
              <a:ext cx="379730" cy="61594"/>
            </a:xfrm>
            <a:custGeom>
              <a:avLst/>
              <a:gdLst/>
              <a:ahLst/>
              <a:cxnLst/>
              <a:rect l="l" t="t" r="r" b="b"/>
              <a:pathLst>
                <a:path w="379730" h="61595">
                  <a:moveTo>
                    <a:pt x="0" y="61404"/>
                  </a:moveTo>
                  <a:lnTo>
                    <a:pt x="48501" y="0"/>
                  </a:lnTo>
                  <a:lnTo>
                    <a:pt x="379564" y="0"/>
                  </a:lnTo>
                  <a:lnTo>
                    <a:pt x="331673" y="61404"/>
                  </a:lnTo>
                  <a:lnTo>
                    <a:pt x="0" y="61404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665505" y="4414151"/>
              <a:ext cx="50165" cy="75565"/>
            </a:xfrm>
            <a:custGeom>
              <a:avLst/>
              <a:gdLst/>
              <a:ahLst/>
              <a:cxnLst/>
              <a:rect l="l" t="t" r="r" b="b"/>
              <a:pathLst>
                <a:path w="50165" h="75564">
                  <a:moveTo>
                    <a:pt x="49682" y="1282"/>
                  </a:moveTo>
                  <a:lnTo>
                    <a:pt x="48412" y="2933"/>
                  </a:lnTo>
                  <a:lnTo>
                    <a:pt x="48488" y="0"/>
                  </a:lnTo>
                  <a:lnTo>
                    <a:pt x="0" y="62687"/>
                  </a:lnTo>
                  <a:lnTo>
                    <a:pt x="0" y="74206"/>
                  </a:lnTo>
                  <a:lnTo>
                    <a:pt x="1193" y="72936"/>
                  </a:lnTo>
                  <a:lnTo>
                    <a:pt x="1193" y="75488"/>
                  </a:lnTo>
                  <a:lnTo>
                    <a:pt x="49085" y="24307"/>
                  </a:lnTo>
                  <a:lnTo>
                    <a:pt x="49682" y="1282"/>
                  </a:lnTo>
                  <a:close/>
                </a:path>
              </a:pathLst>
            </a:custGeom>
            <a:solidFill>
              <a:srgbClr val="7979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666699" y="4415434"/>
              <a:ext cx="48895" cy="74295"/>
            </a:xfrm>
            <a:custGeom>
              <a:avLst/>
              <a:gdLst/>
              <a:ahLst/>
              <a:cxnLst/>
              <a:rect l="l" t="t" r="r" b="b"/>
              <a:pathLst>
                <a:path w="48895" h="74295">
                  <a:moveTo>
                    <a:pt x="0" y="74206"/>
                  </a:moveTo>
                  <a:lnTo>
                    <a:pt x="47891" y="23025"/>
                  </a:lnTo>
                  <a:lnTo>
                    <a:pt x="48488" y="0"/>
                  </a:lnTo>
                  <a:lnTo>
                    <a:pt x="0" y="62687"/>
                  </a:lnTo>
                  <a:lnTo>
                    <a:pt x="0" y="74206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333832" y="4475568"/>
              <a:ext cx="334010" cy="14604"/>
            </a:xfrm>
            <a:custGeom>
              <a:avLst/>
              <a:gdLst/>
              <a:ahLst/>
              <a:cxnLst/>
              <a:rect l="l" t="t" r="r" b="b"/>
              <a:pathLst>
                <a:path w="334009" h="14604">
                  <a:moveTo>
                    <a:pt x="333463" y="1270"/>
                  </a:moveTo>
                  <a:lnTo>
                    <a:pt x="332270" y="1270"/>
                  </a:lnTo>
                  <a:lnTo>
                    <a:pt x="332270" y="0"/>
                  </a:lnTo>
                  <a:lnTo>
                    <a:pt x="0" y="0"/>
                  </a:lnTo>
                  <a:lnTo>
                    <a:pt x="0" y="12788"/>
                  </a:lnTo>
                  <a:lnTo>
                    <a:pt x="1193" y="12788"/>
                  </a:lnTo>
                  <a:lnTo>
                    <a:pt x="1193" y="14058"/>
                  </a:lnTo>
                  <a:lnTo>
                    <a:pt x="333463" y="14058"/>
                  </a:lnTo>
                  <a:lnTo>
                    <a:pt x="333463" y="1270"/>
                  </a:lnTo>
                  <a:close/>
                </a:path>
              </a:pathLst>
            </a:custGeom>
            <a:solidFill>
              <a:srgbClr val="B7B7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335025" y="4476838"/>
              <a:ext cx="332740" cy="13335"/>
            </a:xfrm>
            <a:custGeom>
              <a:avLst/>
              <a:gdLst/>
              <a:ahLst/>
              <a:cxnLst/>
              <a:rect l="l" t="t" r="r" b="b"/>
              <a:pathLst>
                <a:path w="332740" h="13335">
                  <a:moveTo>
                    <a:pt x="0" y="0"/>
                  </a:moveTo>
                  <a:lnTo>
                    <a:pt x="332270" y="0"/>
                  </a:lnTo>
                  <a:lnTo>
                    <a:pt x="332270" y="12788"/>
                  </a:lnTo>
                  <a:lnTo>
                    <a:pt x="0" y="12788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7" name="object 127"/>
          <p:cNvSpPr txBox="1"/>
          <p:nvPr/>
        </p:nvSpPr>
        <p:spPr>
          <a:xfrm>
            <a:off x="292100" y="4743208"/>
            <a:ext cx="154940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75565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UKIJ CJK"/>
                <a:cs typeface="UKIJ CJK"/>
              </a:rPr>
              <a:t>网络</a:t>
            </a:r>
            <a:r>
              <a:rPr dirty="0" sz="240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2400">
                <a:latin typeface="UKIJ CJK"/>
                <a:cs typeface="UKIJ CJK"/>
              </a:rPr>
              <a:t>（以太网）</a:t>
            </a:r>
            <a:endParaRPr sz="2400">
              <a:latin typeface="UKIJ CJK"/>
              <a:cs typeface="UKIJ CJK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5997892" y="5153977"/>
            <a:ext cx="300609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75565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UKIJ CJK"/>
                <a:cs typeface="UKIJ CJK"/>
              </a:rPr>
              <a:t>网络</a:t>
            </a:r>
            <a:r>
              <a:rPr dirty="0" sz="240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2400">
                <a:latin typeface="UKIJ CJK"/>
                <a:cs typeface="UKIJ CJK"/>
              </a:rPr>
              <a:t>（</a:t>
            </a:r>
            <a:r>
              <a:rPr dirty="0" sz="2400">
                <a:latin typeface="Times New Roman"/>
                <a:cs typeface="Times New Roman"/>
              </a:rPr>
              <a:t>Mod</a:t>
            </a:r>
            <a:r>
              <a:rPr dirty="0" sz="2400" spc="-5">
                <a:latin typeface="Times New Roman"/>
                <a:cs typeface="Times New Roman"/>
              </a:rPr>
              <a:t>em</a:t>
            </a:r>
            <a:r>
              <a:rPr dirty="0" sz="2400">
                <a:latin typeface="UKIJ CJK"/>
                <a:cs typeface="UKIJ CJK"/>
              </a:rPr>
              <a:t>拨号，</a:t>
            </a:r>
            <a:r>
              <a:rPr dirty="0" sz="2400">
                <a:latin typeface="Times New Roman"/>
                <a:cs typeface="Times New Roman"/>
              </a:rPr>
              <a:t>PPP</a:t>
            </a:r>
            <a:r>
              <a:rPr dirty="0" sz="2400">
                <a:latin typeface="UKIJ CJK"/>
                <a:cs typeface="UKIJ CJK"/>
              </a:rPr>
              <a:t>）</a:t>
            </a:r>
            <a:endParaRPr sz="2400">
              <a:latin typeface="UKIJ CJK"/>
              <a:cs typeface="UKIJ CJK"/>
            </a:endParaRPr>
          </a:p>
        </p:txBody>
      </p:sp>
      <p:sp>
        <p:nvSpPr>
          <p:cNvPr id="129" name="object 129"/>
          <p:cNvSpPr/>
          <p:nvPr/>
        </p:nvSpPr>
        <p:spPr>
          <a:xfrm>
            <a:off x="3390900" y="1062037"/>
            <a:ext cx="5105482" cy="39048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 txBox="1"/>
          <p:nvPr/>
        </p:nvSpPr>
        <p:spPr>
          <a:xfrm>
            <a:off x="5080000" y="1129664"/>
            <a:ext cx="144716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24865" algn="l"/>
              </a:tabLst>
            </a:pPr>
            <a:r>
              <a:rPr dirty="0" sz="1600">
                <a:solidFill>
                  <a:srgbClr val="FFFFFF"/>
                </a:solidFill>
                <a:latin typeface="UKIJ CJK"/>
                <a:cs typeface="UKIJ CJK"/>
              </a:rPr>
              <a:t>协</a:t>
            </a:r>
            <a:r>
              <a:rPr dirty="0" sz="1600" spc="-5">
                <a:solidFill>
                  <a:srgbClr val="FFFFFF"/>
                </a:solidFill>
                <a:latin typeface="UKIJ CJK"/>
                <a:cs typeface="UKIJ CJK"/>
              </a:rPr>
              <a:t>议</a:t>
            </a:r>
            <a:r>
              <a:rPr dirty="0" sz="1600">
                <a:solidFill>
                  <a:srgbClr val="FFFFFF"/>
                </a:solidFill>
                <a:latin typeface="UKIJ CJK"/>
                <a:cs typeface="UKIJ CJK"/>
              </a:rPr>
              <a:t>	</a:t>
            </a:r>
            <a:r>
              <a:rPr dirty="0" sz="1600">
                <a:solidFill>
                  <a:srgbClr val="FFFFFF"/>
                </a:solidFill>
                <a:latin typeface="UKIJ CJK"/>
                <a:cs typeface="UKIJ CJK"/>
              </a:rPr>
              <a:t>数据</a:t>
            </a:r>
            <a:r>
              <a:rPr dirty="0" sz="1600" spc="-5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6931025" y="1136014"/>
            <a:ext cx="38671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FFFFFF"/>
                </a:solidFill>
                <a:latin typeface="Times New Roman"/>
                <a:cs typeface="Times New Roman"/>
              </a:rPr>
              <a:t>FCS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4197984" y="1026160"/>
            <a:ext cx="75882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99720" algn="l"/>
                <a:tab pos="610235" algn="l"/>
              </a:tabLst>
            </a:pPr>
            <a:r>
              <a:rPr dirty="0" sz="1600" spc="-5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1600" spc="-5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1600" spc="-5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1600" spc="-5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1600" spc="-5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4141470" y="1245235"/>
            <a:ext cx="84963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FFFFFF"/>
                </a:solidFill>
                <a:latin typeface="Times New Roman"/>
                <a:cs typeface="Times New Roman"/>
              </a:rPr>
              <a:t>7E FF</a:t>
            </a:r>
            <a:r>
              <a:rPr dirty="0" sz="1600" spc="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 spc="-5">
                <a:solidFill>
                  <a:srgbClr val="FFFFFF"/>
                </a:solidFill>
                <a:latin typeface="Times New Roman"/>
                <a:cs typeface="Times New Roman"/>
              </a:rPr>
              <a:t>03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4203700" y="1645285"/>
            <a:ext cx="115570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6865" algn="l"/>
                <a:tab pos="621665" algn="l"/>
                <a:tab pos="1040765" algn="l"/>
              </a:tabLst>
            </a:pPr>
            <a:r>
              <a:rPr dirty="0" sz="1600" spc="-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1600" spc="-5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1600" spc="-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1600" spc="-5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1600" spc="-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1600" spc="-5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1600" spc="-5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5" name="object 135"/>
          <p:cNvSpPr txBox="1"/>
          <p:nvPr/>
        </p:nvSpPr>
        <p:spPr>
          <a:xfrm>
            <a:off x="7061200" y="1026160"/>
            <a:ext cx="607695" cy="887730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369570" marR="5080" indent="56515">
              <a:lnSpc>
                <a:spcPts val="1730"/>
              </a:lnSpc>
              <a:spcBef>
                <a:spcPts val="310"/>
              </a:spcBef>
            </a:pPr>
            <a:r>
              <a:rPr dirty="0" sz="1600" spc="-5">
                <a:solidFill>
                  <a:srgbClr val="FFFFFF"/>
                </a:solidFill>
                <a:latin typeface="Times New Roman"/>
                <a:cs typeface="Times New Roman"/>
              </a:rPr>
              <a:t>F  </a:t>
            </a:r>
            <a:r>
              <a:rPr dirty="0" sz="1600" spc="-5">
                <a:solidFill>
                  <a:srgbClr val="FFFFFF"/>
                </a:solidFill>
                <a:latin typeface="Times New Roman"/>
                <a:cs typeface="Times New Roman"/>
              </a:rPr>
              <a:t>7E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  <a:tabLst>
                <a:tab pos="431165" algn="l"/>
              </a:tabLst>
            </a:pPr>
            <a:r>
              <a:rPr dirty="0" sz="1600" spc="-5">
                <a:solidFill>
                  <a:srgbClr val="FFFFFF"/>
                </a:solidFill>
                <a:latin typeface="Times New Roman"/>
                <a:cs typeface="Times New Roman"/>
              </a:rPr>
              <a:t>2	1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136" name="object 136"/>
          <p:cNvGrpSpPr/>
          <p:nvPr/>
        </p:nvGrpSpPr>
        <p:grpSpPr>
          <a:xfrm>
            <a:off x="2890837" y="5634037"/>
            <a:ext cx="2524125" cy="466725"/>
            <a:chOff x="2890837" y="5634037"/>
            <a:chExt cx="2524125" cy="466725"/>
          </a:xfrm>
        </p:grpSpPr>
        <p:sp>
          <p:nvSpPr>
            <p:cNvPr id="137" name="object 137"/>
            <p:cNvSpPr/>
            <p:nvPr/>
          </p:nvSpPr>
          <p:spPr>
            <a:xfrm>
              <a:off x="2890837" y="5634037"/>
              <a:ext cx="1762125" cy="466725"/>
            </a:xfrm>
            <a:custGeom>
              <a:avLst/>
              <a:gdLst/>
              <a:ahLst/>
              <a:cxnLst/>
              <a:rect l="l" t="t" r="r" b="b"/>
              <a:pathLst>
                <a:path w="1762125" h="466725">
                  <a:moveTo>
                    <a:pt x="1762125" y="0"/>
                  </a:moveTo>
                  <a:lnTo>
                    <a:pt x="466725" y="0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66725"/>
                  </a:lnTo>
                  <a:lnTo>
                    <a:pt x="457200" y="466725"/>
                  </a:lnTo>
                  <a:lnTo>
                    <a:pt x="466725" y="466725"/>
                  </a:lnTo>
                  <a:lnTo>
                    <a:pt x="1762125" y="466725"/>
                  </a:lnTo>
                  <a:lnTo>
                    <a:pt x="1762125" y="461962"/>
                  </a:lnTo>
                  <a:lnTo>
                    <a:pt x="1762125" y="457200"/>
                  </a:lnTo>
                  <a:lnTo>
                    <a:pt x="1762125" y="9525"/>
                  </a:lnTo>
                  <a:lnTo>
                    <a:pt x="1762125" y="4762"/>
                  </a:lnTo>
                  <a:lnTo>
                    <a:pt x="17621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4648200" y="5638800"/>
              <a:ext cx="762000" cy="457200"/>
            </a:xfrm>
            <a:custGeom>
              <a:avLst/>
              <a:gdLst/>
              <a:ahLst/>
              <a:cxnLst/>
              <a:rect l="l" t="t" r="r" b="b"/>
              <a:pathLst>
                <a:path w="762000" h="457200">
                  <a:moveTo>
                    <a:pt x="7620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762000" y="0"/>
                  </a:lnTo>
                  <a:lnTo>
                    <a:pt x="762000" y="45720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4643437" y="5634037"/>
              <a:ext cx="771525" cy="466725"/>
            </a:xfrm>
            <a:custGeom>
              <a:avLst/>
              <a:gdLst/>
              <a:ahLst/>
              <a:cxnLst/>
              <a:rect l="l" t="t" r="r" b="b"/>
              <a:pathLst>
                <a:path w="771525" h="466725">
                  <a:moveTo>
                    <a:pt x="771525" y="466725"/>
                  </a:moveTo>
                  <a:lnTo>
                    <a:pt x="0" y="466725"/>
                  </a:lnTo>
                  <a:lnTo>
                    <a:pt x="0" y="0"/>
                  </a:lnTo>
                  <a:lnTo>
                    <a:pt x="771525" y="0"/>
                  </a:lnTo>
                  <a:lnTo>
                    <a:pt x="771525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457200"/>
                  </a:lnTo>
                  <a:lnTo>
                    <a:pt x="4762" y="457200"/>
                  </a:lnTo>
                  <a:lnTo>
                    <a:pt x="9525" y="461962"/>
                  </a:lnTo>
                  <a:lnTo>
                    <a:pt x="771525" y="461962"/>
                  </a:lnTo>
                  <a:lnTo>
                    <a:pt x="771525" y="466725"/>
                  </a:lnTo>
                  <a:close/>
                </a:path>
                <a:path w="771525" h="466725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771525" h="466725">
                  <a:moveTo>
                    <a:pt x="762000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762000" y="4762"/>
                  </a:lnTo>
                  <a:lnTo>
                    <a:pt x="762000" y="9525"/>
                  </a:lnTo>
                  <a:close/>
                </a:path>
                <a:path w="771525" h="466725">
                  <a:moveTo>
                    <a:pt x="762000" y="461962"/>
                  </a:moveTo>
                  <a:lnTo>
                    <a:pt x="762000" y="4762"/>
                  </a:lnTo>
                  <a:lnTo>
                    <a:pt x="766762" y="9525"/>
                  </a:lnTo>
                  <a:lnTo>
                    <a:pt x="771525" y="9525"/>
                  </a:lnTo>
                  <a:lnTo>
                    <a:pt x="771525" y="457200"/>
                  </a:lnTo>
                  <a:lnTo>
                    <a:pt x="766762" y="457200"/>
                  </a:lnTo>
                  <a:lnTo>
                    <a:pt x="762000" y="461962"/>
                  </a:lnTo>
                  <a:close/>
                </a:path>
                <a:path w="771525" h="466725">
                  <a:moveTo>
                    <a:pt x="771525" y="9525"/>
                  </a:moveTo>
                  <a:lnTo>
                    <a:pt x="766762" y="9525"/>
                  </a:lnTo>
                  <a:lnTo>
                    <a:pt x="762000" y="4762"/>
                  </a:lnTo>
                  <a:lnTo>
                    <a:pt x="771525" y="4762"/>
                  </a:lnTo>
                  <a:lnTo>
                    <a:pt x="771525" y="9525"/>
                  </a:lnTo>
                  <a:close/>
                </a:path>
                <a:path w="771525" h="466725">
                  <a:moveTo>
                    <a:pt x="9525" y="461962"/>
                  </a:moveTo>
                  <a:lnTo>
                    <a:pt x="4762" y="457200"/>
                  </a:lnTo>
                  <a:lnTo>
                    <a:pt x="9525" y="457200"/>
                  </a:lnTo>
                  <a:lnTo>
                    <a:pt x="9525" y="461962"/>
                  </a:lnTo>
                  <a:close/>
                </a:path>
                <a:path w="771525" h="466725">
                  <a:moveTo>
                    <a:pt x="762000" y="461962"/>
                  </a:moveTo>
                  <a:lnTo>
                    <a:pt x="9525" y="461962"/>
                  </a:lnTo>
                  <a:lnTo>
                    <a:pt x="9525" y="457200"/>
                  </a:lnTo>
                  <a:lnTo>
                    <a:pt x="762000" y="457200"/>
                  </a:lnTo>
                  <a:lnTo>
                    <a:pt x="762000" y="461962"/>
                  </a:lnTo>
                  <a:close/>
                </a:path>
                <a:path w="771525" h="466725">
                  <a:moveTo>
                    <a:pt x="771525" y="461962"/>
                  </a:moveTo>
                  <a:lnTo>
                    <a:pt x="762000" y="461962"/>
                  </a:lnTo>
                  <a:lnTo>
                    <a:pt x="766762" y="457200"/>
                  </a:lnTo>
                  <a:lnTo>
                    <a:pt x="771525" y="457200"/>
                  </a:lnTo>
                  <a:lnTo>
                    <a:pt x="771525" y="4619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0" name="object 140"/>
          <p:cNvSpPr txBox="1"/>
          <p:nvPr/>
        </p:nvSpPr>
        <p:spPr>
          <a:xfrm>
            <a:off x="3695065" y="5708015"/>
            <a:ext cx="171513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1141730" algn="l"/>
              </a:tabLst>
            </a:pPr>
            <a:r>
              <a:rPr dirty="0" baseline="1736" sz="2400" spc="7" b="0">
                <a:solidFill>
                  <a:srgbClr val="FFFFFF"/>
                </a:solidFill>
                <a:latin typeface="Noto Sans CJK JP Medium"/>
                <a:cs typeface="Noto Sans CJK JP Medium"/>
              </a:rPr>
              <a:t>数据</a:t>
            </a:r>
            <a:r>
              <a:rPr dirty="0" baseline="1736" sz="2400" spc="-7" b="1">
                <a:solidFill>
                  <a:srgbClr val="FFFFFF"/>
                </a:solidFill>
                <a:latin typeface="Times New Roman"/>
                <a:cs typeface="Times New Roman"/>
              </a:rPr>
              <a:t>…	</a:t>
            </a:r>
            <a:r>
              <a:rPr dirty="0" sz="1600" spc="-5" b="1">
                <a:solidFill>
                  <a:srgbClr val="FFFFFF"/>
                </a:solidFill>
                <a:latin typeface="Times New Roman"/>
                <a:cs typeface="Times New Roman"/>
              </a:rPr>
              <a:t>FCS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141" name="object 141"/>
          <p:cNvGrpSpPr/>
          <p:nvPr/>
        </p:nvGrpSpPr>
        <p:grpSpPr>
          <a:xfrm>
            <a:off x="1824037" y="5634037"/>
            <a:ext cx="1076325" cy="466725"/>
            <a:chOff x="1824037" y="5634037"/>
            <a:chExt cx="1076325" cy="466725"/>
          </a:xfrm>
        </p:grpSpPr>
        <p:sp>
          <p:nvSpPr>
            <p:cNvPr id="142" name="object 142"/>
            <p:cNvSpPr/>
            <p:nvPr/>
          </p:nvSpPr>
          <p:spPr>
            <a:xfrm>
              <a:off x="1828800" y="5638800"/>
              <a:ext cx="1066800" cy="457200"/>
            </a:xfrm>
            <a:custGeom>
              <a:avLst/>
              <a:gdLst/>
              <a:ahLst/>
              <a:cxnLst/>
              <a:rect l="l" t="t" r="r" b="b"/>
              <a:pathLst>
                <a:path w="1066800" h="457200">
                  <a:moveTo>
                    <a:pt x="10668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1066800" y="0"/>
                  </a:lnTo>
                  <a:lnTo>
                    <a:pt x="1066800" y="45720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1824037" y="5634037"/>
              <a:ext cx="1076325" cy="466725"/>
            </a:xfrm>
            <a:custGeom>
              <a:avLst/>
              <a:gdLst/>
              <a:ahLst/>
              <a:cxnLst/>
              <a:rect l="l" t="t" r="r" b="b"/>
              <a:pathLst>
                <a:path w="1076325" h="466725">
                  <a:moveTo>
                    <a:pt x="1076325" y="466725"/>
                  </a:moveTo>
                  <a:lnTo>
                    <a:pt x="0" y="466725"/>
                  </a:lnTo>
                  <a:lnTo>
                    <a:pt x="0" y="0"/>
                  </a:lnTo>
                  <a:lnTo>
                    <a:pt x="1076325" y="0"/>
                  </a:lnTo>
                  <a:lnTo>
                    <a:pt x="1076325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457200"/>
                  </a:lnTo>
                  <a:lnTo>
                    <a:pt x="4762" y="457200"/>
                  </a:lnTo>
                  <a:lnTo>
                    <a:pt x="9525" y="461962"/>
                  </a:lnTo>
                  <a:lnTo>
                    <a:pt x="1076325" y="461962"/>
                  </a:lnTo>
                  <a:lnTo>
                    <a:pt x="1076325" y="466725"/>
                  </a:lnTo>
                  <a:close/>
                </a:path>
                <a:path w="1076325" h="466725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1076325" h="466725">
                  <a:moveTo>
                    <a:pt x="1066800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1066800" y="4762"/>
                  </a:lnTo>
                  <a:lnTo>
                    <a:pt x="1066800" y="9525"/>
                  </a:lnTo>
                  <a:close/>
                </a:path>
                <a:path w="1076325" h="466725">
                  <a:moveTo>
                    <a:pt x="1066800" y="461962"/>
                  </a:moveTo>
                  <a:lnTo>
                    <a:pt x="1066800" y="4762"/>
                  </a:lnTo>
                  <a:lnTo>
                    <a:pt x="1071562" y="9525"/>
                  </a:lnTo>
                  <a:lnTo>
                    <a:pt x="1076325" y="9525"/>
                  </a:lnTo>
                  <a:lnTo>
                    <a:pt x="1076325" y="457200"/>
                  </a:lnTo>
                  <a:lnTo>
                    <a:pt x="1071562" y="457200"/>
                  </a:lnTo>
                  <a:lnTo>
                    <a:pt x="1066800" y="461962"/>
                  </a:lnTo>
                  <a:close/>
                </a:path>
                <a:path w="1076325" h="466725">
                  <a:moveTo>
                    <a:pt x="1076325" y="9525"/>
                  </a:moveTo>
                  <a:lnTo>
                    <a:pt x="1071562" y="9525"/>
                  </a:lnTo>
                  <a:lnTo>
                    <a:pt x="1066800" y="4762"/>
                  </a:lnTo>
                  <a:lnTo>
                    <a:pt x="1076325" y="4762"/>
                  </a:lnTo>
                  <a:lnTo>
                    <a:pt x="1076325" y="9525"/>
                  </a:lnTo>
                  <a:close/>
                </a:path>
                <a:path w="1076325" h="466725">
                  <a:moveTo>
                    <a:pt x="9525" y="461962"/>
                  </a:moveTo>
                  <a:lnTo>
                    <a:pt x="4762" y="457200"/>
                  </a:lnTo>
                  <a:lnTo>
                    <a:pt x="9525" y="457200"/>
                  </a:lnTo>
                  <a:lnTo>
                    <a:pt x="9525" y="461962"/>
                  </a:lnTo>
                  <a:close/>
                </a:path>
                <a:path w="1076325" h="466725">
                  <a:moveTo>
                    <a:pt x="1066800" y="461962"/>
                  </a:moveTo>
                  <a:lnTo>
                    <a:pt x="9525" y="461962"/>
                  </a:lnTo>
                  <a:lnTo>
                    <a:pt x="9525" y="457200"/>
                  </a:lnTo>
                  <a:lnTo>
                    <a:pt x="1066800" y="457200"/>
                  </a:lnTo>
                  <a:lnTo>
                    <a:pt x="1066800" y="461962"/>
                  </a:lnTo>
                  <a:close/>
                </a:path>
                <a:path w="1076325" h="466725">
                  <a:moveTo>
                    <a:pt x="1076325" y="461962"/>
                  </a:moveTo>
                  <a:lnTo>
                    <a:pt x="1066800" y="461962"/>
                  </a:lnTo>
                  <a:lnTo>
                    <a:pt x="1071562" y="457200"/>
                  </a:lnTo>
                  <a:lnTo>
                    <a:pt x="1076325" y="457200"/>
                  </a:lnTo>
                  <a:lnTo>
                    <a:pt x="1076325" y="4619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4" name="object 144"/>
          <p:cNvSpPr txBox="1"/>
          <p:nvPr/>
        </p:nvSpPr>
        <p:spPr>
          <a:xfrm>
            <a:off x="1828800" y="5638800"/>
            <a:ext cx="1510665" cy="457200"/>
          </a:xfrm>
          <a:prstGeom prst="rect">
            <a:avLst/>
          </a:prstGeom>
        </p:spPr>
        <p:txBody>
          <a:bodyPr wrap="square" lIns="0" tIns="74930" rIns="0" bIns="0" rtlCol="0" vert="horz">
            <a:spAutoFit/>
          </a:bodyPr>
          <a:lstStyle/>
          <a:p>
            <a:pPr marL="125730">
              <a:lnSpc>
                <a:spcPct val="100000"/>
              </a:lnSpc>
              <a:spcBef>
                <a:spcPts val="590"/>
              </a:spcBef>
              <a:tabLst>
                <a:tab pos="1090930" algn="l"/>
              </a:tabLst>
            </a:pPr>
            <a:r>
              <a:rPr dirty="0" sz="1600" spc="5" b="0">
                <a:solidFill>
                  <a:srgbClr val="FFFFFF"/>
                </a:solidFill>
                <a:latin typeface="Noto Sans CJK JP Medium"/>
                <a:cs typeface="Noto Sans CJK JP Medium"/>
              </a:rPr>
              <a:t>目的地</a:t>
            </a:r>
            <a:r>
              <a:rPr dirty="0" sz="1600" spc="-5" b="0">
                <a:solidFill>
                  <a:srgbClr val="FFFFFF"/>
                </a:solidFill>
                <a:latin typeface="Noto Sans CJK JP Medium"/>
                <a:cs typeface="Noto Sans CJK JP Medium"/>
              </a:rPr>
              <a:t>址</a:t>
            </a:r>
            <a:r>
              <a:rPr dirty="0" sz="1600" b="0">
                <a:solidFill>
                  <a:srgbClr val="FFFFFF"/>
                </a:solidFill>
                <a:latin typeface="Noto Sans CJK JP Medium"/>
                <a:cs typeface="Noto Sans CJK JP Medium"/>
              </a:rPr>
              <a:t>	</a:t>
            </a:r>
            <a:r>
              <a:rPr dirty="0" sz="1600" spc="5" b="0">
                <a:solidFill>
                  <a:srgbClr val="FFFFFF"/>
                </a:solidFill>
                <a:latin typeface="Noto Sans CJK JP Medium"/>
                <a:cs typeface="Noto Sans CJK JP Medium"/>
              </a:rPr>
              <a:t>类</a:t>
            </a:r>
            <a:r>
              <a:rPr dirty="0" sz="1600" spc="-5" b="0">
                <a:solidFill>
                  <a:srgbClr val="FFFFFF"/>
                </a:solidFill>
                <a:latin typeface="Noto Sans CJK JP Medium"/>
                <a:cs typeface="Noto Sans CJK JP Medium"/>
              </a:rPr>
              <a:t>型</a:t>
            </a:r>
            <a:endParaRPr sz="1600">
              <a:latin typeface="Noto Sans CJK JP Medium"/>
              <a:cs typeface="Noto Sans CJK JP Medium"/>
            </a:endParaRPr>
          </a:p>
        </p:txBody>
      </p:sp>
      <p:sp>
        <p:nvSpPr>
          <p:cNvPr id="145" name="object 145"/>
          <p:cNvSpPr/>
          <p:nvPr/>
        </p:nvSpPr>
        <p:spPr>
          <a:xfrm>
            <a:off x="833437" y="5634037"/>
            <a:ext cx="1000125" cy="466725"/>
          </a:xfrm>
          <a:custGeom>
            <a:avLst/>
            <a:gdLst/>
            <a:ahLst/>
            <a:cxnLst/>
            <a:rect l="l" t="t" r="r" b="b"/>
            <a:pathLst>
              <a:path w="1000125" h="466725">
                <a:moveTo>
                  <a:pt x="1000125" y="0"/>
                </a:moveTo>
                <a:lnTo>
                  <a:pt x="0" y="0"/>
                </a:lnTo>
                <a:lnTo>
                  <a:pt x="0" y="466725"/>
                </a:lnTo>
                <a:lnTo>
                  <a:pt x="1000125" y="466725"/>
                </a:lnTo>
                <a:lnTo>
                  <a:pt x="1000125" y="461962"/>
                </a:lnTo>
                <a:lnTo>
                  <a:pt x="1000125" y="457200"/>
                </a:lnTo>
                <a:lnTo>
                  <a:pt x="1000125" y="9525"/>
                </a:lnTo>
                <a:lnTo>
                  <a:pt x="1000125" y="4762"/>
                </a:lnTo>
                <a:lnTo>
                  <a:pt x="10001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" name="object 146"/>
          <p:cNvSpPr txBox="1"/>
          <p:nvPr/>
        </p:nvSpPr>
        <p:spPr>
          <a:xfrm>
            <a:off x="838200" y="5638800"/>
            <a:ext cx="990600" cy="457200"/>
          </a:xfrm>
          <a:prstGeom prst="rect">
            <a:avLst/>
          </a:prstGeom>
        </p:spPr>
        <p:txBody>
          <a:bodyPr wrap="square" lIns="0" tIns="74930" rIns="0" bIns="0" rtlCol="0" vert="horz">
            <a:spAutoFit/>
          </a:bodyPr>
          <a:lstStyle/>
          <a:p>
            <a:pPr marL="189230">
              <a:lnSpc>
                <a:spcPct val="100000"/>
              </a:lnSpc>
              <a:spcBef>
                <a:spcPts val="590"/>
              </a:spcBef>
            </a:pPr>
            <a:r>
              <a:rPr dirty="0" sz="1600" spc="5" b="0">
                <a:solidFill>
                  <a:srgbClr val="FFFFFF"/>
                </a:solidFill>
                <a:latin typeface="Noto Sans CJK JP Medium"/>
                <a:cs typeface="Noto Sans CJK JP Medium"/>
              </a:rPr>
              <a:t>源地</a:t>
            </a:r>
            <a:r>
              <a:rPr dirty="0" sz="1600" spc="-5" b="0">
                <a:solidFill>
                  <a:srgbClr val="FFFFFF"/>
                </a:solidFill>
                <a:latin typeface="Noto Sans CJK JP Medium"/>
                <a:cs typeface="Noto Sans CJK JP Medium"/>
              </a:rPr>
              <a:t>址</a:t>
            </a:r>
            <a:endParaRPr sz="1600">
              <a:latin typeface="Noto Sans CJK JP Medium"/>
              <a:cs typeface="Noto Sans CJK JP Medium"/>
            </a:endParaRPr>
          </a:p>
        </p:txBody>
      </p:sp>
      <p:grpSp>
        <p:nvGrpSpPr>
          <p:cNvPr id="147" name="object 147"/>
          <p:cNvGrpSpPr/>
          <p:nvPr/>
        </p:nvGrpSpPr>
        <p:grpSpPr>
          <a:xfrm>
            <a:off x="833437" y="6243637"/>
            <a:ext cx="2524125" cy="238125"/>
            <a:chOff x="833437" y="6243637"/>
            <a:chExt cx="2524125" cy="238125"/>
          </a:xfrm>
        </p:grpSpPr>
        <p:sp>
          <p:nvSpPr>
            <p:cNvPr id="148" name="object 148"/>
            <p:cNvSpPr/>
            <p:nvPr/>
          </p:nvSpPr>
          <p:spPr>
            <a:xfrm>
              <a:off x="838200" y="6248400"/>
              <a:ext cx="990600" cy="228600"/>
            </a:xfrm>
            <a:custGeom>
              <a:avLst/>
              <a:gdLst/>
              <a:ahLst/>
              <a:cxnLst/>
              <a:rect l="l" t="t" r="r" b="b"/>
              <a:pathLst>
                <a:path w="990600" h="228600">
                  <a:moveTo>
                    <a:pt x="990600" y="228600"/>
                  </a:moveTo>
                  <a:lnTo>
                    <a:pt x="0" y="228600"/>
                  </a:lnTo>
                  <a:lnTo>
                    <a:pt x="0" y="0"/>
                  </a:lnTo>
                  <a:lnTo>
                    <a:pt x="990600" y="0"/>
                  </a:lnTo>
                  <a:lnTo>
                    <a:pt x="990600" y="22860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833437" y="6243637"/>
              <a:ext cx="1000125" cy="238125"/>
            </a:xfrm>
            <a:custGeom>
              <a:avLst/>
              <a:gdLst/>
              <a:ahLst/>
              <a:cxnLst/>
              <a:rect l="l" t="t" r="r" b="b"/>
              <a:pathLst>
                <a:path w="1000125" h="238125">
                  <a:moveTo>
                    <a:pt x="1000125" y="238125"/>
                  </a:moveTo>
                  <a:lnTo>
                    <a:pt x="0" y="238125"/>
                  </a:lnTo>
                  <a:lnTo>
                    <a:pt x="0" y="0"/>
                  </a:lnTo>
                  <a:lnTo>
                    <a:pt x="1000125" y="0"/>
                  </a:lnTo>
                  <a:lnTo>
                    <a:pt x="1000125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228600"/>
                  </a:lnTo>
                  <a:lnTo>
                    <a:pt x="4762" y="228600"/>
                  </a:lnTo>
                  <a:lnTo>
                    <a:pt x="9525" y="233362"/>
                  </a:lnTo>
                  <a:lnTo>
                    <a:pt x="1000125" y="233362"/>
                  </a:lnTo>
                  <a:lnTo>
                    <a:pt x="1000125" y="238125"/>
                  </a:lnTo>
                  <a:close/>
                </a:path>
                <a:path w="1000125" h="238125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1000125" h="238125">
                  <a:moveTo>
                    <a:pt x="990600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990600" y="4762"/>
                  </a:lnTo>
                  <a:lnTo>
                    <a:pt x="990600" y="9525"/>
                  </a:lnTo>
                  <a:close/>
                </a:path>
                <a:path w="1000125" h="238125">
                  <a:moveTo>
                    <a:pt x="990600" y="233362"/>
                  </a:moveTo>
                  <a:lnTo>
                    <a:pt x="990600" y="4762"/>
                  </a:lnTo>
                  <a:lnTo>
                    <a:pt x="995362" y="9525"/>
                  </a:lnTo>
                  <a:lnTo>
                    <a:pt x="1000125" y="9525"/>
                  </a:lnTo>
                  <a:lnTo>
                    <a:pt x="1000125" y="228600"/>
                  </a:lnTo>
                  <a:lnTo>
                    <a:pt x="995362" y="228600"/>
                  </a:lnTo>
                  <a:lnTo>
                    <a:pt x="990600" y="233362"/>
                  </a:lnTo>
                  <a:close/>
                </a:path>
                <a:path w="1000125" h="238125">
                  <a:moveTo>
                    <a:pt x="1000125" y="9525"/>
                  </a:moveTo>
                  <a:lnTo>
                    <a:pt x="995362" y="9525"/>
                  </a:lnTo>
                  <a:lnTo>
                    <a:pt x="990600" y="4762"/>
                  </a:lnTo>
                  <a:lnTo>
                    <a:pt x="1000125" y="4762"/>
                  </a:lnTo>
                  <a:lnTo>
                    <a:pt x="1000125" y="9525"/>
                  </a:lnTo>
                  <a:close/>
                </a:path>
                <a:path w="1000125" h="238125">
                  <a:moveTo>
                    <a:pt x="9525" y="233362"/>
                  </a:moveTo>
                  <a:lnTo>
                    <a:pt x="4762" y="228600"/>
                  </a:lnTo>
                  <a:lnTo>
                    <a:pt x="9525" y="228600"/>
                  </a:lnTo>
                  <a:lnTo>
                    <a:pt x="9525" y="233362"/>
                  </a:lnTo>
                  <a:close/>
                </a:path>
                <a:path w="1000125" h="238125">
                  <a:moveTo>
                    <a:pt x="990600" y="233362"/>
                  </a:moveTo>
                  <a:lnTo>
                    <a:pt x="9525" y="233362"/>
                  </a:lnTo>
                  <a:lnTo>
                    <a:pt x="9525" y="228600"/>
                  </a:lnTo>
                  <a:lnTo>
                    <a:pt x="990600" y="228600"/>
                  </a:lnTo>
                  <a:lnTo>
                    <a:pt x="990600" y="233362"/>
                  </a:lnTo>
                  <a:close/>
                </a:path>
                <a:path w="1000125" h="238125">
                  <a:moveTo>
                    <a:pt x="1000125" y="233362"/>
                  </a:moveTo>
                  <a:lnTo>
                    <a:pt x="990600" y="233362"/>
                  </a:lnTo>
                  <a:lnTo>
                    <a:pt x="995362" y="228600"/>
                  </a:lnTo>
                  <a:lnTo>
                    <a:pt x="1000125" y="228600"/>
                  </a:lnTo>
                  <a:lnTo>
                    <a:pt x="1000125" y="2333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1828800" y="6248400"/>
              <a:ext cx="1066800" cy="228600"/>
            </a:xfrm>
            <a:custGeom>
              <a:avLst/>
              <a:gdLst/>
              <a:ahLst/>
              <a:cxnLst/>
              <a:rect l="l" t="t" r="r" b="b"/>
              <a:pathLst>
                <a:path w="1066800" h="228600">
                  <a:moveTo>
                    <a:pt x="1066800" y="228600"/>
                  </a:moveTo>
                  <a:lnTo>
                    <a:pt x="0" y="228600"/>
                  </a:lnTo>
                  <a:lnTo>
                    <a:pt x="0" y="0"/>
                  </a:lnTo>
                  <a:lnTo>
                    <a:pt x="1066800" y="0"/>
                  </a:lnTo>
                  <a:lnTo>
                    <a:pt x="1066800" y="22860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1824037" y="6243637"/>
              <a:ext cx="1076325" cy="238125"/>
            </a:xfrm>
            <a:custGeom>
              <a:avLst/>
              <a:gdLst/>
              <a:ahLst/>
              <a:cxnLst/>
              <a:rect l="l" t="t" r="r" b="b"/>
              <a:pathLst>
                <a:path w="1076325" h="238125">
                  <a:moveTo>
                    <a:pt x="1076325" y="238125"/>
                  </a:moveTo>
                  <a:lnTo>
                    <a:pt x="0" y="238125"/>
                  </a:lnTo>
                  <a:lnTo>
                    <a:pt x="0" y="0"/>
                  </a:lnTo>
                  <a:lnTo>
                    <a:pt x="1076325" y="0"/>
                  </a:lnTo>
                  <a:lnTo>
                    <a:pt x="1076325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228600"/>
                  </a:lnTo>
                  <a:lnTo>
                    <a:pt x="4762" y="228600"/>
                  </a:lnTo>
                  <a:lnTo>
                    <a:pt x="9525" y="233362"/>
                  </a:lnTo>
                  <a:lnTo>
                    <a:pt x="1076325" y="233362"/>
                  </a:lnTo>
                  <a:lnTo>
                    <a:pt x="1076325" y="238125"/>
                  </a:lnTo>
                  <a:close/>
                </a:path>
                <a:path w="1076325" h="238125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1076325" h="238125">
                  <a:moveTo>
                    <a:pt x="1066800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1066800" y="4762"/>
                  </a:lnTo>
                  <a:lnTo>
                    <a:pt x="1066800" y="9525"/>
                  </a:lnTo>
                  <a:close/>
                </a:path>
                <a:path w="1076325" h="238125">
                  <a:moveTo>
                    <a:pt x="1066800" y="233362"/>
                  </a:moveTo>
                  <a:lnTo>
                    <a:pt x="1066800" y="4762"/>
                  </a:lnTo>
                  <a:lnTo>
                    <a:pt x="1071562" y="9525"/>
                  </a:lnTo>
                  <a:lnTo>
                    <a:pt x="1076325" y="9525"/>
                  </a:lnTo>
                  <a:lnTo>
                    <a:pt x="1076325" y="228600"/>
                  </a:lnTo>
                  <a:lnTo>
                    <a:pt x="1071562" y="228600"/>
                  </a:lnTo>
                  <a:lnTo>
                    <a:pt x="1066800" y="233362"/>
                  </a:lnTo>
                  <a:close/>
                </a:path>
                <a:path w="1076325" h="238125">
                  <a:moveTo>
                    <a:pt x="1076325" y="9525"/>
                  </a:moveTo>
                  <a:lnTo>
                    <a:pt x="1071562" y="9525"/>
                  </a:lnTo>
                  <a:lnTo>
                    <a:pt x="1066800" y="4762"/>
                  </a:lnTo>
                  <a:lnTo>
                    <a:pt x="1076325" y="4762"/>
                  </a:lnTo>
                  <a:lnTo>
                    <a:pt x="1076325" y="9525"/>
                  </a:lnTo>
                  <a:close/>
                </a:path>
                <a:path w="1076325" h="238125">
                  <a:moveTo>
                    <a:pt x="9525" y="233362"/>
                  </a:moveTo>
                  <a:lnTo>
                    <a:pt x="4762" y="228600"/>
                  </a:lnTo>
                  <a:lnTo>
                    <a:pt x="9525" y="228600"/>
                  </a:lnTo>
                  <a:lnTo>
                    <a:pt x="9525" y="233362"/>
                  </a:lnTo>
                  <a:close/>
                </a:path>
                <a:path w="1076325" h="238125">
                  <a:moveTo>
                    <a:pt x="1066800" y="233362"/>
                  </a:moveTo>
                  <a:lnTo>
                    <a:pt x="9525" y="233362"/>
                  </a:lnTo>
                  <a:lnTo>
                    <a:pt x="9525" y="228600"/>
                  </a:lnTo>
                  <a:lnTo>
                    <a:pt x="1066800" y="228600"/>
                  </a:lnTo>
                  <a:lnTo>
                    <a:pt x="1066800" y="233362"/>
                  </a:lnTo>
                  <a:close/>
                </a:path>
                <a:path w="1076325" h="238125">
                  <a:moveTo>
                    <a:pt x="1076325" y="233362"/>
                  </a:moveTo>
                  <a:lnTo>
                    <a:pt x="1066800" y="233362"/>
                  </a:lnTo>
                  <a:lnTo>
                    <a:pt x="1071562" y="228600"/>
                  </a:lnTo>
                  <a:lnTo>
                    <a:pt x="1076325" y="228600"/>
                  </a:lnTo>
                  <a:lnTo>
                    <a:pt x="1076325" y="2333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2895600" y="6248400"/>
              <a:ext cx="457200" cy="228600"/>
            </a:xfrm>
            <a:custGeom>
              <a:avLst/>
              <a:gdLst/>
              <a:ahLst/>
              <a:cxnLst/>
              <a:rect l="l" t="t" r="r" b="b"/>
              <a:pathLst>
                <a:path w="457200" h="228600">
                  <a:moveTo>
                    <a:pt x="457200" y="228600"/>
                  </a:moveTo>
                  <a:lnTo>
                    <a:pt x="0" y="2286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22860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2890837" y="6243637"/>
              <a:ext cx="466725" cy="238125"/>
            </a:xfrm>
            <a:custGeom>
              <a:avLst/>
              <a:gdLst/>
              <a:ahLst/>
              <a:cxnLst/>
              <a:rect l="l" t="t" r="r" b="b"/>
              <a:pathLst>
                <a:path w="466725" h="238125">
                  <a:moveTo>
                    <a:pt x="466725" y="238125"/>
                  </a:moveTo>
                  <a:lnTo>
                    <a:pt x="0" y="238125"/>
                  </a:lnTo>
                  <a:lnTo>
                    <a:pt x="0" y="0"/>
                  </a:lnTo>
                  <a:lnTo>
                    <a:pt x="466725" y="0"/>
                  </a:lnTo>
                  <a:lnTo>
                    <a:pt x="466725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228600"/>
                  </a:lnTo>
                  <a:lnTo>
                    <a:pt x="4762" y="228600"/>
                  </a:lnTo>
                  <a:lnTo>
                    <a:pt x="9525" y="233362"/>
                  </a:lnTo>
                  <a:lnTo>
                    <a:pt x="466725" y="233362"/>
                  </a:lnTo>
                  <a:lnTo>
                    <a:pt x="466725" y="238125"/>
                  </a:lnTo>
                  <a:close/>
                </a:path>
                <a:path w="466725" h="238125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466725" h="238125">
                  <a:moveTo>
                    <a:pt x="457200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457200" y="4762"/>
                  </a:lnTo>
                  <a:lnTo>
                    <a:pt x="457200" y="9525"/>
                  </a:lnTo>
                  <a:close/>
                </a:path>
                <a:path w="466725" h="238125">
                  <a:moveTo>
                    <a:pt x="457200" y="233362"/>
                  </a:moveTo>
                  <a:lnTo>
                    <a:pt x="457200" y="4762"/>
                  </a:lnTo>
                  <a:lnTo>
                    <a:pt x="461962" y="9525"/>
                  </a:lnTo>
                  <a:lnTo>
                    <a:pt x="466725" y="9525"/>
                  </a:lnTo>
                  <a:lnTo>
                    <a:pt x="466725" y="228600"/>
                  </a:lnTo>
                  <a:lnTo>
                    <a:pt x="461962" y="228600"/>
                  </a:lnTo>
                  <a:lnTo>
                    <a:pt x="457200" y="233362"/>
                  </a:lnTo>
                  <a:close/>
                </a:path>
                <a:path w="466725" h="238125">
                  <a:moveTo>
                    <a:pt x="466725" y="9525"/>
                  </a:moveTo>
                  <a:lnTo>
                    <a:pt x="461962" y="9525"/>
                  </a:lnTo>
                  <a:lnTo>
                    <a:pt x="457200" y="4762"/>
                  </a:lnTo>
                  <a:lnTo>
                    <a:pt x="466725" y="4762"/>
                  </a:lnTo>
                  <a:lnTo>
                    <a:pt x="466725" y="9525"/>
                  </a:lnTo>
                  <a:close/>
                </a:path>
                <a:path w="466725" h="238125">
                  <a:moveTo>
                    <a:pt x="9525" y="233362"/>
                  </a:moveTo>
                  <a:lnTo>
                    <a:pt x="4762" y="228600"/>
                  </a:lnTo>
                  <a:lnTo>
                    <a:pt x="9525" y="228600"/>
                  </a:lnTo>
                  <a:lnTo>
                    <a:pt x="9525" y="233362"/>
                  </a:lnTo>
                  <a:close/>
                </a:path>
                <a:path w="466725" h="238125">
                  <a:moveTo>
                    <a:pt x="457200" y="233362"/>
                  </a:moveTo>
                  <a:lnTo>
                    <a:pt x="9525" y="233362"/>
                  </a:lnTo>
                  <a:lnTo>
                    <a:pt x="9525" y="228600"/>
                  </a:lnTo>
                  <a:lnTo>
                    <a:pt x="457200" y="228600"/>
                  </a:lnTo>
                  <a:lnTo>
                    <a:pt x="457200" y="233362"/>
                  </a:lnTo>
                  <a:close/>
                </a:path>
                <a:path w="466725" h="238125">
                  <a:moveTo>
                    <a:pt x="466725" y="233362"/>
                  </a:moveTo>
                  <a:lnTo>
                    <a:pt x="457200" y="233362"/>
                  </a:lnTo>
                  <a:lnTo>
                    <a:pt x="461962" y="228600"/>
                  </a:lnTo>
                  <a:lnTo>
                    <a:pt x="466725" y="228600"/>
                  </a:lnTo>
                  <a:lnTo>
                    <a:pt x="466725" y="2333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4" name="object 154"/>
          <p:cNvSpPr txBox="1"/>
          <p:nvPr/>
        </p:nvSpPr>
        <p:spPr>
          <a:xfrm>
            <a:off x="838200" y="6248400"/>
            <a:ext cx="251460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444500">
              <a:lnSpc>
                <a:spcPts val="1770"/>
              </a:lnSpc>
              <a:tabLst>
                <a:tab pos="1472565" algn="l"/>
                <a:tab pos="2234565" algn="l"/>
              </a:tabLst>
            </a:pPr>
            <a:r>
              <a:rPr dirty="0" sz="1600" spc="-5" b="1">
                <a:solidFill>
                  <a:srgbClr val="FFFFFF"/>
                </a:solidFill>
                <a:latin typeface="Times New Roman"/>
                <a:cs typeface="Times New Roman"/>
              </a:rPr>
              <a:t>6	6	2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155" name="object 155"/>
          <p:cNvGrpSpPr/>
          <p:nvPr/>
        </p:nvGrpSpPr>
        <p:grpSpPr>
          <a:xfrm>
            <a:off x="4643437" y="6243637"/>
            <a:ext cx="771525" cy="238125"/>
            <a:chOff x="4643437" y="6243637"/>
            <a:chExt cx="771525" cy="238125"/>
          </a:xfrm>
        </p:grpSpPr>
        <p:sp>
          <p:nvSpPr>
            <p:cNvPr id="156" name="object 156"/>
            <p:cNvSpPr/>
            <p:nvPr/>
          </p:nvSpPr>
          <p:spPr>
            <a:xfrm>
              <a:off x="4648200" y="6248400"/>
              <a:ext cx="762000" cy="228600"/>
            </a:xfrm>
            <a:custGeom>
              <a:avLst/>
              <a:gdLst/>
              <a:ahLst/>
              <a:cxnLst/>
              <a:rect l="l" t="t" r="r" b="b"/>
              <a:pathLst>
                <a:path w="762000" h="228600">
                  <a:moveTo>
                    <a:pt x="762000" y="228600"/>
                  </a:moveTo>
                  <a:lnTo>
                    <a:pt x="0" y="228600"/>
                  </a:lnTo>
                  <a:lnTo>
                    <a:pt x="0" y="0"/>
                  </a:lnTo>
                  <a:lnTo>
                    <a:pt x="762000" y="0"/>
                  </a:lnTo>
                  <a:lnTo>
                    <a:pt x="762000" y="22860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4643437" y="6243637"/>
              <a:ext cx="771525" cy="238125"/>
            </a:xfrm>
            <a:custGeom>
              <a:avLst/>
              <a:gdLst/>
              <a:ahLst/>
              <a:cxnLst/>
              <a:rect l="l" t="t" r="r" b="b"/>
              <a:pathLst>
                <a:path w="771525" h="238125">
                  <a:moveTo>
                    <a:pt x="771525" y="238125"/>
                  </a:moveTo>
                  <a:lnTo>
                    <a:pt x="0" y="238125"/>
                  </a:lnTo>
                  <a:lnTo>
                    <a:pt x="0" y="0"/>
                  </a:lnTo>
                  <a:lnTo>
                    <a:pt x="771525" y="0"/>
                  </a:lnTo>
                  <a:lnTo>
                    <a:pt x="771525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228600"/>
                  </a:lnTo>
                  <a:lnTo>
                    <a:pt x="4762" y="228600"/>
                  </a:lnTo>
                  <a:lnTo>
                    <a:pt x="9525" y="233362"/>
                  </a:lnTo>
                  <a:lnTo>
                    <a:pt x="771525" y="233362"/>
                  </a:lnTo>
                  <a:lnTo>
                    <a:pt x="771525" y="238125"/>
                  </a:lnTo>
                  <a:close/>
                </a:path>
                <a:path w="771525" h="238125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771525" h="238125">
                  <a:moveTo>
                    <a:pt x="762000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762000" y="4762"/>
                  </a:lnTo>
                  <a:lnTo>
                    <a:pt x="762000" y="9525"/>
                  </a:lnTo>
                  <a:close/>
                </a:path>
                <a:path w="771525" h="238125">
                  <a:moveTo>
                    <a:pt x="762000" y="233362"/>
                  </a:moveTo>
                  <a:lnTo>
                    <a:pt x="762000" y="4762"/>
                  </a:lnTo>
                  <a:lnTo>
                    <a:pt x="766762" y="9525"/>
                  </a:lnTo>
                  <a:lnTo>
                    <a:pt x="771525" y="9525"/>
                  </a:lnTo>
                  <a:lnTo>
                    <a:pt x="771525" y="228600"/>
                  </a:lnTo>
                  <a:lnTo>
                    <a:pt x="766762" y="228600"/>
                  </a:lnTo>
                  <a:lnTo>
                    <a:pt x="762000" y="233362"/>
                  </a:lnTo>
                  <a:close/>
                </a:path>
                <a:path w="771525" h="238125">
                  <a:moveTo>
                    <a:pt x="771525" y="9525"/>
                  </a:moveTo>
                  <a:lnTo>
                    <a:pt x="766762" y="9525"/>
                  </a:lnTo>
                  <a:lnTo>
                    <a:pt x="762000" y="4762"/>
                  </a:lnTo>
                  <a:lnTo>
                    <a:pt x="771525" y="4762"/>
                  </a:lnTo>
                  <a:lnTo>
                    <a:pt x="771525" y="9525"/>
                  </a:lnTo>
                  <a:close/>
                </a:path>
                <a:path w="771525" h="238125">
                  <a:moveTo>
                    <a:pt x="9525" y="233362"/>
                  </a:moveTo>
                  <a:lnTo>
                    <a:pt x="4762" y="228600"/>
                  </a:lnTo>
                  <a:lnTo>
                    <a:pt x="9525" y="228600"/>
                  </a:lnTo>
                  <a:lnTo>
                    <a:pt x="9525" y="233362"/>
                  </a:lnTo>
                  <a:close/>
                </a:path>
                <a:path w="771525" h="238125">
                  <a:moveTo>
                    <a:pt x="762000" y="233362"/>
                  </a:moveTo>
                  <a:lnTo>
                    <a:pt x="9525" y="233362"/>
                  </a:lnTo>
                  <a:lnTo>
                    <a:pt x="9525" y="228600"/>
                  </a:lnTo>
                  <a:lnTo>
                    <a:pt x="762000" y="228600"/>
                  </a:lnTo>
                  <a:lnTo>
                    <a:pt x="762000" y="233362"/>
                  </a:lnTo>
                  <a:close/>
                </a:path>
                <a:path w="771525" h="238125">
                  <a:moveTo>
                    <a:pt x="771525" y="233362"/>
                  </a:moveTo>
                  <a:lnTo>
                    <a:pt x="762000" y="233362"/>
                  </a:lnTo>
                  <a:lnTo>
                    <a:pt x="766762" y="228600"/>
                  </a:lnTo>
                  <a:lnTo>
                    <a:pt x="771525" y="228600"/>
                  </a:lnTo>
                  <a:lnTo>
                    <a:pt x="771525" y="2333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8" name="object 158"/>
          <p:cNvSpPr txBox="1"/>
          <p:nvPr/>
        </p:nvSpPr>
        <p:spPr>
          <a:xfrm>
            <a:off x="4648200" y="6248400"/>
            <a:ext cx="76200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1770"/>
              </a:lnSpc>
            </a:pPr>
            <a:r>
              <a:rPr dirty="0" sz="1600" spc="-5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59" name="object 159"/>
          <p:cNvSpPr txBox="1"/>
          <p:nvPr/>
        </p:nvSpPr>
        <p:spPr>
          <a:xfrm>
            <a:off x="3606800" y="4697095"/>
            <a:ext cx="1549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UKIJ CJK"/>
                <a:cs typeface="UKIJ CJK"/>
              </a:rPr>
              <a:t>如何通信？</a:t>
            </a:r>
            <a:endParaRPr sz="2400">
              <a:latin typeface="UKIJ CJK"/>
              <a:cs typeface="UKIJ CJK"/>
            </a:endParaRPr>
          </a:p>
        </p:txBody>
      </p:sp>
      <p:sp>
        <p:nvSpPr>
          <p:cNvPr id="160" name="object 160"/>
          <p:cNvSpPr/>
          <p:nvPr/>
        </p:nvSpPr>
        <p:spPr>
          <a:xfrm>
            <a:off x="1790700" y="4324350"/>
            <a:ext cx="152400" cy="38100"/>
          </a:xfrm>
          <a:custGeom>
            <a:avLst/>
            <a:gdLst/>
            <a:ahLst/>
            <a:cxnLst/>
            <a:rect l="l" t="t" r="r" b="b"/>
            <a:pathLst>
              <a:path w="152400" h="38100">
                <a:moveTo>
                  <a:pt x="152400" y="38100"/>
                </a:moveTo>
                <a:lnTo>
                  <a:pt x="0" y="38100"/>
                </a:lnTo>
                <a:lnTo>
                  <a:pt x="0" y="0"/>
                </a:lnTo>
                <a:lnTo>
                  <a:pt x="152400" y="0"/>
                </a:lnTo>
                <a:lnTo>
                  <a:pt x="152400" y="38100"/>
                </a:lnTo>
                <a:close/>
              </a:path>
            </a:pathLst>
          </a:custGeom>
          <a:solidFill>
            <a:srgbClr val="B1B1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1" name="object 161"/>
          <p:cNvSpPr/>
          <p:nvPr/>
        </p:nvSpPr>
        <p:spPr>
          <a:xfrm>
            <a:off x="2057400" y="4324350"/>
            <a:ext cx="152400" cy="38100"/>
          </a:xfrm>
          <a:custGeom>
            <a:avLst/>
            <a:gdLst/>
            <a:ahLst/>
            <a:cxnLst/>
            <a:rect l="l" t="t" r="r" b="b"/>
            <a:pathLst>
              <a:path w="152400" h="38100">
                <a:moveTo>
                  <a:pt x="152400" y="38100"/>
                </a:moveTo>
                <a:lnTo>
                  <a:pt x="0" y="38100"/>
                </a:lnTo>
                <a:lnTo>
                  <a:pt x="0" y="0"/>
                </a:lnTo>
                <a:lnTo>
                  <a:pt x="152400" y="0"/>
                </a:lnTo>
                <a:lnTo>
                  <a:pt x="152400" y="38100"/>
                </a:lnTo>
                <a:close/>
              </a:path>
            </a:pathLst>
          </a:custGeom>
          <a:solidFill>
            <a:srgbClr val="B1B1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2" name="object 162"/>
          <p:cNvSpPr/>
          <p:nvPr/>
        </p:nvSpPr>
        <p:spPr>
          <a:xfrm>
            <a:off x="2324100" y="4324350"/>
            <a:ext cx="152400" cy="38100"/>
          </a:xfrm>
          <a:custGeom>
            <a:avLst/>
            <a:gdLst/>
            <a:ahLst/>
            <a:cxnLst/>
            <a:rect l="l" t="t" r="r" b="b"/>
            <a:pathLst>
              <a:path w="152400" h="38100">
                <a:moveTo>
                  <a:pt x="152400" y="38100"/>
                </a:moveTo>
                <a:lnTo>
                  <a:pt x="0" y="38100"/>
                </a:lnTo>
                <a:lnTo>
                  <a:pt x="0" y="0"/>
                </a:lnTo>
                <a:lnTo>
                  <a:pt x="152400" y="0"/>
                </a:lnTo>
                <a:lnTo>
                  <a:pt x="152400" y="38100"/>
                </a:lnTo>
                <a:close/>
              </a:path>
            </a:pathLst>
          </a:custGeom>
          <a:solidFill>
            <a:srgbClr val="B1B1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3" name="object 163"/>
          <p:cNvSpPr/>
          <p:nvPr/>
        </p:nvSpPr>
        <p:spPr>
          <a:xfrm>
            <a:off x="2590800" y="4324350"/>
            <a:ext cx="152400" cy="38100"/>
          </a:xfrm>
          <a:custGeom>
            <a:avLst/>
            <a:gdLst/>
            <a:ahLst/>
            <a:cxnLst/>
            <a:rect l="l" t="t" r="r" b="b"/>
            <a:pathLst>
              <a:path w="152400" h="38100">
                <a:moveTo>
                  <a:pt x="152400" y="38100"/>
                </a:moveTo>
                <a:lnTo>
                  <a:pt x="0" y="38100"/>
                </a:lnTo>
                <a:lnTo>
                  <a:pt x="0" y="0"/>
                </a:lnTo>
                <a:lnTo>
                  <a:pt x="152400" y="0"/>
                </a:lnTo>
                <a:lnTo>
                  <a:pt x="152400" y="38100"/>
                </a:lnTo>
                <a:close/>
              </a:path>
            </a:pathLst>
          </a:custGeom>
          <a:solidFill>
            <a:srgbClr val="B1B1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4" name="object 164"/>
          <p:cNvSpPr/>
          <p:nvPr/>
        </p:nvSpPr>
        <p:spPr>
          <a:xfrm>
            <a:off x="2857500" y="4324350"/>
            <a:ext cx="152400" cy="38100"/>
          </a:xfrm>
          <a:custGeom>
            <a:avLst/>
            <a:gdLst/>
            <a:ahLst/>
            <a:cxnLst/>
            <a:rect l="l" t="t" r="r" b="b"/>
            <a:pathLst>
              <a:path w="152400" h="38100">
                <a:moveTo>
                  <a:pt x="152400" y="38100"/>
                </a:moveTo>
                <a:lnTo>
                  <a:pt x="0" y="38100"/>
                </a:lnTo>
                <a:lnTo>
                  <a:pt x="0" y="0"/>
                </a:lnTo>
                <a:lnTo>
                  <a:pt x="152400" y="0"/>
                </a:lnTo>
                <a:lnTo>
                  <a:pt x="152400" y="38100"/>
                </a:lnTo>
                <a:close/>
              </a:path>
            </a:pathLst>
          </a:custGeom>
          <a:solidFill>
            <a:srgbClr val="B1B1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5" name="object 165"/>
          <p:cNvSpPr/>
          <p:nvPr/>
        </p:nvSpPr>
        <p:spPr>
          <a:xfrm>
            <a:off x="3124200" y="4324350"/>
            <a:ext cx="152400" cy="38100"/>
          </a:xfrm>
          <a:custGeom>
            <a:avLst/>
            <a:gdLst/>
            <a:ahLst/>
            <a:cxnLst/>
            <a:rect l="l" t="t" r="r" b="b"/>
            <a:pathLst>
              <a:path w="152400" h="38100">
                <a:moveTo>
                  <a:pt x="152400" y="38100"/>
                </a:moveTo>
                <a:lnTo>
                  <a:pt x="0" y="38100"/>
                </a:lnTo>
                <a:lnTo>
                  <a:pt x="0" y="0"/>
                </a:lnTo>
                <a:lnTo>
                  <a:pt x="152400" y="0"/>
                </a:lnTo>
                <a:lnTo>
                  <a:pt x="152400" y="38100"/>
                </a:lnTo>
                <a:close/>
              </a:path>
            </a:pathLst>
          </a:custGeom>
          <a:solidFill>
            <a:srgbClr val="B1B1B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66" name="object 166"/>
          <p:cNvGrpSpPr/>
          <p:nvPr/>
        </p:nvGrpSpPr>
        <p:grpSpPr>
          <a:xfrm>
            <a:off x="2662237" y="2052637"/>
            <a:ext cx="3819525" cy="390525"/>
            <a:chOff x="2662237" y="2052637"/>
            <a:chExt cx="3819525" cy="390525"/>
          </a:xfrm>
        </p:grpSpPr>
        <p:sp>
          <p:nvSpPr>
            <p:cNvPr id="167" name="object 167"/>
            <p:cNvSpPr/>
            <p:nvPr/>
          </p:nvSpPr>
          <p:spPr>
            <a:xfrm>
              <a:off x="2667000" y="2057400"/>
              <a:ext cx="3810000" cy="381000"/>
            </a:xfrm>
            <a:custGeom>
              <a:avLst/>
              <a:gdLst/>
              <a:ahLst/>
              <a:cxnLst/>
              <a:rect l="l" t="t" r="r" b="b"/>
              <a:pathLst>
                <a:path w="3810000" h="381000">
                  <a:moveTo>
                    <a:pt x="3810000" y="381000"/>
                  </a:moveTo>
                  <a:lnTo>
                    <a:pt x="0" y="381000"/>
                  </a:lnTo>
                  <a:lnTo>
                    <a:pt x="0" y="0"/>
                  </a:lnTo>
                  <a:lnTo>
                    <a:pt x="3810000" y="0"/>
                  </a:lnTo>
                  <a:lnTo>
                    <a:pt x="3810000" y="38100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2662237" y="2052637"/>
              <a:ext cx="3819525" cy="390525"/>
            </a:xfrm>
            <a:custGeom>
              <a:avLst/>
              <a:gdLst/>
              <a:ahLst/>
              <a:cxnLst/>
              <a:rect l="l" t="t" r="r" b="b"/>
              <a:pathLst>
                <a:path w="3819525" h="390525">
                  <a:moveTo>
                    <a:pt x="3819525" y="390525"/>
                  </a:moveTo>
                  <a:lnTo>
                    <a:pt x="0" y="390525"/>
                  </a:lnTo>
                  <a:lnTo>
                    <a:pt x="0" y="0"/>
                  </a:lnTo>
                  <a:lnTo>
                    <a:pt x="3819525" y="0"/>
                  </a:lnTo>
                  <a:lnTo>
                    <a:pt x="3819525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381000"/>
                  </a:lnTo>
                  <a:lnTo>
                    <a:pt x="4762" y="381000"/>
                  </a:lnTo>
                  <a:lnTo>
                    <a:pt x="9525" y="385762"/>
                  </a:lnTo>
                  <a:lnTo>
                    <a:pt x="3819525" y="385762"/>
                  </a:lnTo>
                  <a:lnTo>
                    <a:pt x="3819525" y="390525"/>
                  </a:lnTo>
                  <a:close/>
                </a:path>
                <a:path w="3819525" h="390525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3819525" h="390525">
                  <a:moveTo>
                    <a:pt x="3810000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3810000" y="4762"/>
                  </a:lnTo>
                  <a:lnTo>
                    <a:pt x="3810000" y="9525"/>
                  </a:lnTo>
                  <a:close/>
                </a:path>
                <a:path w="3819525" h="390525">
                  <a:moveTo>
                    <a:pt x="3810000" y="385762"/>
                  </a:moveTo>
                  <a:lnTo>
                    <a:pt x="3810000" y="4762"/>
                  </a:lnTo>
                  <a:lnTo>
                    <a:pt x="3814762" y="9525"/>
                  </a:lnTo>
                  <a:lnTo>
                    <a:pt x="3819525" y="9525"/>
                  </a:lnTo>
                  <a:lnTo>
                    <a:pt x="3819525" y="381000"/>
                  </a:lnTo>
                  <a:lnTo>
                    <a:pt x="3814762" y="381000"/>
                  </a:lnTo>
                  <a:lnTo>
                    <a:pt x="3810000" y="385762"/>
                  </a:lnTo>
                  <a:close/>
                </a:path>
                <a:path w="3819525" h="390525">
                  <a:moveTo>
                    <a:pt x="3819525" y="9525"/>
                  </a:moveTo>
                  <a:lnTo>
                    <a:pt x="3814762" y="9525"/>
                  </a:lnTo>
                  <a:lnTo>
                    <a:pt x="3810000" y="4762"/>
                  </a:lnTo>
                  <a:lnTo>
                    <a:pt x="3819525" y="4762"/>
                  </a:lnTo>
                  <a:lnTo>
                    <a:pt x="3819525" y="9525"/>
                  </a:lnTo>
                  <a:close/>
                </a:path>
                <a:path w="3819525" h="390525">
                  <a:moveTo>
                    <a:pt x="9525" y="385762"/>
                  </a:moveTo>
                  <a:lnTo>
                    <a:pt x="4762" y="381000"/>
                  </a:lnTo>
                  <a:lnTo>
                    <a:pt x="9525" y="381000"/>
                  </a:lnTo>
                  <a:lnTo>
                    <a:pt x="9525" y="385762"/>
                  </a:lnTo>
                  <a:close/>
                </a:path>
                <a:path w="3819525" h="390525">
                  <a:moveTo>
                    <a:pt x="3810000" y="385762"/>
                  </a:moveTo>
                  <a:lnTo>
                    <a:pt x="9525" y="385762"/>
                  </a:lnTo>
                  <a:lnTo>
                    <a:pt x="9525" y="381000"/>
                  </a:lnTo>
                  <a:lnTo>
                    <a:pt x="3810000" y="381000"/>
                  </a:lnTo>
                  <a:lnTo>
                    <a:pt x="3810000" y="385762"/>
                  </a:lnTo>
                  <a:close/>
                </a:path>
                <a:path w="3819525" h="390525">
                  <a:moveTo>
                    <a:pt x="3819525" y="385762"/>
                  </a:moveTo>
                  <a:lnTo>
                    <a:pt x="3810000" y="385762"/>
                  </a:lnTo>
                  <a:lnTo>
                    <a:pt x="3814762" y="381000"/>
                  </a:lnTo>
                  <a:lnTo>
                    <a:pt x="3819525" y="381000"/>
                  </a:lnTo>
                  <a:lnTo>
                    <a:pt x="3819525" y="385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9" name="object 169"/>
          <p:cNvSpPr txBox="1"/>
          <p:nvPr/>
        </p:nvSpPr>
        <p:spPr>
          <a:xfrm>
            <a:off x="2667000" y="2057400"/>
            <a:ext cx="3810000" cy="381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0">
              <a:lnSpc>
                <a:spcPts val="2765"/>
              </a:lnSpc>
            </a:pPr>
            <a:r>
              <a:rPr dirty="0" sz="2400">
                <a:latin typeface="UKIJ CJK"/>
                <a:cs typeface="UKIJ CJK"/>
              </a:rPr>
              <a:t>问题一：数据格式不同</a:t>
            </a:r>
            <a:endParaRPr sz="2400">
              <a:latin typeface="UKIJ CJK"/>
              <a:cs typeface="UKIJ CJK"/>
            </a:endParaRPr>
          </a:p>
        </p:txBody>
      </p:sp>
      <p:grpSp>
        <p:nvGrpSpPr>
          <p:cNvPr id="170" name="object 170"/>
          <p:cNvGrpSpPr/>
          <p:nvPr/>
        </p:nvGrpSpPr>
        <p:grpSpPr>
          <a:xfrm>
            <a:off x="2662237" y="2586037"/>
            <a:ext cx="3819525" cy="390525"/>
            <a:chOff x="2662237" y="2586037"/>
            <a:chExt cx="3819525" cy="390525"/>
          </a:xfrm>
        </p:grpSpPr>
        <p:sp>
          <p:nvSpPr>
            <p:cNvPr id="171" name="object 171"/>
            <p:cNvSpPr/>
            <p:nvPr/>
          </p:nvSpPr>
          <p:spPr>
            <a:xfrm>
              <a:off x="2667000" y="2590800"/>
              <a:ext cx="3810000" cy="381000"/>
            </a:xfrm>
            <a:custGeom>
              <a:avLst/>
              <a:gdLst/>
              <a:ahLst/>
              <a:cxnLst/>
              <a:rect l="l" t="t" r="r" b="b"/>
              <a:pathLst>
                <a:path w="3810000" h="381000">
                  <a:moveTo>
                    <a:pt x="3810000" y="381000"/>
                  </a:moveTo>
                  <a:lnTo>
                    <a:pt x="0" y="381000"/>
                  </a:lnTo>
                  <a:lnTo>
                    <a:pt x="0" y="0"/>
                  </a:lnTo>
                  <a:lnTo>
                    <a:pt x="3810000" y="0"/>
                  </a:lnTo>
                  <a:lnTo>
                    <a:pt x="3810000" y="38100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/>
            <p:cNvSpPr/>
            <p:nvPr/>
          </p:nvSpPr>
          <p:spPr>
            <a:xfrm>
              <a:off x="2662237" y="2586037"/>
              <a:ext cx="3819525" cy="390525"/>
            </a:xfrm>
            <a:custGeom>
              <a:avLst/>
              <a:gdLst/>
              <a:ahLst/>
              <a:cxnLst/>
              <a:rect l="l" t="t" r="r" b="b"/>
              <a:pathLst>
                <a:path w="3819525" h="390525">
                  <a:moveTo>
                    <a:pt x="3819525" y="390525"/>
                  </a:moveTo>
                  <a:lnTo>
                    <a:pt x="0" y="390525"/>
                  </a:lnTo>
                  <a:lnTo>
                    <a:pt x="0" y="0"/>
                  </a:lnTo>
                  <a:lnTo>
                    <a:pt x="3819525" y="0"/>
                  </a:lnTo>
                  <a:lnTo>
                    <a:pt x="3819525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381000"/>
                  </a:lnTo>
                  <a:lnTo>
                    <a:pt x="4762" y="381000"/>
                  </a:lnTo>
                  <a:lnTo>
                    <a:pt x="9525" y="385762"/>
                  </a:lnTo>
                  <a:lnTo>
                    <a:pt x="3819525" y="385762"/>
                  </a:lnTo>
                  <a:lnTo>
                    <a:pt x="3819525" y="390525"/>
                  </a:lnTo>
                  <a:close/>
                </a:path>
                <a:path w="3819525" h="390525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3819525" h="390525">
                  <a:moveTo>
                    <a:pt x="3810000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3810000" y="4762"/>
                  </a:lnTo>
                  <a:lnTo>
                    <a:pt x="3810000" y="9525"/>
                  </a:lnTo>
                  <a:close/>
                </a:path>
                <a:path w="3819525" h="390525">
                  <a:moveTo>
                    <a:pt x="3810000" y="385762"/>
                  </a:moveTo>
                  <a:lnTo>
                    <a:pt x="3810000" y="4762"/>
                  </a:lnTo>
                  <a:lnTo>
                    <a:pt x="3814762" y="9525"/>
                  </a:lnTo>
                  <a:lnTo>
                    <a:pt x="3819525" y="9525"/>
                  </a:lnTo>
                  <a:lnTo>
                    <a:pt x="3819525" y="381000"/>
                  </a:lnTo>
                  <a:lnTo>
                    <a:pt x="3814762" y="381000"/>
                  </a:lnTo>
                  <a:lnTo>
                    <a:pt x="3810000" y="385762"/>
                  </a:lnTo>
                  <a:close/>
                </a:path>
                <a:path w="3819525" h="390525">
                  <a:moveTo>
                    <a:pt x="3819525" y="9525"/>
                  </a:moveTo>
                  <a:lnTo>
                    <a:pt x="3814762" y="9525"/>
                  </a:lnTo>
                  <a:lnTo>
                    <a:pt x="3810000" y="4762"/>
                  </a:lnTo>
                  <a:lnTo>
                    <a:pt x="3819525" y="4762"/>
                  </a:lnTo>
                  <a:lnTo>
                    <a:pt x="3819525" y="9525"/>
                  </a:lnTo>
                  <a:close/>
                </a:path>
                <a:path w="3819525" h="390525">
                  <a:moveTo>
                    <a:pt x="9525" y="385762"/>
                  </a:moveTo>
                  <a:lnTo>
                    <a:pt x="4762" y="381000"/>
                  </a:lnTo>
                  <a:lnTo>
                    <a:pt x="9525" y="381000"/>
                  </a:lnTo>
                  <a:lnTo>
                    <a:pt x="9525" y="385762"/>
                  </a:lnTo>
                  <a:close/>
                </a:path>
                <a:path w="3819525" h="390525">
                  <a:moveTo>
                    <a:pt x="3810000" y="385762"/>
                  </a:moveTo>
                  <a:lnTo>
                    <a:pt x="9525" y="385762"/>
                  </a:lnTo>
                  <a:lnTo>
                    <a:pt x="9525" y="381000"/>
                  </a:lnTo>
                  <a:lnTo>
                    <a:pt x="3810000" y="381000"/>
                  </a:lnTo>
                  <a:lnTo>
                    <a:pt x="3810000" y="385762"/>
                  </a:lnTo>
                  <a:close/>
                </a:path>
                <a:path w="3819525" h="390525">
                  <a:moveTo>
                    <a:pt x="3819525" y="385762"/>
                  </a:moveTo>
                  <a:lnTo>
                    <a:pt x="3810000" y="385762"/>
                  </a:lnTo>
                  <a:lnTo>
                    <a:pt x="3814762" y="381000"/>
                  </a:lnTo>
                  <a:lnTo>
                    <a:pt x="3819525" y="381000"/>
                  </a:lnTo>
                  <a:lnTo>
                    <a:pt x="3819525" y="385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3" name="object 173"/>
          <p:cNvSpPr txBox="1"/>
          <p:nvPr/>
        </p:nvSpPr>
        <p:spPr>
          <a:xfrm>
            <a:off x="2667000" y="2590800"/>
            <a:ext cx="3810000" cy="381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85800">
              <a:lnSpc>
                <a:spcPts val="2765"/>
              </a:lnSpc>
            </a:pPr>
            <a:r>
              <a:rPr dirty="0" sz="2400">
                <a:latin typeface="UKIJ CJK"/>
                <a:cs typeface="UKIJ CJK"/>
              </a:rPr>
              <a:t>问题二：地址不同</a:t>
            </a:r>
            <a:endParaRPr sz="2400">
              <a:latin typeface="UKIJ CJK"/>
              <a:cs typeface="UKIJ CJK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236384"/>
            <a:ext cx="7807959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/>
              <a:t>解决：引入</a:t>
            </a:r>
            <a:r>
              <a:rPr dirty="0" sz="2800" spc="-10">
                <a:latin typeface="Times New Roman"/>
                <a:cs typeface="Times New Roman"/>
              </a:rPr>
              <a:t>I</a:t>
            </a:r>
            <a:r>
              <a:rPr dirty="0" sz="2800" spc="-5">
                <a:latin typeface="Times New Roman"/>
                <a:cs typeface="Times New Roman"/>
              </a:rPr>
              <a:t>P</a:t>
            </a:r>
            <a:r>
              <a:rPr dirty="0" sz="2800"/>
              <a:t>层，屏蔽不同物理网络技术的差别</a:t>
            </a:r>
            <a:r>
              <a:rPr dirty="0" sz="2800" spc="-5"/>
              <a:t>。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57237" y="1887537"/>
            <a:ext cx="1685925" cy="320675"/>
            <a:chOff x="757237" y="1887537"/>
            <a:chExt cx="1685925" cy="320675"/>
          </a:xfrm>
        </p:grpSpPr>
        <p:sp>
          <p:nvSpPr>
            <p:cNvPr id="4" name="object 4"/>
            <p:cNvSpPr/>
            <p:nvPr/>
          </p:nvSpPr>
          <p:spPr>
            <a:xfrm>
              <a:off x="762000" y="1892807"/>
              <a:ext cx="1676400" cy="311150"/>
            </a:xfrm>
            <a:custGeom>
              <a:avLst/>
              <a:gdLst/>
              <a:ahLst/>
              <a:cxnLst/>
              <a:rect l="l" t="t" r="r" b="b"/>
              <a:pathLst>
                <a:path w="1676400" h="311150">
                  <a:moveTo>
                    <a:pt x="1676400" y="310896"/>
                  </a:moveTo>
                  <a:lnTo>
                    <a:pt x="0" y="310896"/>
                  </a:lnTo>
                  <a:lnTo>
                    <a:pt x="0" y="0"/>
                  </a:lnTo>
                  <a:lnTo>
                    <a:pt x="1676400" y="0"/>
                  </a:lnTo>
                  <a:lnTo>
                    <a:pt x="1676400" y="310896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57237" y="1887537"/>
              <a:ext cx="1685925" cy="320675"/>
            </a:xfrm>
            <a:custGeom>
              <a:avLst/>
              <a:gdLst/>
              <a:ahLst/>
              <a:cxnLst/>
              <a:rect l="l" t="t" r="r" b="b"/>
              <a:pathLst>
                <a:path w="1685925" h="320675">
                  <a:moveTo>
                    <a:pt x="1685925" y="320675"/>
                  </a:moveTo>
                  <a:lnTo>
                    <a:pt x="0" y="320675"/>
                  </a:lnTo>
                  <a:lnTo>
                    <a:pt x="0" y="0"/>
                  </a:lnTo>
                  <a:lnTo>
                    <a:pt x="1685925" y="0"/>
                  </a:lnTo>
                  <a:lnTo>
                    <a:pt x="1685925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311150"/>
                  </a:lnTo>
                  <a:lnTo>
                    <a:pt x="4762" y="311150"/>
                  </a:lnTo>
                  <a:lnTo>
                    <a:pt x="9525" y="315912"/>
                  </a:lnTo>
                  <a:lnTo>
                    <a:pt x="1685925" y="315912"/>
                  </a:lnTo>
                  <a:lnTo>
                    <a:pt x="1685925" y="320675"/>
                  </a:lnTo>
                  <a:close/>
                </a:path>
                <a:path w="1685925" h="320675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1685925" h="320675">
                  <a:moveTo>
                    <a:pt x="1676400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1676400" y="4762"/>
                  </a:lnTo>
                  <a:lnTo>
                    <a:pt x="1676400" y="9525"/>
                  </a:lnTo>
                  <a:close/>
                </a:path>
                <a:path w="1685925" h="320675">
                  <a:moveTo>
                    <a:pt x="1676400" y="315912"/>
                  </a:moveTo>
                  <a:lnTo>
                    <a:pt x="1676400" y="4762"/>
                  </a:lnTo>
                  <a:lnTo>
                    <a:pt x="1681162" y="9525"/>
                  </a:lnTo>
                  <a:lnTo>
                    <a:pt x="1685925" y="9525"/>
                  </a:lnTo>
                  <a:lnTo>
                    <a:pt x="1685925" y="311150"/>
                  </a:lnTo>
                  <a:lnTo>
                    <a:pt x="1681162" y="311150"/>
                  </a:lnTo>
                  <a:lnTo>
                    <a:pt x="1676400" y="315912"/>
                  </a:lnTo>
                  <a:close/>
                </a:path>
                <a:path w="1685925" h="320675">
                  <a:moveTo>
                    <a:pt x="1685925" y="9525"/>
                  </a:moveTo>
                  <a:lnTo>
                    <a:pt x="1681162" y="9525"/>
                  </a:lnTo>
                  <a:lnTo>
                    <a:pt x="1676400" y="4762"/>
                  </a:lnTo>
                  <a:lnTo>
                    <a:pt x="1685925" y="4762"/>
                  </a:lnTo>
                  <a:lnTo>
                    <a:pt x="1685925" y="9525"/>
                  </a:lnTo>
                  <a:close/>
                </a:path>
                <a:path w="1685925" h="320675">
                  <a:moveTo>
                    <a:pt x="9525" y="315912"/>
                  </a:moveTo>
                  <a:lnTo>
                    <a:pt x="4762" y="311150"/>
                  </a:lnTo>
                  <a:lnTo>
                    <a:pt x="9525" y="311150"/>
                  </a:lnTo>
                  <a:lnTo>
                    <a:pt x="9525" y="315912"/>
                  </a:lnTo>
                  <a:close/>
                </a:path>
                <a:path w="1685925" h="320675">
                  <a:moveTo>
                    <a:pt x="1676400" y="315912"/>
                  </a:moveTo>
                  <a:lnTo>
                    <a:pt x="9525" y="315912"/>
                  </a:lnTo>
                  <a:lnTo>
                    <a:pt x="9525" y="311150"/>
                  </a:lnTo>
                  <a:lnTo>
                    <a:pt x="1676400" y="311150"/>
                  </a:lnTo>
                  <a:lnTo>
                    <a:pt x="1676400" y="315912"/>
                  </a:lnTo>
                  <a:close/>
                </a:path>
                <a:path w="1685925" h="320675">
                  <a:moveTo>
                    <a:pt x="1685925" y="315912"/>
                  </a:moveTo>
                  <a:lnTo>
                    <a:pt x="1676400" y="315912"/>
                  </a:lnTo>
                  <a:lnTo>
                    <a:pt x="1681162" y="311150"/>
                  </a:lnTo>
                  <a:lnTo>
                    <a:pt x="1685925" y="311150"/>
                  </a:lnTo>
                  <a:lnTo>
                    <a:pt x="1685925" y="3159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762000" y="1892807"/>
            <a:ext cx="1676400" cy="3111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457200">
              <a:lnSpc>
                <a:spcPts val="2275"/>
              </a:lnSpc>
            </a:pPr>
            <a:r>
              <a:rPr dirty="0" sz="2000">
                <a:latin typeface="UKIJ CJK"/>
                <a:cs typeface="UKIJ CJK"/>
              </a:rPr>
              <a:t>以太</a:t>
            </a:r>
            <a:r>
              <a:rPr dirty="0" sz="2000" spc="5">
                <a:latin typeface="UKIJ CJK"/>
                <a:cs typeface="UKIJ CJK"/>
              </a:rPr>
              <a:t>网</a:t>
            </a:r>
            <a:endParaRPr sz="2000">
              <a:latin typeface="UKIJ CJK"/>
              <a:cs typeface="UKIJ CJK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586037" y="1887537"/>
            <a:ext cx="1685925" cy="320675"/>
            <a:chOff x="2586037" y="1887537"/>
            <a:chExt cx="1685925" cy="320675"/>
          </a:xfrm>
        </p:grpSpPr>
        <p:sp>
          <p:nvSpPr>
            <p:cNvPr id="8" name="object 8"/>
            <p:cNvSpPr/>
            <p:nvPr/>
          </p:nvSpPr>
          <p:spPr>
            <a:xfrm>
              <a:off x="2590800" y="1892807"/>
              <a:ext cx="1676400" cy="311150"/>
            </a:xfrm>
            <a:custGeom>
              <a:avLst/>
              <a:gdLst/>
              <a:ahLst/>
              <a:cxnLst/>
              <a:rect l="l" t="t" r="r" b="b"/>
              <a:pathLst>
                <a:path w="1676400" h="311150">
                  <a:moveTo>
                    <a:pt x="1676400" y="310896"/>
                  </a:moveTo>
                  <a:lnTo>
                    <a:pt x="0" y="310896"/>
                  </a:lnTo>
                  <a:lnTo>
                    <a:pt x="0" y="0"/>
                  </a:lnTo>
                  <a:lnTo>
                    <a:pt x="1676400" y="0"/>
                  </a:lnTo>
                  <a:lnTo>
                    <a:pt x="1676400" y="310896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586037" y="1887537"/>
              <a:ext cx="1685925" cy="320675"/>
            </a:xfrm>
            <a:custGeom>
              <a:avLst/>
              <a:gdLst/>
              <a:ahLst/>
              <a:cxnLst/>
              <a:rect l="l" t="t" r="r" b="b"/>
              <a:pathLst>
                <a:path w="1685925" h="320675">
                  <a:moveTo>
                    <a:pt x="1685925" y="320675"/>
                  </a:moveTo>
                  <a:lnTo>
                    <a:pt x="0" y="320675"/>
                  </a:lnTo>
                  <a:lnTo>
                    <a:pt x="0" y="0"/>
                  </a:lnTo>
                  <a:lnTo>
                    <a:pt x="1685925" y="0"/>
                  </a:lnTo>
                  <a:lnTo>
                    <a:pt x="1685925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311150"/>
                  </a:lnTo>
                  <a:lnTo>
                    <a:pt x="4762" y="311150"/>
                  </a:lnTo>
                  <a:lnTo>
                    <a:pt x="9525" y="315912"/>
                  </a:lnTo>
                  <a:lnTo>
                    <a:pt x="1685925" y="315912"/>
                  </a:lnTo>
                  <a:lnTo>
                    <a:pt x="1685925" y="320675"/>
                  </a:lnTo>
                  <a:close/>
                </a:path>
                <a:path w="1685925" h="320675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1685925" h="320675">
                  <a:moveTo>
                    <a:pt x="1676400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1676400" y="4762"/>
                  </a:lnTo>
                  <a:lnTo>
                    <a:pt x="1676400" y="9525"/>
                  </a:lnTo>
                  <a:close/>
                </a:path>
                <a:path w="1685925" h="320675">
                  <a:moveTo>
                    <a:pt x="1676400" y="315912"/>
                  </a:moveTo>
                  <a:lnTo>
                    <a:pt x="1676400" y="4762"/>
                  </a:lnTo>
                  <a:lnTo>
                    <a:pt x="1681162" y="9525"/>
                  </a:lnTo>
                  <a:lnTo>
                    <a:pt x="1685925" y="9525"/>
                  </a:lnTo>
                  <a:lnTo>
                    <a:pt x="1685925" y="311150"/>
                  </a:lnTo>
                  <a:lnTo>
                    <a:pt x="1681162" y="311150"/>
                  </a:lnTo>
                  <a:lnTo>
                    <a:pt x="1676400" y="315912"/>
                  </a:lnTo>
                  <a:close/>
                </a:path>
                <a:path w="1685925" h="320675">
                  <a:moveTo>
                    <a:pt x="1685925" y="9525"/>
                  </a:moveTo>
                  <a:lnTo>
                    <a:pt x="1681162" y="9525"/>
                  </a:lnTo>
                  <a:lnTo>
                    <a:pt x="1676400" y="4762"/>
                  </a:lnTo>
                  <a:lnTo>
                    <a:pt x="1685925" y="4762"/>
                  </a:lnTo>
                  <a:lnTo>
                    <a:pt x="1685925" y="9525"/>
                  </a:lnTo>
                  <a:close/>
                </a:path>
                <a:path w="1685925" h="320675">
                  <a:moveTo>
                    <a:pt x="9525" y="315912"/>
                  </a:moveTo>
                  <a:lnTo>
                    <a:pt x="4762" y="311150"/>
                  </a:lnTo>
                  <a:lnTo>
                    <a:pt x="9525" y="311150"/>
                  </a:lnTo>
                  <a:lnTo>
                    <a:pt x="9525" y="315912"/>
                  </a:lnTo>
                  <a:close/>
                </a:path>
                <a:path w="1685925" h="320675">
                  <a:moveTo>
                    <a:pt x="1676400" y="315912"/>
                  </a:moveTo>
                  <a:lnTo>
                    <a:pt x="9525" y="315912"/>
                  </a:lnTo>
                  <a:lnTo>
                    <a:pt x="9525" y="311150"/>
                  </a:lnTo>
                  <a:lnTo>
                    <a:pt x="1676400" y="311150"/>
                  </a:lnTo>
                  <a:lnTo>
                    <a:pt x="1676400" y="315912"/>
                  </a:lnTo>
                  <a:close/>
                </a:path>
                <a:path w="1685925" h="320675">
                  <a:moveTo>
                    <a:pt x="1685925" y="315912"/>
                  </a:moveTo>
                  <a:lnTo>
                    <a:pt x="1676400" y="315912"/>
                  </a:lnTo>
                  <a:lnTo>
                    <a:pt x="1681162" y="311150"/>
                  </a:lnTo>
                  <a:lnTo>
                    <a:pt x="1685925" y="311150"/>
                  </a:lnTo>
                  <a:lnTo>
                    <a:pt x="1685925" y="3159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/>
          <p:nvPr/>
        </p:nvSpPr>
        <p:spPr>
          <a:xfrm>
            <a:off x="4414837" y="1887537"/>
            <a:ext cx="3514725" cy="320675"/>
          </a:xfrm>
          <a:custGeom>
            <a:avLst/>
            <a:gdLst/>
            <a:ahLst/>
            <a:cxnLst/>
            <a:rect l="l" t="t" r="r" b="b"/>
            <a:pathLst>
              <a:path w="3514725" h="320675">
                <a:moveTo>
                  <a:pt x="1685925" y="0"/>
                </a:moveTo>
                <a:lnTo>
                  <a:pt x="0" y="0"/>
                </a:lnTo>
                <a:lnTo>
                  <a:pt x="0" y="320675"/>
                </a:lnTo>
                <a:lnTo>
                  <a:pt x="1685925" y="320675"/>
                </a:lnTo>
                <a:lnTo>
                  <a:pt x="1685925" y="315912"/>
                </a:lnTo>
                <a:lnTo>
                  <a:pt x="1685925" y="311150"/>
                </a:lnTo>
                <a:lnTo>
                  <a:pt x="1685925" y="9525"/>
                </a:lnTo>
                <a:lnTo>
                  <a:pt x="1685925" y="4762"/>
                </a:lnTo>
                <a:lnTo>
                  <a:pt x="1685925" y="0"/>
                </a:lnTo>
                <a:close/>
              </a:path>
              <a:path w="3514725" h="320675">
                <a:moveTo>
                  <a:pt x="3514725" y="0"/>
                </a:moveTo>
                <a:lnTo>
                  <a:pt x="1828800" y="0"/>
                </a:lnTo>
                <a:lnTo>
                  <a:pt x="1828800" y="320675"/>
                </a:lnTo>
                <a:lnTo>
                  <a:pt x="3514725" y="320675"/>
                </a:lnTo>
                <a:lnTo>
                  <a:pt x="3514725" y="315912"/>
                </a:lnTo>
                <a:lnTo>
                  <a:pt x="3514725" y="311150"/>
                </a:lnTo>
                <a:lnTo>
                  <a:pt x="3514725" y="9525"/>
                </a:lnTo>
                <a:lnTo>
                  <a:pt x="3514725" y="4762"/>
                </a:lnTo>
                <a:lnTo>
                  <a:pt x="35147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590800" y="1863724"/>
            <a:ext cx="4890135" cy="3403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30200">
              <a:lnSpc>
                <a:spcPct val="100000"/>
              </a:lnSpc>
              <a:spcBef>
                <a:spcPts val="105"/>
              </a:spcBef>
              <a:tabLst>
                <a:tab pos="2158365" algn="l"/>
                <a:tab pos="4114165" algn="l"/>
              </a:tabLst>
            </a:pPr>
            <a:r>
              <a:rPr dirty="0" sz="2000">
                <a:solidFill>
                  <a:srgbClr val="FFFFFF"/>
                </a:solidFill>
                <a:latin typeface="UKIJ CJK"/>
                <a:cs typeface="UKIJ CJK"/>
              </a:rPr>
              <a:t>令牌环</a:t>
            </a:r>
            <a:r>
              <a:rPr dirty="0" sz="2000" spc="5">
                <a:solidFill>
                  <a:srgbClr val="FFFFFF"/>
                </a:solidFill>
                <a:latin typeface="UKIJ CJK"/>
                <a:cs typeface="UKIJ CJK"/>
              </a:rPr>
              <a:t>网</a:t>
            </a:r>
            <a:r>
              <a:rPr dirty="0" sz="2000">
                <a:solidFill>
                  <a:srgbClr val="FFFFFF"/>
                </a:solidFill>
                <a:latin typeface="UKIJ CJK"/>
                <a:cs typeface="UKIJ CJK"/>
              </a:rPr>
              <a:t>	</a:t>
            </a:r>
            <a:r>
              <a:rPr dirty="0" sz="2000">
                <a:solidFill>
                  <a:srgbClr val="FFFFFF"/>
                </a:solidFill>
                <a:latin typeface="UKIJ CJK"/>
                <a:cs typeface="UKIJ CJK"/>
              </a:rPr>
              <a:t>拨号线</a:t>
            </a:r>
            <a:r>
              <a:rPr dirty="0" sz="2000" spc="5">
                <a:solidFill>
                  <a:srgbClr val="FFFFFF"/>
                </a:solidFill>
                <a:latin typeface="UKIJ CJK"/>
                <a:cs typeface="UKIJ CJK"/>
              </a:rPr>
              <a:t>路</a:t>
            </a:r>
            <a:r>
              <a:rPr dirty="0" sz="2000">
                <a:solidFill>
                  <a:srgbClr val="FFFFFF"/>
                </a:solidFill>
                <a:latin typeface="UKIJ CJK"/>
                <a:cs typeface="UKIJ CJK"/>
              </a:rPr>
              <a:t>	</a:t>
            </a:r>
            <a:r>
              <a:rPr dirty="0" sz="2000">
                <a:solidFill>
                  <a:srgbClr val="FFFFFF"/>
                </a:solidFill>
                <a:latin typeface="UKIJ CJK"/>
                <a:cs typeface="UKIJ CJK"/>
              </a:rPr>
              <a:t>帧中</a:t>
            </a:r>
            <a:r>
              <a:rPr dirty="0" sz="2000" spc="5">
                <a:solidFill>
                  <a:srgbClr val="FFFFFF"/>
                </a:solidFill>
                <a:latin typeface="UKIJ CJK"/>
                <a:cs typeface="UKIJ CJK"/>
              </a:rPr>
              <a:t>继</a:t>
            </a:r>
            <a:endParaRPr sz="2000">
              <a:latin typeface="UKIJ CJK"/>
              <a:cs typeface="UKIJ CJK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57237" y="1420812"/>
            <a:ext cx="7324725" cy="320675"/>
            <a:chOff x="757237" y="1420812"/>
            <a:chExt cx="7324725" cy="320675"/>
          </a:xfrm>
        </p:grpSpPr>
        <p:sp>
          <p:nvSpPr>
            <p:cNvPr id="13" name="object 13"/>
            <p:cNvSpPr/>
            <p:nvPr/>
          </p:nvSpPr>
          <p:spPr>
            <a:xfrm>
              <a:off x="762000" y="1424939"/>
              <a:ext cx="7315200" cy="312420"/>
            </a:xfrm>
            <a:custGeom>
              <a:avLst/>
              <a:gdLst/>
              <a:ahLst/>
              <a:cxnLst/>
              <a:rect l="l" t="t" r="r" b="b"/>
              <a:pathLst>
                <a:path w="7315200" h="312419">
                  <a:moveTo>
                    <a:pt x="7315200" y="312420"/>
                  </a:moveTo>
                  <a:lnTo>
                    <a:pt x="0" y="312420"/>
                  </a:lnTo>
                  <a:lnTo>
                    <a:pt x="0" y="0"/>
                  </a:lnTo>
                  <a:lnTo>
                    <a:pt x="7315200" y="0"/>
                  </a:lnTo>
                  <a:lnTo>
                    <a:pt x="7315200" y="31242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757237" y="1420812"/>
              <a:ext cx="7324725" cy="320675"/>
            </a:xfrm>
            <a:custGeom>
              <a:avLst/>
              <a:gdLst/>
              <a:ahLst/>
              <a:cxnLst/>
              <a:rect l="l" t="t" r="r" b="b"/>
              <a:pathLst>
                <a:path w="7324725" h="320675">
                  <a:moveTo>
                    <a:pt x="7324725" y="320675"/>
                  </a:moveTo>
                  <a:lnTo>
                    <a:pt x="0" y="320675"/>
                  </a:lnTo>
                  <a:lnTo>
                    <a:pt x="0" y="0"/>
                  </a:lnTo>
                  <a:lnTo>
                    <a:pt x="7324725" y="0"/>
                  </a:lnTo>
                  <a:lnTo>
                    <a:pt x="7324725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311150"/>
                  </a:lnTo>
                  <a:lnTo>
                    <a:pt x="4762" y="311150"/>
                  </a:lnTo>
                  <a:lnTo>
                    <a:pt x="9525" y="315912"/>
                  </a:lnTo>
                  <a:lnTo>
                    <a:pt x="7324725" y="315912"/>
                  </a:lnTo>
                  <a:lnTo>
                    <a:pt x="7324725" y="320675"/>
                  </a:lnTo>
                  <a:close/>
                </a:path>
                <a:path w="7324725" h="320675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7324725" h="320675">
                  <a:moveTo>
                    <a:pt x="7315200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7315200" y="4762"/>
                  </a:lnTo>
                  <a:lnTo>
                    <a:pt x="7315200" y="9525"/>
                  </a:lnTo>
                  <a:close/>
                </a:path>
                <a:path w="7324725" h="320675">
                  <a:moveTo>
                    <a:pt x="7315200" y="315912"/>
                  </a:moveTo>
                  <a:lnTo>
                    <a:pt x="7315200" y="4762"/>
                  </a:lnTo>
                  <a:lnTo>
                    <a:pt x="7319962" y="9525"/>
                  </a:lnTo>
                  <a:lnTo>
                    <a:pt x="7324725" y="9525"/>
                  </a:lnTo>
                  <a:lnTo>
                    <a:pt x="7324725" y="311150"/>
                  </a:lnTo>
                  <a:lnTo>
                    <a:pt x="7319962" y="311150"/>
                  </a:lnTo>
                  <a:lnTo>
                    <a:pt x="7315200" y="315912"/>
                  </a:lnTo>
                  <a:close/>
                </a:path>
                <a:path w="7324725" h="320675">
                  <a:moveTo>
                    <a:pt x="7324725" y="9525"/>
                  </a:moveTo>
                  <a:lnTo>
                    <a:pt x="7319962" y="9525"/>
                  </a:lnTo>
                  <a:lnTo>
                    <a:pt x="7315200" y="4762"/>
                  </a:lnTo>
                  <a:lnTo>
                    <a:pt x="7324725" y="4762"/>
                  </a:lnTo>
                  <a:lnTo>
                    <a:pt x="7324725" y="9525"/>
                  </a:lnTo>
                  <a:close/>
                </a:path>
                <a:path w="7324725" h="320675">
                  <a:moveTo>
                    <a:pt x="9525" y="315912"/>
                  </a:moveTo>
                  <a:lnTo>
                    <a:pt x="4762" y="311150"/>
                  </a:lnTo>
                  <a:lnTo>
                    <a:pt x="9525" y="311150"/>
                  </a:lnTo>
                  <a:lnTo>
                    <a:pt x="9525" y="315912"/>
                  </a:lnTo>
                  <a:close/>
                </a:path>
                <a:path w="7324725" h="320675">
                  <a:moveTo>
                    <a:pt x="7315200" y="315912"/>
                  </a:moveTo>
                  <a:lnTo>
                    <a:pt x="9525" y="315912"/>
                  </a:lnTo>
                  <a:lnTo>
                    <a:pt x="9525" y="311150"/>
                  </a:lnTo>
                  <a:lnTo>
                    <a:pt x="7315200" y="311150"/>
                  </a:lnTo>
                  <a:lnTo>
                    <a:pt x="7315200" y="315912"/>
                  </a:lnTo>
                  <a:close/>
                </a:path>
                <a:path w="7324725" h="320675">
                  <a:moveTo>
                    <a:pt x="7324725" y="315912"/>
                  </a:moveTo>
                  <a:lnTo>
                    <a:pt x="7315200" y="315912"/>
                  </a:lnTo>
                  <a:lnTo>
                    <a:pt x="7319962" y="311150"/>
                  </a:lnTo>
                  <a:lnTo>
                    <a:pt x="7324725" y="311150"/>
                  </a:lnTo>
                  <a:lnTo>
                    <a:pt x="7324725" y="3159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762000" y="1424939"/>
            <a:ext cx="7315200" cy="312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2285"/>
              </a:lnSpc>
            </a:pPr>
            <a:r>
              <a:rPr dirty="0" sz="2000" spc="-10">
                <a:latin typeface="Times New Roman"/>
                <a:cs typeface="Times New Roman"/>
              </a:rPr>
              <a:t>IP</a:t>
            </a:r>
            <a:r>
              <a:rPr dirty="0" sz="2000">
                <a:latin typeface="UKIJ CJK"/>
                <a:cs typeface="UKIJ CJK"/>
              </a:rPr>
              <a:t>层</a:t>
            </a:r>
            <a:r>
              <a:rPr dirty="0" sz="2000" spc="-5">
                <a:latin typeface="UKIJ CJK"/>
                <a:cs typeface="UKIJ CJK"/>
              </a:rPr>
              <a:t>（</a:t>
            </a:r>
            <a:r>
              <a:rPr dirty="0" sz="2000" spc="-5">
                <a:latin typeface="Times New Roman"/>
                <a:cs typeface="Times New Roman"/>
              </a:rPr>
              <a:t>IP</a:t>
            </a:r>
            <a:r>
              <a:rPr dirty="0" sz="2000">
                <a:latin typeface="UKIJ CJK"/>
                <a:cs typeface="UKIJ CJK"/>
              </a:rPr>
              <a:t>地址</a:t>
            </a:r>
            <a:r>
              <a:rPr dirty="0" sz="2000" spc="-5">
                <a:latin typeface="UKIJ CJK"/>
                <a:cs typeface="UKIJ CJK"/>
              </a:rPr>
              <a:t>，</a:t>
            </a:r>
            <a:r>
              <a:rPr dirty="0" sz="2000" spc="-5">
                <a:latin typeface="Times New Roman"/>
                <a:cs typeface="Times New Roman"/>
              </a:rPr>
              <a:t>IP</a:t>
            </a:r>
            <a:r>
              <a:rPr dirty="0" sz="2000">
                <a:latin typeface="UKIJ CJK"/>
                <a:cs typeface="UKIJ CJK"/>
              </a:rPr>
              <a:t>报文格式确定</a:t>
            </a:r>
            <a:r>
              <a:rPr dirty="0" sz="2000" spc="5">
                <a:latin typeface="UKIJ CJK"/>
                <a:cs typeface="UKIJ CJK"/>
              </a:rPr>
              <a:t>）</a:t>
            </a:r>
            <a:endParaRPr sz="2000">
              <a:latin typeface="UKIJ CJK"/>
              <a:cs typeface="UKIJ CJK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57237" y="903287"/>
            <a:ext cx="1685925" cy="320675"/>
            <a:chOff x="757237" y="903287"/>
            <a:chExt cx="1685925" cy="320675"/>
          </a:xfrm>
        </p:grpSpPr>
        <p:sp>
          <p:nvSpPr>
            <p:cNvPr id="17" name="object 17"/>
            <p:cNvSpPr/>
            <p:nvPr/>
          </p:nvSpPr>
          <p:spPr>
            <a:xfrm>
              <a:off x="762000" y="908304"/>
              <a:ext cx="1676400" cy="311150"/>
            </a:xfrm>
            <a:custGeom>
              <a:avLst/>
              <a:gdLst/>
              <a:ahLst/>
              <a:cxnLst/>
              <a:rect l="l" t="t" r="r" b="b"/>
              <a:pathLst>
                <a:path w="1676400" h="311150">
                  <a:moveTo>
                    <a:pt x="1676400" y="310896"/>
                  </a:moveTo>
                  <a:lnTo>
                    <a:pt x="0" y="310896"/>
                  </a:lnTo>
                  <a:lnTo>
                    <a:pt x="0" y="0"/>
                  </a:lnTo>
                  <a:lnTo>
                    <a:pt x="1676400" y="0"/>
                  </a:lnTo>
                  <a:lnTo>
                    <a:pt x="1676400" y="310896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757237" y="903287"/>
              <a:ext cx="1685925" cy="320675"/>
            </a:xfrm>
            <a:custGeom>
              <a:avLst/>
              <a:gdLst/>
              <a:ahLst/>
              <a:cxnLst/>
              <a:rect l="l" t="t" r="r" b="b"/>
              <a:pathLst>
                <a:path w="1685925" h="320675">
                  <a:moveTo>
                    <a:pt x="1685925" y="320675"/>
                  </a:moveTo>
                  <a:lnTo>
                    <a:pt x="0" y="320675"/>
                  </a:lnTo>
                  <a:lnTo>
                    <a:pt x="0" y="0"/>
                  </a:lnTo>
                  <a:lnTo>
                    <a:pt x="1685925" y="0"/>
                  </a:lnTo>
                  <a:lnTo>
                    <a:pt x="1685925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311150"/>
                  </a:lnTo>
                  <a:lnTo>
                    <a:pt x="4762" y="311150"/>
                  </a:lnTo>
                  <a:lnTo>
                    <a:pt x="9525" y="315912"/>
                  </a:lnTo>
                  <a:lnTo>
                    <a:pt x="1685925" y="315912"/>
                  </a:lnTo>
                  <a:lnTo>
                    <a:pt x="1685925" y="320675"/>
                  </a:lnTo>
                  <a:close/>
                </a:path>
                <a:path w="1685925" h="320675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1685925" h="320675">
                  <a:moveTo>
                    <a:pt x="1676400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1676400" y="4762"/>
                  </a:lnTo>
                  <a:lnTo>
                    <a:pt x="1676400" y="9525"/>
                  </a:lnTo>
                  <a:close/>
                </a:path>
                <a:path w="1685925" h="320675">
                  <a:moveTo>
                    <a:pt x="1676400" y="315912"/>
                  </a:moveTo>
                  <a:lnTo>
                    <a:pt x="1676400" y="4762"/>
                  </a:lnTo>
                  <a:lnTo>
                    <a:pt x="1681162" y="9525"/>
                  </a:lnTo>
                  <a:lnTo>
                    <a:pt x="1685925" y="9525"/>
                  </a:lnTo>
                  <a:lnTo>
                    <a:pt x="1685925" y="311150"/>
                  </a:lnTo>
                  <a:lnTo>
                    <a:pt x="1681162" y="311150"/>
                  </a:lnTo>
                  <a:lnTo>
                    <a:pt x="1676400" y="315912"/>
                  </a:lnTo>
                  <a:close/>
                </a:path>
                <a:path w="1685925" h="320675">
                  <a:moveTo>
                    <a:pt x="1685925" y="9525"/>
                  </a:moveTo>
                  <a:lnTo>
                    <a:pt x="1681162" y="9525"/>
                  </a:lnTo>
                  <a:lnTo>
                    <a:pt x="1676400" y="4762"/>
                  </a:lnTo>
                  <a:lnTo>
                    <a:pt x="1685925" y="4762"/>
                  </a:lnTo>
                  <a:lnTo>
                    <a:pt x="1685925" y="9525"/>
                  </a:lnTo>
                  <a:close/>
                </a:path>
                <a:path w="1685925" h="320675">
                  <a:moveTo>
                    <a:pt x="9525" y="315912"/>
                  </a:moveTo>
                  <a:lnTo>
                    <a:pt x="4762" y="311150"/>
                  </a:lnTo>
                  <a:lnTo>
                    <a:pt x="9525" y="311150"/>
                  </a:lnTo>
                  <a:lnTo>
                    <a:pt x="9525" y="315912"/>
                  </a:lnTo>
                  <a:close/>
                </a:path>
                <a:path w="1685925" h="320675">
                  <a:moveTo>
                    <a:pt x="1676400" y="315912"/>
                  </a:moveTo>
                  <a:lnTo>
                    <a:pt x="9525" y="315912"/>
                  </a:lnTo>
                  <a:lnTo>
                    <a:pt x="9525" y="311150"/>
                  </a:lnTo>
                  <a:lnTo>
                    <a:pt x="1676400" y="311150"/>
                  </a:lnTo>
                  <a:lnTo>
                    <a:pt x="1676400" y="315912"/>
                  </a:lnTo>
                  <a:close/>
                </a:path>
                <a:path w="1685925" h="320675">
                  <a:moveTo>
                    <a:pt x="1685925" y="315912"/>
                  </a:moveTo>
                  <a:lnTo>
                    <a:pt x="1676400" y="315912"/>
                  </a:lnTo>
                  <a:lnTo>
                    <a:pt x="1681162" y="311150"/>
                  </a:lnTo>
                  <a:lnTo>
                    <a:pt x="1685925" y="311150"/>
                  </a:lnTo>
                  <a:lnTo>
                    <a:pt x="1685925" y="3159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762000" y="908303"/>
            <a:ext cx="1676400" cy="3111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520700">
              <a:lnSpc>
                <a:spcPts val="2280"/>
              </a:lnSpc>
            </a:pPr>
            <a:r>
              <a:rPr dirty="0" sz="2000">
                <a:latin typeface="UKIJ CJK"/>
                <a:cs typeface="UKIJ CJK"/>
              </a:rPr>
              <a:t>应用</a:t>
            </a:r>
            <a:r>
              <a:rPr dirty="0" sz="200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586037" y="903287"/>
            <a:ext cx="1685925" cy="320675"/>
            <a:chOff x="2586037" y="903287"/>
            <a:chExt cx="1685925" cy="320675"/>
          </a:xfrm>
        </p:grpSpPr>
        <p:sp>
          <p:nvSpPr>
            <p:cNvPr id="21" name="object 21"/>
            <p:cNvSpPr/>
            <p:nvPr/>
          </p:nvSpPr>
          <p:spPr>
            <a:xfrm>
              <a:off x="2590800" y="908304"/>
              <a:ext cx="1676400" cy="311150"/>
            </a:xfrm>
            <a:custGeom>
              <a:avLst/>
              <a:gdLst/>
              <a:ahLst/>
              <a:cxnLst/>
              <a:rect l="l" t="t" r="r" b="b"/>
              <a:pathLst>
                <a:path w="1676400" h="311150">
                  <a:moveTo>
                    <a:pt x="1676400" y="310896"/>
                  </a:moveTo>
                  <a:lnTo>
                    <a:pt x="0" y="310896"/>
                  </a:lnTo>
                  <a:lnTo>
                    <a:pt x="0" y="0"/>
                  </a:lnTo>
                  <a:lnTo>
                    <a:pt x="1676400" y="0"/>
                  </a:lnTo>
                  <a:lnTo>
                    <a:pt x="1676400" y="310896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586037" y="903287"/>
              <a:ext cx="1685925" cy="320675"/>
            </a:xfrm>
            <a:custGeom>
              <a:avLst/>
              <a:gdLst/>
              <a:ahLst/>
              <a:cxnLst/>
              <a:rect l="l" t="t" r="r" b="b"/>
              <a:pathLst>
                <a:path w="1685925" h="320675">
                  <a:moveTo>
                    <a:pt x="1685925" y="320675"/>
                  </a:moveTo>
                  <a:lnTo>
                    <a:pt x="0" y="320675"/>
                  </a:lnTo>
                  <a:lnTo>
                    <a:pt x="0" y="0"/>
                  </a:lnTo>
                  <a:lnTo>
                    <a:pt x="1685925" y="0"/>
                  </a:lnTo>
                  <a:lnTo>
                    <a:pt x="1685925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311150"/>
                  </a:lnTo>
                  <a:lnTo>
                    <a:pt x="4762" y="311150"/>
                  </a:lnTo>
                  <a:lnTo>
                    <a:pt x="9525" y="315912"/>
                  </a:lnTo>
                  <a:lnTo>
                    <a:pt x="1685925" y="315912"/>
                  </a:lnTo>
                  <a:lnTo>
                    <a:pt x="1685925" y="320675"/>
                  </a:lnTo>
                  <a:close/>
                </a:path>
                <a:path w="1685925" h="320675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1685925" h="320675">
                  <a:moveTo>
                    <a:pt x="1676400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1676400" y="4762"/>
                  </a:lnTo>
                  <a:lnTo>
                    <a:pt x="1676400" y="9525"/>
                  </a:lnTo>
                  <a:close/>
                </a:path>
                <a:path w="1685925" h="320675">
                  <a:moveTo>
                    <a:pt x="1676400" y="315912"/>
                  </a:moveTo>
                  <a:lnTo>
                    <a:pt x="1676400" y="4762"/>
                  </a:lnTo>
                  <a:lnTo>
                    <a:pt x="1681162" y="9525"/>
                  </a:lnTo>
                  <a:lnTo>
                    <a:pt x="1685925" y="9525"/>
                  </a:lnTo>
                  <a:lnTo>
                    <a:pt x="1685925" y="311150"/>
                  </a:lnTo>
                  <a:lnTo>
                    <a:pt x="1681162" y="311150"/>
                  </a:lnTo>
                  <a:lnTo>
                    <a:pt x="1676400" y="315912"/>
                  </a:lnTo>
                  <a:close/>
                </a:path>
                <a:path w="1685925" h="320675">
                  <a:moveTo>
                    <a:pt x="1685925" y="9525"/>
                  </a:moveTo>
                  <a:lnTo>
                    <a:pt x="1681162" y="9525"/>
                  </a:lnTo>
                  <a:lnTo>
                    <a:pt x="1676400" y="4762"/>
                  </a:lnTo>
                  <a:lnTo>
                    <a:pt x="1685925" y="4762"/>
                  </a:lnTo>
                  <a:lnTo>
                    <a:pt x="1685925" y="9525"/>
                  </a:lnTo>
                  <a:close/>
                </a:path>
                <a:path w="1685925" h="320675">
                  <a:moveTo>
                    <a:pt x="9525" y="315912"/>
                  </a:moveTo>
                  <a:lnTo>
                    <a:pt x="4762" y="311150"/>
                  </a:lnTo>
                  <a:lnTo>
                    <a:pt x="9525" y="311150"/>
                  </a:lnTo>
                  <a:lnTo>
                    <a:pt x="9525" y="315912"/>
                  </a:lnTo>
                  <a:close/>
                </a:path>
                <a:path w="1685925" h="320675">
                  <a:moveTo>
                    <a:pt x="1676400" y="315912"/>
                  </a:moveTo>
                  <a:lnTo>
                    <a:pt x="9525" y="315912"/>
                  </a:lnTo>
                  <a:lnTo>
                    <a:pt x="9525" y="311150"/>
                  </a:lnTo>
                  <a:lnTo>
                    <a:pt x="1676400" y="311150"/>
                  </a:lnTo>
                  <a:lnTo>
                    <a:pt x="1676400" y="315912"/>
                  </a:lnTo>
                  <a:close/>
                </a:path>
                <a:path w="1685925" h="320675">
                  <a:moveTo>
                    <a:pt x="1685925" y="315912"/>
                  </a:moveTo>
                  <a:lnTo>
                    <a:pt x="1676400" y="315912"/>
                  </a:lnTo>
                  <a:lnTo>
                    <a:pt x="1681162" y="311150"/>
                  </a:lnTo>
                  <a:lnTo>
                    <a:pt x="1685925" y="311150"/>
                  </a:lnTo>
                  <a:lnTo>
                    <a:pt x="1685925" y="3159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2590800" y="908303"/>
            <a:ext cx="1676400" cy="3111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520700">
              <a:lnSpc>
                <a:spcPts val="2280"/>
              </a:lnSpc>
            </a:pPr>
            <a:r>
              <a:rPr dirty="0" sz="2000">
                <a:solidFill>
                  <a:srgbClr val="FFFFFF"/>
                </a:solidFill>
                <a:latin typeface="UKIJ CJK"/>
                <a:cs typeface="UKIJ CJK"/>
              </a:rPr>
              <a:t>应用</a:t>
            </a: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319837" y="903287"/>
            <a:ext cx="1685925" cy="320675"/>
          </a:xfrm>
          <a:custGeom>
            <a:avLst/>
            <a:gdLst/>
            <a:ahLst/>
            <a:cxnLst/>
            <a:rect l="l" t="t" r="r" b="b"/>
            <a:pathLst>
              <a:path w="1685925" h="320675">
                <a:moveTo>
                  <a:pt x="1685925" y="0"/>
                </a:moveTo>
                <a:lnTo>
                  <a:pt x="0" y="0"/>
                </a:lnTo>
                <a:lnTo>
                  <a:pt x="0" y="320675"/>
                </a:lnTo>
                <a:lnTo>
                  <a:pt x="1685925" y="320675"/>
                </a:lnTo>
                <a:lnTo>
                  <a:pt x="1685925" y="315912"/>
                </a:lnTo>
                <a:lnTo>
                  <a:pt x="1685925" y="311150"/>
                </a:lnTo>
                <a:lnTo>
                  <a:pt x="1685925" y="9525"/>
                </a:lnTo>
                <a:lnTo>
                  <a:pt x="1685925" y="4762"/>
                </a:lnTo>
                <a:lnTo>
                  <a:pt x="16859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6324600" y="908303"/>
            <a:ext cx="1676400" cy="3111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520700">
              <a:lnSpc>
                <a:spcPts val="2280"/>
              </a:lnSpc>
            </a:pPr>
            <a:r>
              <a:rPr dirty="0" sz="2000">
                <a:solidFill>
                  <a:srgbClr val="FFFFFF"/>
                </a:solidFill>
                <a:latin typeface="UKIJ CJK"/>
                <a:cs typeface="UKIJ CJK"/>
              </a:rPr>
              <a:t>应用</a:t>
            </a: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414837" y="903287"/>
            <a:ext cx="1685925" cy="320675"/>
          </a:xfrm>
          <a:custGeom>
            <a:avLst/>
            <a:gdLst/>
            <a:ahLst/>
            <a:cxnLst/>
            <a:rect l="l" t="t" r="r" b="b"/>
            <a:pathLst>
              <a:path w="1685925" h="320675">
                <a:moveTo>
                  <a:pt x="1685925" y="0"/>
                </a:moveTo>
                <a:lnTo>
                  <a:pt x="0" y="0"/>
                </a:lnTo>
                <a:lnTo>
                  <a:pt x="0" y="320675"/>
                </a:lnTo>
                <a:lnTo>
                  <a:pt x="1685925" y="320675"/>
                </a:lnTo>
                <a:lnTo>
                  <a:pt x="1685925" y="315912"/>
                </a:lnTo>
                <a:lnTo>
                  <a:pt x="1685925" y="311150"/>
                </a:lnTo>
                <a:lnTo>
                  <a:pt x="1685925" y="9525"/>
                </a:lnTo>
                <a:lnTo>
                  <a:pt x="1685925" y="4762"/>
                </a:lnTo>
                <a:lnTo>
                  <a:pt x="16859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4419600" y="908303"/>
            <a:ext cx="1676400" cy="3111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L="635">
              <a:lnSpc>
                <a:spcPts val="2310"/>
              </a:lnSpc>
            </a:pPr>
            <a:r>
              <a:rPr dirty="0" sz="2000" spc="5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09987" y="2605798"/>
            <a:ext cx="408940" cy="433070"/>
            <a:chOff x="409987" y="2605798"/>
            <a:chExt cx="408940" cy="433070"/>
          </a:xfrm>
        </p:grpSpPr>
        <p:sp>
          <p:nvSpPr>
            <p:cNvPr id="29" name="object 29"/>
            <p:cNvSpPr/>
            <p:nvPr/>
          </p:nvSpPr>
          <p:spPr>
            <a:xfrm>
              <a:off x="471093" y="2869742"/>
              <a:ext cx="345440" cy="43815"/>
            </a:xfrm>
            <a:custGeom>
              <a:avLst/>
              <a:gdLst/>
              <a:ahLst/>
              <a:cxnLst/>
              <a:rect l="l" t="t" r="r" b="b"/>
              <a:pathLst>
                <a:path w="345440" h="43814">
                  <a:moveTo>
                    <a:pt x="304139" y="43561"/>
                  </a:moveTo>
                  <a:lnTo>
                    <a:pt x="0" y="43561"/>
                  </a:lnTo>
                  <a:lnTo>
                    <a:pt x="40716" y="0"/>
                  </a:lnTo>
                  <a:lnTo>
                    <a:pt x="344843" y="0"/>
                  </a:lnTo>
                  <a:lnTo>
                    <a:pt x="304139" y="43561"/>
                  </a:lnTo>
                  <a:close/>
                </a:path>
              </a:pathLst>
            </a:custGeom>
            <a:solidFill>
              <a:srgbClr val="C8C8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72287" y="2871012"/>
              <a:ext cx="345440" cy="43815"/>
            </a:xfrm>
            <a:custGeom>
              <a:avLst/>
              <a:gdLst/>
              <a:ahLst/>
              <a:cxnLst/>
              <a:rect l="l" t="t" r="r" b="b"/>
              <a:pathLst>
                <a:path w="345440" h="43814">
                  <a:moveTo>
                    <a:pt x="304139" y="43573"/>
                  </a:moveTo>
                  <a:lnTo>
                    <a:pt x="0" y="43573"/>
                  </a:lnTo>
                  <a:lnTo>
                    <a:pt x="40716" y="0"/>
                  </a:lnTo>
                  <a:lnTo>
                    <a:pt x="344843" y="0"/>
                  </a:lnTo>
                  <a:lnTo>
                    <a:pt x="304139" y="43573"/>
                  </a:lnTo>
                  <a:close/>
                </a:path>
              </a:pathLst>
            </a:custGeom>
            <a:solidFill>
              <a:srgbClr val="C8C8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72287" y="2871012"/>
              <a:ext cx="345440" cy="43815"/>
            </a:xfrm>
            <a:custGeom>
              <a:avLst/>
              <a:gdLst/>
              <a:ahLst/>
              <a:cxnLst/>
              <a:rect l="l" t="t" r="r" b="b"/>
              <a:pathLst>
                <a:path w="345440" h="43814">
                  <a:moveTo>
                    <a:pt x="0" y="43573"/>
                  </a:moveTo>
                  <a:lnTo>
                    <a:pt x="40716" y="0"/>
                  </a:lnTo>
                  <a:lnTo>
                    <a:pt x="344843" y="0"/>
                  </a:lnTo>
                  <a:lnTo>
                    <a:pt x="304139" y="43573"/>
                  </a:lnTo>
                  <a:lnTo>
                    <a:pt x="0" y="43573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471093" y="2913303"/>
              <a:ext cx="305435" cy="61594"/>
            </a:xfrm>
            <a:custGeom>
              <a:avLst/>
              <a:gdLst/>
              <a:ahLst/>
              <a:cxnLst/>
              <a:rect l="l" t="t" r="r" b="b"/>
              <a:pathLst>
                <a:path w="305434" h="61594">
                  <a:moveTo>
                    <a:pt x="305333" y="1282"/>
                  </a:moveTo>
                  <a:lnTo>
                    <a:pt x="304139" y="1282"/>
                  </a:lnTo>
                  <a:lnTo>
                    <a:pt x="304139" y="0"/>
                  </a:lnTo>
                  <a:lnTo>
                    <a:pt x="0" y="0"/>
                  </a:lnTo>
                  <a:lnTo>
                    <a:pt x="0" y="60223"/>
                  </a:lnTo>
                  <a:lnTo>
                    <a:pt x="1193" y="60223"/>
                  </a:lnTo>
                  <a:lnTo>
                    <a:pt x="1193" y="61506"/>
                  </a:lnTo>
                  <a:lnTo>
                    <a:pt x="305333" y="61506"/>
                  </a:lnTo>
                  <a:lnTo>
                    <a:pt x="305333" y="1282"/>
                  </a:lnTo>
                  <a:close/>
                </a:path>
              </a:pathLst>
            </a:custGeom>
            <a:solidFill>
              <a:srgbClr val="B7B7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472287" y="2914586"/>
              <a:ext cx="304165" cy="60325"/>
            </a:xfrm>
            <a:custGeom>
              <a:avLst/>
              <a:gdLst/>
              <a:ahLst/>
              <a:cxnLst/>
              <a:rect l="l" t="t" r="r" b="b"/>
              <a:pathLst>
                <a:path w="304165" h="60325">
                  <a:moveTo>
                    <a:pt x="0" y="0"/>
                  </a:moveTo>
                  <a:lnTo>
                    <a:pt x="304139" y="0"/>
                  </a:lnTo>
                  <a:lnTo>
                    <a:pt x="304139" y="60223"/>
                  </a:lnTo>
                  <a:lnTo>
                    <a:pt x="0" y="60223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775233" y="2869742"/>
              <a:ext cx="41910" cy="104775"/>
            </a:xfrm>
            <a:custGeom>
              <a:avLst/>
              <a:gdLst/>
              <a:ahLst/>
              <a:cxnLst/>
              <a:rect l="l" t="t" r="r" b="b"/>
              <a:pathLst>
                <a:path w="41909" h="104775">
                  <a:moveTo>
                    <a:pt x="41884" y="1270"/>
                  </a:moveTo>
                  <a:lnTo>
                    <a:pt x="40703" y="2540"/>
                  </a:lnTo>
                  <a:lnTo>
                    <a:pt x="40703" y="0"/>
                  </a:lnTo>
                  <a:lnTo>
                    <a:pt x="0" y="43561"/>
                  </a:lnTo>
                  <a:lnTo>
                    <a:pt x="0" y="103136"/>
                  </a:lnTo>
                  <a:lnTo>
                    <a:pt x="1193" y="101879"/>
                  </a:lnTo>
                  <a:lnTo>
                    <a:pt x="1193" y="104419"/>
                  </a:lnTo>
                  <a:lnTo>
                    <a:pt x="41884" y="61493"/>
                  </a:lnTo>
                  <a:lnTo>
                    <a:pt x="41884" y="1270"/>
                  </a:lnTo>
                  <a:close/>
                </a:path>
              </a:pathLst>
            </a:custGeom>
            <a:solidFill>
              <a:srgbClr val="7979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776427" y="2871012"/>
              <a:ext cx="41275" cy="103505"/>
            </a:xfrm>
            <a:custGeom>
              <a:avLst/>
              <a:gdLst/>
              <a:ahLst/>
              <a:cxnLst/>
              <a:rect l="l" t="t" r="r" b="b"/>
              <a:pathLst>
                <a:path w="41275" h="103505">
                  <a:moveTo>
                    <a:pt x="0" y="103149"/>
                  </a:moveTo>
                  <a:lnTo>
                    <a:pt x="40703" y="60223"/>
                  </a:lnTo>
                  <a:lnTo>
                    <a:pt x="40703" y="0"/>
                  </a:lnTo>
                  <a:lnTo>
                    <a:pt x="0" y="43573"/>
                  </a:lnTo>
                  <a:lnTo>
                    <a:pt x="0" y="103149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79475" y="2869742"/>
              <a:ext cx="332105" cy="36195"/>
            </a:xfrm>
            <a:custGeom>
              <a:avLst/>
              <a:gdLst/>
              <a:ahLst/>
              <a:cxnLst/>
              <a:rect l="l" t="t" r="r" b="b"/>
              <a:pathLst>
                <a:path w="332105" h="36194">
                  <a:moveTo>
                    <a:pt x="331673" y="1270"/>
                  </a:moveTo>
                  <a:lnTo>
                    <a:pt x="329311" y="1270"/>
                  </a:lnTo>
                  <a:lnTo>
                    <a:pt x="330479" y="0"/>
                  </a:lnTo>
                  <a:lnTo>
                    <a:pt x="32334" y="0"/>
                  </a:lnTo>
                  <a:lnTo>
                    <a:pt x="0" y="33947"/>
                  </a:lnTo>
                  <a:lnTo>
                    <a:pt x="2400" y="33959"/>
                  </a:lnTo>
                  <a:lnTo>
                    <a:pt x="1193" y="35229"/>
                  </a:lnTo>
                  <a:lnTo>
                    <a:pt x="299948" y="35864"/>
                  </a:lnTo>
                  <a:lnTo>
                    <a:pt x="331673" y="12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480669" y="2871012"/>
              <a:ext cx="330835" cy="34925"/>
            </a:xfrm>
            <a:custGeom>
              <a:avLst/>
              <a:gdLst/>
              <a:ahLst/>
              <a:cxnLst/>
              <a:rect l="l" t="t" r="r" b="b"/>
              <a:pathLst>
                <a:path w="330834" h="34925">
                  <a:moveTo>
                    <a:pt x="0" y="33959"/>
                  </a:moveTo>
                  <a:lnTo>
                    <a:pt x="32334" y="0"/>
                  </a:lnTo>
                  <a:lnTo>
                    <a:pt x="330479" y="0"/>
                  </a:lnTo>
                  <a:lnTo>
                    <a:pt x="298754" y="34594"/>
                  </a:lnTo>
                  <a:lnTo>
                    <a:pt x="0" y="3395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471093" y="2605798"/>
              <a:ext cx="338455" cy="36830"/>
            </a:xfrm>
            <a:custGeom>
              <a:avLst/>
              <a:gdLst/>
              <a:ahLst/>
              <a:cxnLst/>
              <a:rect l="l" t="t" r="r" b="b"/>
              <a:pathLst>
                <a:path w="338455" h="36830">
                  <a:moveTo>
                    <a:pt x="338264" y="1282"/>
                  </a:moveTo>
                  <a:lnTo>
                    <a:pt x="335851" y="1282"/>
                  </a:lnTo>
                  <a:lnTo>
                    <a:pt x="337058" y="0"/>
                  </a:lnTo>
                  <a:lnTo>
                    <a:pt x="33528" y="0"/>
                  </a:lnTo>
                  <a:lnTo>
                    <a:pt x="0" y="35229"/>
                  </a:lnTo>
                  <a:lnTo>
                    <a:pt x="2413" y="35229"/>
                  </a:lnTo>
                  <a:lnTo>
                    <a:pt x="1193" y="36512"/>
                  </a:lnTo>
                  <a:lnTo>
                    <a:pt x="305333" y="36512"/>
                  </a:lnTo>
                  <a:lnTo>
                    <a:pt x="338264" y="1282"/>
                  </a:lnTo>
                  <a:close/>
                </a:path>
              </a:pathLst>
            </a:custGeom>
            <a:solidFill>
              <a:srgbClr val="C8C8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472287" y="2607081"/>
              <a:ext cx="337185" cy="35560"/>
            </a:xfrm>
            <a:custGeom>
              <a:avLst/>
              <a:gdLst/>
              <a:ahLst/>
              <a:cxnLst/>
              <a:rect l="l" t="t" r="r" b="b"/>
              <a:pathLst>
                <a:path w="337184" h="35560">
                  <a:moveTo>
                    <a:pt x="0" y="35229"/>
                  </a:moveTo>
                  <a:lnTo>
                    <a:pt x="33528" y="0"/>
                  </a:lnTo>
                  <a:lnTo>
                    <a:pt x="337070" y="0"/>
                  </a:lnTo>
                  <a:lnTo>
                    <a:pt x="304139" y="35229"/>
                  </a:lnTo>
                  <a:lnTo>
                    <a:pt x="0" y="35229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71093" y="2641676"/>
              <a:ext cx="306705" cy="257810"/>
            </a:xfrm>
            <a:custGeom>
              <a:avLst/>
              <a:gdLst/>
              <a:ahLst/>
              <a:cxnLst/>
              <a:rect l="l" t="t" r="r" b="b"/>
              <a:pathLst>
                <a:path w="306705" h="257810">
                  <a:moveTo>
                    <a:pt x="306527" y="257530"/>
                  </a:moveTo>
                  <a:lnTo>
                    <a:pt x="0" y="257530"/>
                  </a:lnTo>
                  <a:lnTo>
                    <a:pt x="0" y="0"/>
                  </a:lnTo>
                  <a:lnTo>
                    <a:pt x="306527" y="0"/>
                  </a:lnTo>
                  <a:lnTo>
                    <a:pt x="306527" y="257530"/>
                  </a:lnTo>
                  <a:close/>
                </a:path>
              </a:pathLst>
            </a:custGeom>
            <a:solidFill>
              <a:srgbClr val="B7B7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471093" y="2641676"/>
              <a:ext cx="306705" cy="257810"/>
            </a:xfrm>
            <a:custGeom>
              <a:avLst/>
              <a:gdLst/>
              <a:ahLst/>
              <a:cxnLst/>
              <a:rect l="l" t="t" r="r" b="b"/>
              <a:pathLst>
                <a:path w="306705" h="257810">
                  <a:moveTo>
                    <a:pt x="0" y="0"/>
                  </a:moveTo>
                  <a:lnTo>
                    <a:pt x="306527" y="0"/>
                  </a:lnTo>
                  <a:lnTo>
                    <a:pt x="306527" y="257530"/>
                  </a:lnTo>
                  <a:lnTo>
                    <a:pt x="0" y="25753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497433" y="2672422"/>
              <a:ext cx="254000" cy="200025"/>
            </a:xfrm>
            <a:custGeom>
              <a:avLst/>
              <a:gdLst/>
              <a:ahLst/>
              <a:cxnLst/>
              <a:rect l="l" t="t" r="r" b="b"/>
              <a:pathLst>
                <a:path w="254000" h="200025">
                  <a:moveTo>
                    <a:pt x="253847" y="199872"/>
                  </a:moveTo>
                  <a:lnTo>
                    <a:pt x="0" y="199872"/>
                  </a:lnTo>
                  <a:lnTo>
                    <a:pt x="0" y="0"/>
                  </a:lnTo>
                  <a:lnTo>
                    <a:pt x="253847" y="0"/>
                  </a:lnTo>
                  <a:lnTo>
                    <a:pt x="253847" y="1998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497433" y="2672422"/>
              <a:ext cx="254000" cy="200025"/>
            </a:xfrm>
            <a:custGeom>
              <a:avLst/>
              <a:gdLst/>
              <a:ahLst/>
              <a:cxnLst/>
              <a:rect l="l" t="t" r="r" b="b"/>
              <a:pathLst>
                <a:path w="254000" h="200025">
                  <a:moveTo>
                    <a:pt x="0" y="0"/>
                  </a:moveTo>
                  <a:lnTo>
                    <a:pt x="253847" y="0"/>
                  </a:lnTo>
                  <a:lnTo>
                    <a:pt x="253847" y="199872"/>
                  </a:lnTo>
                  <a:lnTo>
                    <a:pt x="0" y="199872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775233" y="2605798"/>
              <a:ext cx="34290" cy="292100"/>
            </a:xfrm>
            <a:custGeom>
              <a:avLst/>
              <a:gdLst/>
              <a:ahLst/>
              <a:cxnLst/>
              <a:rect l="l" t="t" r="r" b="b"/>
              <a:pathLst>
                <a:path w="34290" h="292100">
                  <a:moveTo>
                    <a:pt x="34124" y="1282"/>
                  </a:moveTo>
                  <a:lnTo>
                    <a:pt x="32918" y="2578"/>
                  </a:lnTo>
                  <a:lnTo>
                    <a:pt x="32918" y="0"/>
                  </a:lnTo>
                  <a:lnTo>
                    <a:pt x="0" y="35229"/>
                  </a:lnTo>
                  <a:lnTo>
                    <a:pt x="0" y="290207"/>
                  </a:lnTo>
                  <a:lnTo>
                    <a:pt x="1193" y="288937"/>
                  </a:lnTo>
                  <a:lnTo>
                    <a:pt x="1193" y="291490"/>
                  </a:lnTo>
                  <a:lnTo>
                    <a:pt x="34124" y="256247"/>
                  </a:lnTo>
                  <a:lnTo>
                    <a:pt x="34124" y="1282"/>
                  </a:lnTo>
                  <a:close/>
                </a:path>
              </a:pathLst>
            </a:custGeom>
            <a:solidFill>
              <a:srgbClr val="7979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776427" y="2607081"/>
              <a:ext cx="33020" cy="290830"/>
            </a:xfrm>
            <a:custGeom>
              <a:avLst/>
              <a:gdLst/>
              <a:ahLst/>
              <a:cxnLst/>
              <a:rect l="l" t="t" r="r" b="b"/>
              <a:pathLst>
                <a:path w="33020" h="290830">
                  <a:moveTo>
                    <a:pt x="0" y="290207"/>
                  </a:moveTo>
                  <a:lnTo>
                    <a:pt x="32931" y="254965"/>
                  </a:lnTo>
                  <a:lnTo>
                    <a:pt x="32931" y="0"/>
                  </a:lnTo>
                  <a:lnTo>
                    <a:pt x="0" y="35229"/>
                  </a:lnTo>
                  <a:lnTo>
                    <a:pt x="0" y="290207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410629" y="2961995"/>
              <a:ext cx="381000" cy="62865"/>
            </a:xfrm>
            <a:custGeom>
              <a:avLst/>
              <a:gdLst/>
              <a:ahLst/>
              <a:cxnLst/>
              <a:rect l="l" t="t" r="r" b="b"/>
              <a:pathLst>
                <a:path w="381000" h="62864">
                  <a:moveTo>
                    <a:pt x="380758" y="1270"/>
                  </a:moveTo>
                  <a:lnTo>
                    <a:pt x="378574" y="1270"/>
                  </a:lnTo>
                  <a:lnTo>
                    <a:pt x="379564" y="0"/>
                  </a:lnTo>
                  <a:lnTo>
                    <a:pt x="48488" y="0"/>
                  </a:lnTo>
                  <a:lnTo>
                    <a:pt x="0" y="61493"/>
                  </a:lnTo>
                  <a:lnTo>
                    <a:pt x="2197" y="61493"/>
                  </a:lnTo>
                  <a:lnTo>
                    <a:pt x="1193" y="62776"/>
                  </a:lnTo>
                  <a:lnTo>
                    <a:pt x="332867" y="62776"/>
                  </a:lnTo>
                  <a:lnTo>
                    <a:pt x="380758" y="1270"/>
                  </a:lnTo>
                  <a:close/>
                </a:path>
              </a:pathLst>
            </a:custGeom>
            <a:solidFill>
              <a:srgbClr val="C8C8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411822" y="2963265"/>
              <a:ext cx="379730" cy="61594"/>
            </a:xfrm>
            <a:custGeom>
              <a:avLst/>
              <a:gdLst/>
              <a:ahLst/>
              <a:cxnLst/>
              <a:rect l="l" t="t" r="r" b="b"/>
              <a:pathLst>
                <a:path w="379730" h="61594">
                  <a:moveTo>
                    <a:pt x="0" y="61506"/>
                  </a:moveTo>
                  <a:lnTo>
                    <a:pt x="48501" y="0"/>
                  </a:lnTo>
                  <a:lnTo>
                    <a:pt x="379564" y="0"/>
                  </a:lnTo>
                  <a:lnTo>
                    <a:pt x="331673" y="61506"/>
                  </a:lnTo>
                  <a:lnTo>
                    <a:pt x="0" y="61506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741705" y="2961995"/>
              <a:ext cx="50165" cy="76200"/>
            </a:xfrm>
            <a:custGeom>
              <a:avLst/>
              <a:gdLst/>
              <a:ahLst/>
              <a:cxnLst/>
              <a:rect l="l" t="t" r="r" b="b"/>
              <a:pathLst>
                <a:path w="50165" h="76200">
                  <a:moveTo>
                    <a:pt x="49682" y="1270"/>
                  </a:moveTo>
                  <a:lnTo>
                    <a:pt x="48412" y="2921"/>
                  </a:lnTo>
                  <a:lnTo>
                    <a:pt x="48488" y="0"/>
                  </a:lnTo>
                  <a:lnTo>
                    <a:pt x="0" y="62776"/>
                  </a:lnTo>
                  <a:lnTo>
                    <a:pt x="0" y="74307"/>
                  </a:lnTo>
                  <a:lnTo>
                    <a:pt x="1193" y="73037"/>
                  </a:lnTo>
                  <a:lnTo>
                    <a:pt x="1193" y="75590"/>
                  </a:lnTo>
                  <a:lnTo>
                    <a:pt x="49085" y="24333"/>
                  </a:lnTo>
                  <a:lnTo>
                    <a:pt x="49682" y="1270"/>
                  </a:lnTo>
                  <a:close/>
                </a:path>
              </a:pathLst>
            </a:custGeom>
            <a:solidFill>
              <a:srgbClr val="7979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742899" y="2963265"/>
              <a:ext cx="48895" cy="74930"/>
            </a:xfrm>
            <a:custGeom>
              <a:avLst/>
              <a:gdLst/>
              <a:ahLst/>
              <a:cxnLst/>
              <a:rect l="l" t="t" r="r" b="b"/>
              <a:pathLst>
                <a:path w="48895" h="74930">
                  <a:moveTo>
                    <a:pt x="0" y="74320"/>
                  </a:moveTo>
                  <a:lnTo>
                    <a:pt x="47891" y="23063"/>
                  </a:lnTo>
                  <a:lnTo>
                    <a:pt x="48488" y="0"/>
                  </a:lnTo>
                  <a:lnTo>
                    <a:pt x="0" y="62788"/>
                  </a:lnTo>
                  <a:lnTo>
                    <a:pt x="0" y="74320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410032" y="3023488"/>
              <a:ext cx="334010" cy="14604"/>
            </a:xfrm>
            <a:custGeom>
              <a:avLst/>
              <a:gdLst/>
              <a:ahLst/>
              <a:cxnLst/>
              <a:rect l="l" t="t" r="r" b="b"/>
              <a:pathLst>
                <a:path w="334009" h="14605">
                  <a:moveTo>
                    <a:pt x="333463" y="1282"/>
                  </a:moveTo>
                  <a:lnTo>
                    <a:pt x="332270" y="1282"/>
                  </a:lnTo>
                  <a:lnTo>
                    <a:pt x="332270" y="0"/>
                  </a:lnTo>
                  <a:lnTo>
                    <a:pt x="0" y="0"/>
                  </a:lnTo>
                  <a:lnTo>
                    <a:pt x="0" y="12814"/>
                  </a:lnTo>
                  <a:lnTo>
                    <a:pt x="1193" y="12814"/>
                  </a:lnTo>
                  <a:lnTo>
                    <a:pt x="1193" y="14097"/>
                  </a:lnTo>
                  <a:lnTo>
                    <a:pt x="333463" y="14097"/>
                  </a:lnTo>
                  <a:lnTo>
                    <a:pt x="333463" y="1282"/>
                  </a:lnTo>
                  <a:close/>
                </a:path>
              </a:pathLst>
            </a:custGeom>
            <a:solidFill>
              <a:srgbClr val="B7B7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411226" y="3024771"/>
              <a:ext cx="332740" cy="13335"/>
            </a:xfrm>
            <a:custGeom>
              <a:avLst/>
              <a:gdLst/>
              <a:ahLst/>
              <a:cxnLst/>
              <a:rect l="l" t="t" r="r" b="b"/>
              <a:pathLst>
                <a:path w="332740" h="13335">
                  <a:moveTo>
                    <a:pt x="0" y="0"/>
                  </a:moveTo>
                  <a:lnTo>
                    <a:pt x="332270" y="0"/>
                  </a:lnTo>
                  <a:lnTo>
                    <a:pt x="332270" y="12814"/>
                  </a:lnTo>
                  <a:lnTo>
                    <a:pt x="0" y="12814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2" name="object 52"/>
          <p:cNvGrpSpPr/>
          <p:nvPr/>
        </p:nvGrpSpPr>
        <p:grpSpPr>
          <a:xfrm>
            <a:off x="409987" y="4527550"/>
            <a:ext cx="408940" cy="433070"/>
            <a:chOff x="409987" y="4527550"/>
            <a:chExt cx="408940" cy="433070"/>
          </a:xfrm>
        </p:grpSpPr>
        <p:sp>
          <p:nvSpPr>
            <p:cNvPr id="53" name="object 53"/>
            <p:cNvSpPr/>
            <p:nvPr/>
          </p:nvSpPr>
          <p:spPr>
            <a:xfrm>
              <a:off x="471093" y="4791494"/>
              <a:ext cx="345440" cy="43815"/>
            </a:xfrm>
            <a:custGeom>
              <a:avLst/>
              <a:gdLst/>
              <a:ahLst/>
              <a:cxnLst/>
              <a:rect l="l" t="t" r="r" b="b"/>
              <a:pathLst>
                <a:path w="345440" h="43814">
                  <a:moveTo>
                    <a:pt x="304139" y="43561"/>
                  </a:moveTo>
                  <a:lnTo>
                    <a:pt x="0" y="43561"/>
                  </a:lnTo>
                  <a:lnTo>
                    <a:pt x="40716" y="0"/>
                  </a:lnTo>
                  <a:lnTo>
                    <a:pt x="344843" y="0"/>
                  </a:lnTo>
                  <a:lnTo>
                    <a:pt x="304139" y="43561"/>
                  </a:lnTo>
                  <a:close/>
                </a:path>
              </a:pathLst>
            </a:custGeom>
            <a:solidFill>
              <a:srgbClr val="C8C8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472287" y="4792776"/>
              <a:ext cx="345440" cy="43815"/>
            </a:xfrm>
            <a:custGeom>
              <a:avLst/>
              <a:gdLst/>
              <a:ahLst/>
              <a:cxnLst/>
              <a:rect l="l" t="t" r="r" b="b"/>
              <a:pathLst>
                <a:path w="345440" h="43814">
                  <a:moveTo>
                    <a:pt x="304139" y="43561"/>
                  </a:moveTo>
                  <a:lnTo>
                    <a:pt x="0" y="43561"/>
                  </a:lnTo>
                  <a:lnTo>
                    <a:pt x="40716" y="0"/>
                  </a:lnTo>
                  <a:lnTo>
                    <a:pt x="344843" y="0"/>
                  </a:lnTo>
                  <a:lnTo>
                    <a:pt x="304139" y="43561"/>
                  </a:lnTo>
                  <a:close/>
                </a:path>
              </a:pathLst>
            </a:custGeom>
            <a:solidFill>
              <a:srgbClr val="C8C8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472287" y="4792776"/>
              <a:ext cx="345440" cy="43815"/>
            </a:xfrm>
            <a:custGeom>
              <a:avLst/>
              <a:gdLst/>
              <a:ahLst/>
              <a:cxnLst/>
              <a:rect l="l" t="t" r="r" b="b"/>
              <a:pathLst>
                <a:path w="345440" h="43814">
                  <a:moveTo>
                    <a:pt x="0" y="43561"/>
                  </a:moveTo>
                  <a:lnTo>
                    <a:pt x="40716" y="0"/>
                  </a:lnTo>
                  <a:lnTo>
                    <a:pt x="344843" y="0"/>
                  </a:lnTo>
                  <a:lnTo>
                    <a:pt x="304139" y="43561"/>
                  </a:lnTo>
                  <a:lnTo>
                    <a:pt x="0" y="43561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471093" y="4835054"/>
              <a:ext cx="305435" cy="61594"/>
            </a:xfrm>
            <a:custGeom>
              <a:avLst/>
              <a:gdLst/>
              <a:ahLst/>
              <a:cxnLst/>
              <a:rect l="l" t="t" r="r" b="b"/>
              <a:pathLst>
                <a:path w="305434" h="61595">
                  <a:moveTo>
                    <a:pt x="305333" y="1282"/>
                  </a:moveTo>
                  <a:lnTo>
                    <a:pt x="304139" y="1282"/>
                  </a:lnTo>
                  <a:lnTo>
                    <a:pt x="304139" y="0"/>
                  </a:lnTo>
                  <a:lnTo>
                    <a:pt x="0" y="0"/>
                  </a:lnTo>
                  <a:lnTo>
                    <a:pt x="0" y="60236"/>
                  </a:lnTo>
                  <a:lnTo>
                    <a:pt x="1193" y="60236"/>
                  </a:lnTo>
                  <a:lnTo>
                    <a:pt x="1193" y="61518"/>
                  </a:lnTo>
                  <a:lnTo>
                    <a:pt x="305333" y="61518"/>
                  </a:lnTo>
                  <a:lnTo>
                    <a:pt x="305333" y="1282"/>
                  </a:lnTo>
                  <a:close/>
                </a:path>
              </a:pathLst>
            </a:custGeom>
            <a:solidFill>
              <a:srgbClr val="B7B7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472287" y="4836337"/>
              <a:ext cx="304165" cy="60325"/>
            </a:xfrm>
            <a:custGeom>
              <a:avLst/>
              <a:gdLst/>
              <a:ahLst/>
              <a:cxnLst/>
              <a:rect l="l" t="t" r="r" b="b"/>
              <a:pathLst>
                <a:path w="304165" h="60325">
                  <a:moveTo>
                    <a:pt x="0" y="0"/>
                  </a:moveTo>
                  <a:lnTo>
                    <a:pt x="304139" y="0"/>
                  </a:lnTo>
                  <a:lnTo>
                    <a:pt x="304139" y="60223"/>
                  </a:lnTo>
                  <a:lnTo>
                    <a:pt x="0" y="60223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775233" y="4791493"/>
              <a:ext cx="41910" cy="104775"/>
            </a:xfrm>
            <a:custGeom>
              <a:avLst/>
              <a:gdLst/>
              <a:ahLst/>
              <a:cxnLst/>
              <a:rect l="l" t="t" r="r" b="b"/>
              <a:pathLst>
                <a:path w="41909" h="104775">
                  <a:moveTo>
                    <a:pt x="41884" y="1282"/>
                  </a:moveTo>
                  <a:lnTo>
                    <a:pt x="40703" y="2552"/>
                  </a:lnTo>
                  <a:lnTo>
                    <a:pt x="40703" y="0"/>
                  </a:lnTo>
                  <a:lnTo>
                    <a:pt x="0" y="43561"/>
                  </a:lnTo>
                  <a:lnTo>
                    <a:pt x="0" y="103136"/>
                  </a:lnTo>
                  <a:lnTo>
                    <a:pt x="1193" y="101879"/>
                  </a:lnTo>
                  <a:lnTo>
                    <a:pt x="1193" y="104419"/>
                  </a:lnTo>
                  <a:lnTo>
                    <a:pt x="41884" y="61493"/>
                  </a:lnTo>
                  <a:lnTo>
                    <a:pt x="41884" y="1282"/>
                  </a:lnTo>
                  <a:close/>
                </a:path>
              </a:pathLst>
            </a:custGeom>
            <a:solidFill>
              <a:srgbClr val="7979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776427" y="4792776"/>
              <a:ext cx="41275" cy="103505"/>
            </a:xfrm>
            <a:custGeom>
              <a:avLst/>
              <a:gdLst/>
              <a:ahLst/>
              <a:cxnLst/>
              <a:rect l="l" t="t" r="r" b="b"/>
              <a:pathLst>
                <a:path w="41275" h="103504">
                  <a:moveTo>
                    <a:pt x="0" y="103136"/>
                  </a:moveTo>
                  <a:lnTo>
                    <a:pt x="40703" y="60210"/>
                  </a:lnTo>
                  <a:lnTo>
                    <a:pt x="40703" y="0"/>
                  </a:lnTo>
                  <a:lnTo>
                    <a:pt x="0" y="43561"/>
                  </a:lnTo>
                  <a:lnTo>
                    <a:pt x="0" y="103136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479475" y="4791493"/>
              <a:ext cx="332105" cy="36195"/>
            </a:xfrm>
            <a:custGeom>
              <a:avLst/>
              <a:gdLst/>
              <a:ahLst/>
              <a:cxnLst/>
              <a:rect l="l" t="t" r="r" b="b"/>
              <a:pathLst>
                <a:path w="332105" h="36195">
                  <a:moveTo>
                    <a:pt x="331673" y="1282"/>
                  </a:moveTo>
                  <a:lnTo>
                    <a:pt x="329298" y="1282"/>
                  </a:lnTo>
                  <a:lnTo>
                    <a:pt x="330479" y="0"/>
                  </a:lnTo>
                  <a:lnTo>
                    <a:pt x="32334" y="0"/>
                  </a:lnTo>
                  <a:lnTo>
                    <a:pt x="0" y="33947"/>
                  </a:lnTo>
                  <a:lnTo>
                    <a:pt x="2400" y="33959"/>
                  </a:lnTo>
                  <a:lnTo>
                    <a:pt x="1193" y="35229"/>
                  </a:lnTo>
                  <a:lnTo>
                    <a:pt x="299948" y="35877"/>
                  </a:lnTo>
                  <a:lnTo>
                    <a:pt x="331673" y="12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480669" y="4792776"/>
              <a:ext cx="330835" cy="34925"/>
            </a:xfrm>
            <a:custGeom>
              <a:avLst/>
              <a:gdLst/>
              <a:ahLst/>
              <a:cxnLst/>
              <a:rect l="l" t="t" r="r" b="b"/>
              <a:pathLst>
                <a:path w="330834" h="34925">
                  <a:moveTo>
                    <a:pt x="0" y="33947"/>
                  </a:moveTo>
                  <a:lnTo>
                    <a:pt x="32334" y="0"/>
                  </a:lnTo>
                  <a:lnTo>
                    <a:pt x="330479" y="0"/>
                  </a:lnTo>
                  <a:lnTo>
                    <a:pt x="298754" y="34594"/>
                  </a:lnTo>
                  <a:lnTo>
                    <a:pt x="0" y="3394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471093" y="4527549"/>
              <a:ext cx="338455" cy="36830"/>
            </a:xfrm>
            <a:custGeom>
              <a:avLst/>
              <a:gdLst/>
              <a:ahLst/>
              <a:cxnLst/>
              <a:rect l="l" t="t" r="r" b="b"/>
              <a:pathLst>
                <a:path w="338455" h="36829">
                  <a:moveTo>
                    <a:pt x="338264" y="1282"/>
                  </a:moveTo>
                  <a:lnTo>
                    <a:pt x="335851" y="1282"/>
                  </a:lnTo>
                  <a:lnTo>
                    <a:pt x="337058" y="0"/>
                  </a:lnTo>
                  <a:lnTo>
                    <a:pt x="33528" y="0"/>
                  </a:lnTo>
                  <a:lnTo>
                    <a:pt x="0" y="35229"/>
                  </a:lnTo>
                  <a:lnTo>
                    <a:pt x="2413" y="35229"/>
                  </a:lnTo>
                  <a:lnTo>
                    <a:pt x="1193" y="36512"/>
                  </a:lnTo>
                  <a:lnTo>
                    <a:pt x="305333" y="36512"/>
                  </a:lnTo>
                  <a:lnTo>
                    <a:pt x="338264" y="1282"/>
                  </a:lnTo>
                  <a:close/>
                </a:path>
              </a:pathLst>
            </a:custGeom>
            <a:solidFill>
              <a:srgbClr val="C8C8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472287" y="4528832"/>
              <a:ext cx="337185" cy="35560"/>
            </a:xfrm>
            <a:custGeom>
              <a:avLst/>
              <a:gdLst/>
              <a:ahLst/>
              <a:cxnLst/>
              <a:rect l="l" t="t" r="r" b="b"/>
              <a:pathLst>
                <a:path w="337184" h="35560">
                  <a:moveTo>
                    <a:pt x="0" y="35229"/>
                  </a:moveTo>
                  <a:lnTo>
                    <a:pt x="33528" y="0"/>
                  </a:lnTo>
                  <a:lnTo>
                    <a:pt x="337070" y="0"/>
                  </a:lnTo>
                  <a:lnTo>
                    <a:pt x="304139" y="35229"/>
                  </a:lnTo>
                  <a:lnTo>
                    <a:pt x="0" y="35229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471093" y="4563427"/>
              <a:ext cx="306705" cy="257810"/>
            </a:xfrm>
            <a:custGeom>
              <a:avLst/>
              <a:gdLst/>
              <a:ahLst/>
              <a:cxnLst/>
              <a:rect l="l" t="t" r="r" b="b"/>
              <a:pathLst>
                <a:path w="306705" h="257810">
                  <a:moveTo>
                    <a:pt x="306527" y="257530"/>
                  </a:moveTo>
                  <a:lnTo>
                    <a:pt x="0" y="257530"/>
                  </a:lnTo>
                  <a:lnTo>
                    <a:pt x="0" y="0"/>
                  </a:lnTo>
                  <a:lnTo>
                    <a:pt x="306527" y="0"/>
                  </a:lnTo>
                  <a:lnTo>
                    <a:pt x="306527" y="257530"/>
                  </a:lnTo>
                  <a:close/>
                </a:path>
              </a:pathLst>
            </a:custGeom>
            <a:solidFill>
              <a:srgbClr val="B7B7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471093" y="4563427"/>
              <a:ext cx="306705" cy="257810"/>
            </a:xfrm>
            <a:custGeom>
              <a:avLst/>
              <a:gdLst/>
              <a:ahLst/>
              <a:cxnLst/>
              <a:rect l="l" t="t" r="r" b="b"/>
              <a:pathLst>
                <a:path w="306705" h="257810">
                  <a:moveTo>
                    <a:pt x="0" y="0"/>
                  </a:moveTo>
                  <a:lnTo>
                    <a:pt x="306527" y="0"/>
                  </a:lnTo>
                  <a:lnTo>
                    <a:pt x="306527" y="257530"/>
                  </a:lnTo>
                  <a:lnTo>
                    <a:pt x="0" y="25753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497433" y="4594174"/>
              <a:ext cx="254000" cy="200025"/>
            </a:xfrm>
            <a:custGeom>
              <a:avLst/>
              <a:gdLst/>
              <a:ahLst/>
              <a:cxnLst/>
              <a:rect l="l" t="t" r="r" b="b"/>
              <a:pathLst>
                <a:path w="254000" h="200025">
                  <a:moveTo>
                    <a:pt x="253847" y="199872"/>
                  </a:moveTo>
                  <a:lnTo>
                    <a:pt x="0" y="199872"/>
                  </a:lnTo>
                  <a:lnTo>
                    <a:pt x="0" y="0"/>
                  </a:lnTo>
                  <a:lnTo>
                    <a:pt x="253847" y="0"/>
                  </a:lnTo>
                  <a:lnTo>
                    <a:pt x="253847" y="1998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497433" y="4594174"/>
              <a:ext cx="254000" cy="200025"/>
            </a:xfrm>
            <a:custGeom>
              <a:avLst/>
              <a:gdLst/>
              <a:ahLst/>
              <a:cxnLst/>
              <a:rect l="l" t="t" r="r" b="b"/>
              <a:pathLst>
                <a:path w="254000" h="200025">
                  <a:moveTo>
                    <a:pt x="0" y="0"/>
                  </a:moveTo>
                  <a:lnTo>
                    <a:pt x="253847" y="0"/>
                  </a:lnTo>
                  <a:lnTo>
                    <a:pt x="253847" y="199872"/>
                  </a:lnTo>
                  <a:lnTo>
                    <a:pt x="0" y="199872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775233" y="4527549"/>
              <a:ext cx="34290" cy="292100"/>
            </a:xfrm>
            <a:custGeom>
              <a:avLst/>
              <a:gdLst/>
              <a:ahLst/>
              <a:cxnLst/>
              <a:rect l="l" t="t" r="r" b="b"/>
              <a:pathLst>
                <a:path w="34290" h="292100">
                  <a:moveTo>
                    <a:pt x="34124" y="1282"/>
                  </a:moveTo>
                  <a:lnTo>
                    <a:pt x="32918" y="2578"/>
                  </a:lnTo>
                  <a:lnTo>
                    <a:pt x="32918" y="0"/>
                  </a:lnTo>
                  <a:lnTo>
                    <a:pt x="0" y="35229"/>
                  </a:lnTo>
                  <a:lnTo>
                    <a:pt x="0" y="290207"/>
                  </a:lnTo>
                  <a:lnTo>
                    <a:pt x="1193" y="288937"/>
                  </a:lnTo>
                  <a:lnTo>
                    <a:pt x="1193" y="291490"/>
                  </a:lnTo>
                  <a:lnTo>
                    <a:pt x="34124" y="256260"/>
                  </a:lnTo>
                  <a:lnTo>
                    <a:pt x="34124" y="1282"/>
                  </a:lnTo>
                  <a:close/>
                </a:path>
              </a:pathLst>
            </a:custGeom>
            <a:solidFill>
              <a:srgbClr val="7979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776427" y="4528832"/>
              <a:ext cx="33020" cy="290830"/>
            </a:xfrm>
            <a:custGeom>
              <a:avLst/>
              <a:gdLst/>
              <a:ahLst/>
              <a:cxnLst/>
              <a:rect l="l" t="t" r="r" b="b"/>
              <a:pathLst>
                <a:path w="33020" h="290829">
                  <a:moveTo>
                    <a:pt x="0" y="290207"/>
                  </a:moveTo>
                  <a:lnTo>
                    <a:pt x="32931" y="254977"/>
                  </a:lnTo>
                  <a:lnTo>
                    <a:pt x="32931" y="0"/>
                  </a:lnTo>
                  <a:lnTo>
                    <a:pt x="0" y="35229"/>
                  </a:lnTo>
                  <a:lnTo>
                    <a:pt x="0" y="290207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410629" y="4883746"/>
              <a:ext cx="381000" cy="62865"/>
            </a:xfrm>
            <a:custGeom>
              <a:avLst/>
              <a:gdLst/>
              <a:ahLst/>
              <a:cxnLst/>
              <a:rect l="l" t="t" r="r" b="b"/>
              <a:pathLst>
                <a:path w="381000" h="62864">
                  <a:moveTo>
                    <a:pt x="380758" y="1282"/>
                  </a:moveTo>
                  <a:lnTo>
                    <a:pt x="378561" y="1282"/>
                  </a:lnTo>
                  <a:lnTo>
                    <a:pt x="379564" y="0"/>
                  </a:lnTo>
                  <a:lnTo>
                    <a:pt x="48488" y="0"/>
                  </a:lnTo>
                  <a:lnTo>
                    <a:pt x="0" y="61493"/>
                  </a:lnTo>
                  <a:lnTo>
                    <a:pt x="2197" y="61493"/>
                  </a:lnTo>
                  <a:lnTo>
                    <a:pt x="1193" y="62776"/>
                  </a:lnTo>
                  <a:lnTo>
                    <a:pt x="332867" y="62776"/>
                  </a:lnTo>
                  <a:lnTo>
                    <a:pt x="380758" y="1282"/>
                  </a:lnTo>
                  <a:close/>
                </a:path>
              </a:pathLst>
            </a:custGeom>
            <a:solidFill>
              <a:srgbClr val="C8C8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411822" y="4885029"/>
              <a:ext cx="379730" cy="61594"/>
            </a:xfrm>
            <a:custGeom>
              <a:avLst/>
              <a:gdLst/>
              <a:ahLst/>
              <a:cxnLst/>
              <a:rect l="l" t="t" r="r" b="b"/>
              <a:pathLst>
                <a:path w="379730" h="61595">
                  <a:moveTo>
                    <a:pt x="0" y="61493"/>
                  </a:moveTo>
                  <a:lnTo>
                    <a:pt x="48501" y="0"/>
                  </a:lnTo>
                  <a:lnTo>
                    <a:pt x="379564" y="0"/>
                  </a:lnTo>
                  <a:lnTo>
                    <a:pt x="331673" y="61493"/>
                  </a:lnTo>
                  <a:lnTo>
                    <a:pt x="0" y="61493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741705" y="4883746"/>
              <a:ext cx="50165" cy="76200"/>
            </a:xfrm>
            <a:custGeom>
              <a:avLst/>
              <a:gdLst/>
              <a:ahLst/>
              <a:cxnLst/>
              <a:rect l="l" t="t" r="r" b="b"/>
              <a:pathLst>
                <a:path w="50165" h="76200">
                  <a:moveTo>
                    <a:pt x="49682" y="1282"/>
                  </a:moveTo>
                  <a:lnTo>
                    <a:pt x="48412" y="2933"/>
                  </a:lnTo>
                  <a:lnTo>
                    <a:pt x="48488" y="0"/>
                  </a:lnTo>
                  <a:lnTo>
                    <a:pt x="0" y="62776"/>
                  </a:lnTo>
                  <a:lnTo>
                    <a:pt x="0" y="74307"/>
                  </a:lnTo>
                  <a:lnTo>
                    <a:pt x="1193" y="73037"/>
                  </a:lnTo>
                  <a:lnTo>
                    <a:pt x="1193" y="75590"/>
                  </a:lnTo>
                  <a:lnTo>
                    <a:pt x="49085" y="24345"/>
                  </a:lnTo>
                  <a:lnTo>
                    <a:pt x="49682" y="1282"/>
                  </a:lnTo>
                  <a:close/>
                </a:path>
              </a:pathLst>
            </a:custGeom>
            <a:solidFill>
              <a:srgbClr val="7979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742899" y="4885029"/>
              <a:ext cx="48895" cy="74930"/>
            </a:xfrm>
            <a:custGeom>
              <a:avLst/>
              <a:gdLst/>
              <a:ahLst/>
              <a:cxnLst/>
              <a:rect l="l" t="t" r="r" b="b"/>
              <a:pathLst>
                <a:path w="48895" h="74929">
                  <a:moveTo>
                    <a:pt x="0" y="74307"/>
                  </a:moveTo>
                  <a:lnTo>
                    <a:pt x="47891" y="23063"/>
                  </a:lnTo>
                  <a:lnTo>
                    <a:pt x="48488" y="0"/>
                  </a:lnTo>
                  <a:lnTo>
                    <a:pt x="0" y="62776"/>
                  </a:lnTo>
                  <a:lnTo>
                    <a:pt x="0" y="74307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410032" y="4945240"/>
              <a:ext cx="334010" cy="14604"/>
            </a:xfrm>
            <a:custGeom>
              <a:avLst/>
              <a:gdLst/>
              <a:ahLst/>
              <a:cxnLst/>
              <a:rect l="l" t="t" r="r" b="b"/>
              <a:pathLst>
                <a:path w="334009" h="14604">
                  <a:moveTo>
                    <a:pt x="333463" y="1282"/>
                  </a:moveTo>
                  <a:lnTo>
                    <a:pt x="332270" y="1282"/>
                  </a:lnTo>
                  <a:lnTo>
                    <a:pt x="332270" y="0"/>
                  </a:lnTo>
                  <a:lnTo>
                    <a:pt x="0" y="0"/>
                  </a:lnTo>
                  <a:lnTo>
                    <a:pt x="0" y="12814"/>
                  </a:lnTo>
                  <a:lnTo>
                    <a:pt x="1193" y="12814"/>
                  </a:lnTo>
                  <a:lnTo>
                    <a:pt x="1193" y="14097"/>
                  </a:lnTo>
                  <a:lnTo>
                    <a:pt x="333463" y="14097"/>
                  </a:lnTo>
                  <a:lnTo>
                    <a:pt x="333463" y="1282"/>
                  </a:lnTo>
                  <a:close/>
                </a:path>
              </a:pathLst>
            </a:custGeom>
            <a:solidFill>
              <a:srgbClr val="B7B7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411226" y="4946523"/>
              <a:ext cx="332740" cy="13335"/>
            </a:xfrm>
            <a:custGeom>
              <a:avLst/>
              <a:gdLst/>
              <a:ahLst/>
              <a:cxnLst/>
              <a:rect l="l" t="t" r="r" b="b"/>
              <a:pathLst>
                <a:path w="332740" h="13335">
                  <a:moveTo>
                    <a:pt x="0" y="0"/>
                  </a:moveTo>
                  <a:lnTo>
                    <a:pt x="332270" y="0"/>
                  </a:lnTo>
                  <a:lnTo>
                    <a:pt x="332270" y="12814"/>
                  </a:lnTo>
                  <a:lnTo>
                    <a:pt x="0" y="12814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6" name="object 76"/>
          <p:cNvGrpSpPr/>
          <p:nvPr/>
        </p:nvGrpSpPr>
        <p:grpSpPr>
          <a:xfrm>
            <a:off x="410584" y="5195125"/>
            <a:ext cx="408305" cy="433070"/>
            <a:chOff x="410584" y="5195125"/>
            <a:chExt cx="408305" cy="433070"/>
          </a:xfrm>
        </p:grpSpPr>
        <p:sp>
          <p:nvSpPr>
            <p:cNvPr id="77" name="object 77"/>
            <p:cNvSpPr/>
            <p:nvPr/>
          </p:nvSpPr>
          <p:spPr>
            <a:xfrm>
              <a:off x="471093" y="5459069"/>
              <a:ext cx="345440" cy="43815"/>
            </a:xfrm>
            <a:custGeom>
              <a:avLst/>
              <a:gdLst/>
              <a:ahLst/>
              <a:cxnLst/>
              <a:rect l="l" t="t" r="r" b="b"/>
              <a:pathLst>
                <a:path w="345440" h="43814">
                  <a:moveTo>
                    <a:pt x="304139" y="43561"/>
                  </a:moveTo>
                  <a:lnTo>
                    <a:pt x="0" y="43561"/>
                  </a:lnTo>
                  <a:lnTo>
                    <a:pt x="40716" y="0"/>
                  </a:lnTo>
                  <a:lnTo>
                    <a:pt x="344843" y="0"/>
                  </a:lnTo>
                  <a:lnTo>
                    <a:pt x="304139" y="43561"/>
                  </a:lnTo>
                  <a:close/>
                </a:path>
              </a:pathLst>
            </a:custGeom>
            <a:solidFill>
              <a:srgbClr val="C8C8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472287" y="5460352"/>
              <a:ext cx="345440" cy="43815"/>
            </a:xfrm>
            <a:custGeom>
              <a:avLst/>
              <a:gdLst/>
              <a:ahLst/>
              <a:cxnLst/>
              <a:rect l="l" t="t" r="r" b="b"/>
              <a:pathLst>
                <a:path w="345440" h="43814">
                  <a:moveTo>
                    <a:pt x="304139" y="43561"/>
                  </a:moveTo>
                  <a:lnTo>
                    <a:pt x="0" y="43561"/>
                  </a:lnTo>
                  <a:lnTo>
                    <a:pt x="40716" y="0"/>
                  </a:lnTo>
                  <a:lnTo>
                    <a:pt x="344843" y="0"/>
                  </a:lnTo>
                  <a:lnTo>
                    <a:pt x="304139" y="43561"/>
                  </a:lnTo>
                  <a:close/>
                </a:path>
              </a:pathLst>
            </a:custGeom>
            <a:solidFill>
              <a:srgbClr val="C8C8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472287" y="5460352"/>
              <a:ext cx="345440" cy="43815"/>
            </a:xfrm>
            <a:custGeom>
              <a:avLst/>
              <a:gdLst/>
              <a:ahLst/>
              <a:cxnLst/>
              <a:rect l="l" t="t" r="r" b="b"/>
              <a:pathLst>
                <a:path w="345440" h="43814">
                  <a:moveTo>
                    <a:pt x="0" y="43561"/>
                  </a:moveTo>
                  <a:lnTo>
                    <a:pt x="40716" y="0"/>
                  </a:lnTo>
                  <a:lnTo>
                    <a:pt x="344843" y="0"/>
                  </a:lnTo>
                  <a:lnTo>
                    <a:pt x="304139" y="43561"/>
                  </a:lnTo>
                  <a:lnTo>
                    <a:pt x="0" y="43561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471093" y="5502630"/>
              <a:ext cx="305435" cy="61594"/>
            </a:xfrm>
            <a:custGeom>
              <a:avLst/>
              <a:gdLst/>
              <a:ahLst/>
              <a:cxnLst/>
              <a:rect l="l" t="t" r="r" b="b"/>
              <a:pathLst>
                <a:path w="305434" h="61595">
                  <a:moveTo>
                    <a:pt x="305333" y="1282"/>
                  </a:moveTo>
                  <a:lnTo>
                    <a:pt x="304139" y="1282"/>
                  </a:lnTo>
                  <a:lnTo>
                    <a:pt x="304139" y="0"/>
                  </a:lnTo>
                  <a:lnTo>
                    <a:pt x="0" y="0"/>
                  </a:lnTo>
                  <a:lnTo>
                    <a:pt x="0" y="60236"/>
                  </a:lnTo>
                  <a:lnTo>
                    <a:pt x="1193" y="60236"/>
                  </a:lnTo>
                  <a:lnTo>
                    <a:pt x="1193" y="61518"/>
                  </a:lnTo>
                  <a:lnTo>
                    <a:pt x="305333" y="61518"/>
                  </a:lnTo>
                  <a:lnTo>
                    <a:pt x="305333" y="1282"/>
                  </a:lnTo>
                  <a:close/>
                </a:path>
              </a:pathLst>
            </a:custGeom>
            <a:solidFill>
              <a:srgbClr val="B7B7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472287" y="5503913"/>
              <a:ext cx="304165" cy="60325"/>
            </a:xfrm>
            <a:custGeom>
              <a:avLst/>
              <a:gdLst/>
              <a:ahLst/>
              <a:cxnLst/>
              <a:rect l="l" t="t" r="r" b="b"/>
              <a:pathLst>
                <a:path w="304165" h="60325">
                  <a:moveTo>
                    <a:pt x="0" y="0"/>
                  </a:moveTo>
                  <a:lnTo>
                    <a:pt x="304139" y="0"/>
                  </a:lnTo>
                  <a:lnTo>
                    <a:pt x="304139" y="60223"/>
                  </a:lnTo>
                  <a:lnTo>
                    <a:pt x="0" y="60223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775233" y="5459069"/>
              <a:ext cx="41910" cy="104775"/>
            </a:xfrm>
            <a:custGeom>
              <a:avLst/>
              <a:gdLst/>
              <a:ahLst/>
              <a:cxnLst/>
              <a:rect l="l" t="t" r="r" b="b"/>
              <a:pathLst>
                <a:path w="41909" h="104775">
                  <a:moveTo>
                    <a:pt x="41884" y="1282"/>
                  </a:moveTo>
                  <a:lnTo>
                    <a:pt x="40703" y="2552"/>
                  </a:lnTo>
                  <a:lnTo>
                    <a:pt x="40703" y="0"/>
                  </a:lnTo>
                  <a:lnTo>
                    <a:pt x="0" y="43561"/>
                  </a:lnTo>
                  <a:lnTo>
                    <a:pt x="0" y="103149"/>
                  </a:lnTo>
                  <a:lnTo>
                    <a:pt x="1193" y="101892"/>
                  </a:lnTo>
                  <a:lnTo>
                    <a:pt x="1193" y="104432"/>
                  </a:lnTo>
                  <a:lnTo>
                    <a:pt x="41884" y="61506"/>
                  </a:lnTo>
                  <a:lnTo>
                    <a:pt x="41884" y="1282"/>
                  </a:lnTo>
                  <a:close/>
                </a:path>
              </a:pathLst>
            </a:custGeom>
            <a:solidFill>
              <a:srgbClr val="7979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776427" y="5460352"/>
              <a:ext cx="41275" cy="103505"/>
            </a:xfrm>
            <a:custGeom>
              <a:avLst/>
              <a:gdLst/>
              <a:ahLst/>
              <a:cxnLst/>
              <a:rect l="l" t="t" r="r" b="b"/>
              <a:pathLst>
                <a:path w="41275" h="103504">
                  <a:moveTo>
                    <a:pt x="0" y="103149"/>
                  </a:moveTo>
                  <a:lnTo>
                    <a:pt x="40703" y="60223"/>
                  </a:lnTo>
                  <a:lnTo>
                    <a:pt x="40703" y="0"/>
                  </a:lnTo>
                  <a:lnTo>
                    <a:pt x="0" y="43561"/>
                  </a:lnTo>
                  <a:lnTo>
                    <a:pt x="0" y="103149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479475" y="5459069"/>
              <a:ext cx="332105" cy="36195"/>
            </a:xfrm>
            <a:custGeom>
              <a:avLst/>
              <a:gdLst/>
              <a:ahLst/>
              <a:cxnLst/>
              <a:rect l="l" t="t" r="r" b="b"/>
              <a:pathLst>
                <a:path w="332105" h="36195">
                  <a:moveTo>
                    <a:pt x="331673" y="1282"/>
                  </a:moveTo>
                  <a:lnTo>
                    <a:pt x="329298" y="1282"/>
                  </a:lnTo>
                  <a:lnTo>
                    <a:pt x="330479" y="0"/>
                  </a:lnTo>
                  <a:lnTo>
                    <a:pt x="32334" y="0"/>
                  </a:lnTo>
                  <a:lnTo>
                    <a:pt x="0" y="33959"/>
                  </a:lnTo>
                  <a:lnTo>
                    <a:pt x="2400" y="33972"/>
                  </a:lnTo>
                  <a:lnTo>
                    <a:pt x="1193" y="35242"/>
                  </a:lnTo>
                  <a:lnTo>
                    <a:pt x="299948" y="35877"/>
                  </a:lnTo>
                  <a:lnTo>
                    <a:pt x="331673" y="12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480669" y="5460352"/>
              <a:ext cx="330835" cy="34925"/>
            </a:xfrm>
            <a:custGeom>
              <a:avLst/>
              <a:gdLst/>
              <a:ahLst/>
              <a:cxnLst/>
              <a:rect l="l" t="t" r="r" b="b"/>
              <a:pathLst>
                <a:path w="330834" h="34925">
                  <a:moveTo>
                    <a:pt x="0" y="33959"/>
                  </a:moveTo>
                  <a:lnTo>
                    <a:pt x="32334" y="0"/>
                  </a:lnTo>
                  <a:lnTo>
                    <a:pt x="330479" y="0"/>
                  </a:lnTo>
                  <a:lnTo>
                    <a:pt x="298754" y="34594"/>
                  </a:lnTo>
                  <a:lnTo>
                    <a:pt x="0" y="3395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471093" y="5195125"/>
              <a:ext cx="338455" cy="36830"/>
            </a:xfrm>
            <a:custGeom>
              <a:avLst/>
              <a:gdLst/>
              <a:ahLst/>
              <a:cxnLst/>
              <a:rect l="l" t="t" r="r" b="b"/>
              <a:pathLst>
                <a:path w="338455" h="36829">
                  <a:moveTo>
                    <a:pt x="338264" y="1282"/>
                  </a:moveTo>
                  <a:lnTo>
                    <a:pt x="335851" y="1282"/>
                  </a:lnTo>
                  <a:lnTo>
                    <a:pt x="337058" y="0"/>
                  </a:lnTo>
                  <a:lnTo>
                    <a:pt x="33528" y="0"/>
                  </a:lnTo>
                  <a:lnTo>
                    <a:pt x="0" y="35242"/>
                  </a:lnTo>
                  <a:lnTo>
                    <a:pt x="2413" y="35242"/>
                  </a:lnTo>
                  <a:lnTo>
                    <a:pt x="1193" y="36525"/>
                  </a:lnTo>
                  <a:lnTo>
                    <a:pt x="305333" y="36525"/>
                  </a:lnTo>
                  <a:lnTo>
                    <a:pt x="338264" y="1282"/>
                  </a:lnTo>
                  <a:close/>
                </a:path>
              </a:pathLst>
            </a:custGeom>
            <a:solidFill>
              <a:srgbClr val="C8C8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472287" y="5196408"/>
              <a:ext cx="337185" cy="35560"/>
            </a:xfrm>
            <a:custGeom>
              <a:avLst/>
              <a:gdLst/>
              <a:ahLst/>
              <a:cxnLst/>
              <a:rect l="l" t="t" r="r" b="b"/>
              <a:pathLst>
                <a:path w="337184" h="35560">
                  <a:moveTo>
                    <a:pt x="0" y="35242"/>
                  </a:moveTo>
                  <a:lnTo>
                    <a:pt x="33528" y="0"/>
                  </a:lnTo>
                  <a:lnTo>
                    <a:pt x="337070" y="0"/>
                  </a:lnTo>
                  <a:lnTo>
                    <a:pt x="304139" y="35242"/>
                  </a:lnTo>
                  <a:lnTo>
                    <a:pt x="0" y="35242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471093" y="5231003"/>
              <a:ext cx="306705" cy="257810"/>
            </a:xfrm>
            <a:custGeom>
              <a:avLst/>
              <a:gdLst/>
              <a:ahLst/>
              <a:cxnLst/>
              <a:rect l="l" t="t" r="r" b="b"/>
              <a:pathLst>
                <a:path w="306705" h="257810">
                  <a:moveTo>
                    <a:pt x="306527" y="257530"/>
                  </a:moveTo>
                  <a:lnTo>
                    <a:pt x="0" y="257530"/>
                  </a:lnTo>
                  <a:lnTo>
                    <a:pt x="0" y="0"/>
                  </a:lnTo>
                  <a:lnTo>
                    <a:pt x="306527" y="0"/>
                  </a:lnTo>
                  <a:lnTo>
                    <a:pt x="306527" y="257530"/>
                  </a:lnTo>
                  <a:close/>
                </a:path>
              </a:pathLst>
            </a:custGeom>
            <a:solidFill>
              <a:srgbClr val="B7B7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471093" y="5231003"/>
              <a:ext cx="306705" cy="257810"/>
            </a:xfrm>
            <a:custGeom>
              <a:avLst/>
              <a:gdLst/>
              <a:ahLst/>
              <a:cxnLst/>
              <a:rect l="l" t="t" r="r" b="b"/>
              <a:pathLst>
                <a:path w="306705" h="257810">
                  <a:moveTo>
                    <a:pt x="0" y="0"/>
                  </a:moveTo>
                  <a:lnTo>
                    <a:pt x="306527" y="0"/>
                  </a:lnTo>
                  <a:lnTo>
                    <a:pt x="306527" y="257530"/>
                  </a:lnTo>
                  <a:lnTo>
                    <a:pt x="0" y="25753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497433" y="5261762"/>
              <a:ext cx="254000" cy="200025"/>
            </a:xfrm>
            <a:custGeom>
              <a:avLst/>
              <a:gdLst/>
              <a:ahLst/>
              <a:cxnLst/>
              <a:rect l="l" t="t" r="r" b="b"/>
              <a:pathLst>
                <a:path w="254000" h="200025">
                  <a:moveTo>
                    <a:pt x="253847" y="199872"/>
                  </a:moveTo>
                  <a:lnTo>
                    <a:pt x="0" y="199872"/>
                  </a:lnTo>
                  <a:lnTo>
                    <a:pt x="0" y="0"/>
                  </a:lnTo>
                  <a:lnTo>
                    <a:pt x="253847" y="0"/>
                  </a:lnTo>
                  <a:lnTo>
                    <a:pt x="253847" y="1998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497433" y="5261762"/>
              <a:ext cx="254000" cy="200025"/>
            </a:xfrm>
            <a:custGeom>
              <a:avLst/>
              <a:gdLst/>
              <a:ahLst/>
              <a:cxnLst/>
              <a:rect l="l" t="t" r="r" b="b"/>
              <a:pathLst>
                <a:path w="254000" h="200025">
                  <a:moveTo>
                    <a:pt x="0" y="0"/>
                  </a:moveTo>
                  <a:lnTo>
                    <a:pt x="253847" y="0"/>
                  </a:lnTo>
                  <a:lnTo>
                    <a:pt x="253847" y="199872"/>
                  </a:lnTo>
                  <a:lnTo>
                    <a:pt x="0" y="199872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775233" y="5195125"/>
              <a:ext cx="34290" cy="292100"/>
            </a:xfrm>
            <a:custGeom>
              <a:avLst/>
              <a:gdLst/>
              <a:ahLst/>
              <a:cxnLst/>
              <a:rect l="l" t="t" r="r" b="b"/>
              <a:pathLst>
                <a:path w="34290" h="292100">
                  <a:moveTo>
                    <a:pt x="34124" y="1282"/>
                  </a:moveTo>
                  <a:lnTo>
                    <a:pt x="32918" y="2578"/>
                  </a:lnTo>
                  <a:lnTo>
                    <a:pt x="32918" y="0"/>
                  </a:lnTo>
                  <a:lnTo>
                    <a:pt x="0" y="35242"/>
                  </a:lnTo>
                  <a:lnTo>
                    <a:pt x="0" y="290207"/>
                  </a:lnTo>
                  <a:lnTo>
                    <a:pt x="1193" y="288937"/>
                  </a:lnTo>
                  <a:lnTo>
                    <a:pt x="1193" y="291490"/>
                  </a:lnTo>
                  <a:lnTo>
                    <a:pt x="34124" y="256260"/>
                  </a:lnTo>
                  <a:lnTo>
                    <a:pt x="34124" y="1282"/>
                  </a:lnTo>
                  <a:close/>
                </a:path>
              </a:pathLst>
            </a:custGeom>
            <a:solidFill>
              <a:srgbClr val="7979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776427" y="5196408"/>
              <a:ext cx="33020" cy="290830"/>
            </a:xfrm>
            <a:custGeom>
              <a:avLst/>
              <a:gdLst/>
              <a:ahLst/>
              <a:cxnLst/>
              <a:rect l="l" t="t" r="r" b="b"/>
              <a:pathLst>
                <a:path w="33020" h="290829">
                  <a:moveTo>
                    <a:pt x="0" y="290207"/>
                  </a:moveTo>
                  <a:lnTo>
                    <a:pt x="32931" y="254977"/>
                  </a:lnTo>
                  <a:lnTo>
                    <a:pt x="32931" y="0"/>
                  </a:lnTo>
                  <a:lnTo>
                    <a:pt x="0" y="35242"/>
                  </a:lnTo>
                  <a:lnTo>
                    <a:pt x="0" y="290207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410629" y="5551322"/>
              <a:ext cx="381000" cy="62865"/>
            </a:xfrm>
            <a:custGeom>
              <a:avLst/>
              <a:gdLst/>
              <a:ahLst/>
              <a:cxnLst/>
              <a:rect l="l" t="t" r="r" b="b"/>
              <a:pathLst>
                <a:path w="381000" h="62864">
                  <a:moveTo>
                    <a:pt x="380758" y="1282"/>
                  </a:moveTo>
                  <a:lnTo>
                    <a:pt x="378561" y="1282"/>
                  </a:lnTo>
                  <a:lnTo>
                    <a:pt x="379564" y="0"/>
                  </a:lnTo>
                  <a:lnTo>
                    <a:pt x="48488" y="0"/>
                  </a:lnTo>
                  <a:lnTo>
                    <a:pt x="0" y="61506"/>
                  </a:lnTo>
                  <a:lnTo>
                    <a:pt x="2197" y="61506"/>
                  </a:lnTo>
                  <a:lnTo>
                    <a:pt x="1193" y="62788"/>
                  </a:lnTo>
                  <a:lnTo>
                    <a:pt x="332867" y="62788"/>
                  </a:lnTo>
                  <a:lnTo>
                    <a:pt x="380758" y="1282"/>
                  </a:lnTo>
                  <a:close/>
                </a:path>
              </a:pathLst>
            </a:custGeom>
            <a:solidFill>
              <a:srgbClr val="C8C8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411822" y="5552605"/>
              <a:ext cx="379730" cy="61594"/>
            </a:xfrm>
            <a:custGeom>
              <a:avLst/>
              <a:gdLst/>
              <a:ahLst/>
              <a:cxnLst/>
              <a:rect l="l" t="t" r="r" b="b"/>
              <a:pathLst>
                <a:path w="379730" h="61595">
                  <a:moveTo>
                    <a:pt x="0" y="61506"/>
                  </a:moveTo>
                  <a:lnTo>
                    <a:pt x="48501" y="0"/>
                  </a:lnTo>
                  <a:lnTo>
                    <a:pt x="379564" y="0"/>
                  </a:lnTo>
                  <a:lnTo>
                    <a:pt x="331673" y="61506"/>
                  </a:lnTo>
                  <a:lnTo>
                    <a:pt x="0" y="61506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741705" y="5551322"/>
              <a:ext cx="50165" cy="76200"/>
            </a:xfrm>
            <a:custGeom>
              <a:avLst/>
              <a:gdLst/>
              <a:ahLst/>
              <a:cxnLst/>
              <a:rect l="l" t="t" r="r" b="b"/>
              <a:pathLst>
                <a:path w="50165" h="76200">
                  <a:moveTo>
                    <a:pt x="49682" y="1282"/>
                  </a:moveTo>
                  <a:lnTo>
                    <a:pt x="48412" y="2933"/>
                  </a:lnTo>
                  <a:lnTo>
                    <a:pt x="48488" y="0"/>
                  </a:lnTo>
                  <a:lnTo>
                    <a:pt x="0" y="62788"/>
                  </a:lnTo>
                  <a:lnTo>
                    <a:pt x="0" y="74320"/>
                  </a:lnTo>
                  <a:lnTo>
                    <a:pt x="1193" y="73050"/>
                  </a:lnTo>
                  <a:lnTo>
                    <a:pt x="1193" y="75590"/>
                  </a:lnTo>
                  <a:lnTo>
                    <a:pt x="49085" y="24345"/>
                  </a:lnTo>
                  <a:lnTo>
                    <a:pt x="49682" y="1282"/>
                  </a:lnTo>
                  <a:close/>
                </a:path>
              </a:pathLst>
            </a:custGeom>
            <a:solidFill>
              <a:srgbClr val="7979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742899" y="5552605"/>
              <a:ext cx="48895" cy="74930"/>
            </a:xfrm>
            <a:custGeom>
              <a:avLst/>
              <a:gdLst/>
              <a:ahLst/>
              <a:cxnLst/>
              <a:rect l="l" t="t" r="r" b="b"/>
              <a:pathLst>
                <a:path w="48895" h="74929">
                  <a:moveTo>
                    <a:pt x="0" y="74307"/>
                  </a:moveTo>
                  <a:lnTo>
                    <a:pt x="47891" y="23063"/>
                  </a:lnTo>
                  <a:lnTo>
                    <a:pt x="48488" y="0"/>
                  </a:lnTo>
                  <a:lnTo>
                    <a:pt x="0" y="62776"/>
                  </a:lnTo>
                  <a:lnTo>
                    <a:pt x="0" y="74307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8" name="object 98"/>
          <p:cNvGrpSpPr/>
          <p:nvPr/>
        </p:nvGrpSpPr>
        <p:grpSpPr>
          <a:xfrm>
            <a:off x="409987" y="5612828"/>
            <a:ext cx="335280" cy="15875"/>
            <a:chOff x="409987" y="5612828"/>
            <a:chExt cx="335280" cy="15875"/>
          </a:xfrm>
        </p:grpSpPr>
        <p:sp>
          <p:nvSpPr>
            <p:cNvPr id="99" name="object 99"/>
            <p:cNvSpPr/>
            <p:nvPr/>
          </p:nvSpPr>
          <p:spPr>
            <a:xfrm>
              <a:off x="410032" y="5612828"/>
              <a:ext cx="334010" cy="14604"/>
            </a:xfrm>
            <a:custGeom>
              <a:avLst/>
              <a:gdLst/>
              <a:ahLst/>
              <a:cxnLst/>
              <a:rect l="l" t="t" r="r" b="b"/>
              <a:pathLst>
                <a:path w="334009" h="14604">
                  <a:moveTo>
                    <a:pt x="333463" y="1282"/>
                  </a:moveTo>
                  <a:lnTo>
                    <a:pt x="332270" y="1282"/>
                  </a:lnTo>
                  <a:lnTo>
                    <a:pt x="332270" y="0"/>
                  </a:lnTo>
                  <a:lnTo>
                    <a:pt x="0" y="0"/>
                  </a:lnTo>
                  <a:lnTo>
                    <a:pt x="0" y="12814"/>
                  </a:lnTo>
                  <a:lnTo>
                    <a:pt x="1193" y="12814"/>
                  </a:lnTo>
                  <a:lnTo>
                    <a:pt x="1193" y="14097"/>
                  </a:lnTo>
                  <a:lnTo>
                    <a:pt x="333463" y="14097"/>
                  </a:lnTo>
                  <a:lnTo>
                    <a:pt x="333463" y="1282"/>
                  </a:lnTo>
                  <a:close/>
                </a:path>
              </a:pathLst>
            </a:custGeom>
            <a:solidFill>
              <a:srgbClr val="B7B7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411226" y="5614111"/>
              <a:ext cx="332740" cy="13335"/>
            </a:xfrm>
            <a:custGeom>
              <a:avLst/>
              <a:gdLst/>
              <a:ahLst/>
              <a:cxnLst/>
              <a:rect l="l" t="t" r="r" b="b"/>
              <a:pathLst>
                <a:path w="332740" h="13335">
                  <a:moveTo>
                    <a:pt x="0" y="0"/>
                  </a:moveTo>
                  <a:lnTo>
                    <a:pt x="332270" y="0"/>
                  </a:lnTo>
                  <a:lnTo>
                    <a:pt x="332270" y="12814"/>
                  </a:lnTo>
                  <a:lnTo>
                    <a:pt x="0" y="12814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1" name="object 101"/>
          <p:cNvGrpSpPr/>
          <p:nvPr/>
        </p:nvGrpSpPr>
        <p:grpSpPr>
          <a:xfrm>
            <a:off x="409955" y="2355850"/>
            <a:ext cx="8086725" cy="3595370"/>
            <a:chOff x="409955" y="2355850"/>
            <a:chExt cx="8086725" cy="3595370"/>
          </a:xfrm>
        </p:grpSpPr>
        <p:sp>
          <p:nvSpPr>
            <p:cNvPr id="102" name="object 102"/>
            <p:cNvSpPr/>
            <p:nvPr/>
          </p:nvSpPr>
          <p:spPr>
            <a:xfrm>
              <a:off x="1751698" y="3499103"/>
              <a:ext cx="38100" cy="2198370"/>
            </a:xfrm>
            <a:custGeom>
              <a:avLst/>
              <a:gdLst/>
              <a:ahLst/>
              <a:cxnLst/>
              <a:rect l="l" t="t" r="r" b="b"/>
              <a:pathLst>
                <a:path w="38100" h="2198370">
                  <a:moveTo>
                    <a:pt x="0" y="2197823"/>
                  </a:moveTo>
                  <a:lnTo>
                    <a:pt x="38100" y="2197823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21978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863600" y="4021620"/>
              <a:ext cx="907415" cy="1263015"/>
            </a:xfrm>
            <a:custGeom>
              <a:avLst/>
              <a:gdLst/>
              <a:ahLst/>
              <a:cxnLst/>
              <a:rect l="l" t="t" r="r" b="b"/>
              <a:pathLst>
                <a:path w="907414" h="1263014">
                  <a:moveTo>
                    <a:pt x="907148" y="1252905"/>
                  </a:moveTo>
                  <a:lnTo>
                    <a:pt x="0" y="1252905"/>
                  </a:lnTo>
                  <a:lnTo>
                    <a:pt x="0" y="1262430"/>
                  </a:lnTo>
                  <a:lnTo>
                    <a:pt x="907148" y="1262430"/>
                  </a:lnTo>
                  <a:lnTo>
                    <a:pt x="907148" y="1252905"/>
                  </a:lnTo>
                  <a:close/>
                </a:path>
                <a:path w="907414" h="1263014">
                  <a:moveTo>
                    <a:pt x="907148" y="668223"/>
                  </a:moveTo>
                  <a:lnTo>
                    <a:pt x="0" y="668223"/>
                  </a:lnTo>
                  <a:lnTo>
                    <a:pt x="0" y="677748"/>
                  </a:lnTo>
                  <a:lnTo>
                    <a:pt x="907148" y="677748"/>
                  </a:lnTo>
                  <a:lnTo>
                    <a:pt x="907148" y="668223"/>
                  </a:lnTo>
                  <a:close/>
                </a:path>
                <a:path w="907414" h="1263014">
                  <a:moveTo>
                    <a:pt x="907148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907148" y="9525"/>
                  </a:lnTo>
                  <a:lnTo>
                    <a:pt x="9071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471093" y="3455060"/>
              <a:ext cx="345440" cy="43815"/>
            </a:xfrm>
            <a:custGeom>
              <a:avLst/>
              <a:gdLst/>
              <a:ahLst/>
              <a:cxnLst/>
              <a:rect l="l" t="t" r="r" b="b"/>
              <a:pathLst>
                <a:path w="345440" h="43814">
                  <a:moveTo>
                    <a:pt x="304139" y="43561"/>
                  </a:moveTo>
                  <a:lnTo>
                    <a:pt x="0" y="43561"/>
                  </a:lnTo>
                  <a:lnTo>
                    <a:pt x="40716" y="0"/>
                  </a:lnTo>
                  <a:lnTo>
                    <a:pt x="344843" y="0"/>
                  </a:lnTo>
                  <a:lnTo>
                    <a:pt x="304139" y="43561"/>
                  </a:lnTo>
                  <a:close/>
                </a:path>
              </a:pathLst>
            </a:custGeom>
            <a:solidFill>
              <a:srgbClr val="C8C8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472287" y="3456343"/>
              <a:ext cx="345440" cy="43815"/>
            </a:xfrm>
            <a:custGeom>
              <a:avLst/>
              <a:gdLst/>
              <a:ahLst/>
              <a:cxnLst/>
              <a:rect l="l" t="t" r="r" b="b"/>
              <a:pathLst>
                <a:path w="345440" h="43814">
                  <a:moveTo>
                    <a:pt x="304139" y="43561"/>
                  </a:moveTo>
                  <a:lnTo>
                    <a:pt x="0" y="43561"/>
                  </a:lnTo>
                  <a:lnTo>
                    <a:pt x="40716" y="0"/>
                  </a:lnTo>
                  <a:lnTo>
                    <a:pt x="344843" y="0"/>
                  </a:lnTo>
                  <a:lnTo>
                    <a:pt x="304139" y="43561"/>
                  </a:lnTo>
                  <a:close/>
                </a:path>
              </a:pathLst>
            </a:custGeom>
            <a:solidFill>
              <a:srgbClr val="C8C8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472287" y="3456343"/>
              <a:ext cx="345440" cy="43815"/>
            </a:xfrm>
            <a:custGeom>
              <a:avLst/>
              <a:gdLst/>
              <a:ahLst/>
              <a:cxnLst/>
              <a:rect l="l" t="t" r="r" b="b"/>
              <a:pathLst>
                <a:path w="345440" h="43814">
                  <a:moveTo>
                    <a:pt x="0" y="43561"/>
                  </a:moveTo>
                  <a:lnTo>
                    <a:pt x="40716" y="0"/>
                  </a:lnTo>
                  <a:lnTo>
                    <a:pt x="344843" y="0"/>
                  </a:lnTo>
                  <a:lnTo>
                    <a:pt x="304139" y="43561"/>
                  </a:lnTo>
                  <a:lnTo>
                    <a:pt x="0" y="43561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471093" y="3498621"/>
              <a:ext cx="305435" cy="61594"/>
            </a:xfrm>
            <a:custGeom>
              <a:avLst/>
              <a:gdLst/>
              <a:ahLst/>
              <a:cxnLst/>
              <a:rect l="l" t="t" r="r" b="b"/>
              <a:pathLst>
                <a:path w="305434" h="61595">
                  <a:moveTo>
                    <a:pt x="305333" y="1282"/>
                  </a:moveTo>
                  <a:lnTo>
                    <a:pt x="304139" y="1282"/>
                  </a:lnTo>
                  <a:lnTo>
                    <a:pt x="304139" y="0"/>
                  </a:lnTo>
                  <a:lnTo>
                    <a:pt x="0" y="0"/>
                  </a:lnTo>
                  <a:lnTo>
                    <a:pt x="0" y="60236"/>
                  </a:lnTo>
                  <a:lnTo>
                    <a:pt x="1193" y="60236"/>
                  </a:lnTo>
                  <a:lnTo>
                    <a:pt x="1193" y="61518"/>
                  </a:lnTo>
                  <a:lnTo>
                    <a:pt x="305333" y="61518"/>
                  </a:lnTo>
                  <a:lnTo>
                    <a:pt x="305333" y="1282"/>
                  </a:lnTo>
                  <a:close/>
                </a:path>
              </a:pathLst>
            </a:custGeom>
            <a:solidFill>
              <a:srgbClr val="B7B7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472287" y="3499904"/>
              <a:ext cx="304165" cy="60325"/>
            </a:xfrm>
            <a:custGeom>
              <a:avLst/>
              <a:gdLst/>
              <a:ahLst/>
              <a:cxnLst/>
              <a:rect l="l" t="t" r="r" b="b"/>
              <a:pathLst>
                <a:path w="304165" h="60325">
                  <a:moveTo>
                    <a:pt x="0" y="0"/>
                  </a:moveTo>
                  <a:lnTo>
                    <a:pt x="304139" y="0"/>
                  </a:lnTo>
                  <a:lnTo>
                    <a:pt x="304139" y="60223"/>
                  </a:lnTo>
                  <a:lnTo>
                    <a:pt x="0" y="60223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775233" y="3455060"/>
              <a:ext cx="41910" cy="104775"/>
            </a:xfrm>
            <a:custGeom>
              <a:avLst/>
              <a:gdLst/>
              <a:ahLst/>
              <a:cxnLst/>
              <a:rect l="l" t="t" r="r" b="b"/>
              <a:pathLst>
                <a:path w="41909" h="104775">
                  <a:moveTo>
                    <a:pt x="41884" y="1282"/>
                  </a:moveTo>
                  <a:lnTo>
                    <a:pt x="40703" y="2552"/>
                  </a:lnTo>
                  <a:lnTo>
                    <a:pt x="40703" y="0"/>
                  </a:lnTo>
                  <a:lnTo>
                    <a:pt x="0" y="43561"/>
                  </a:lnTo>
                  <a:lnTo>
                    <a:pt x="0" y="103136"/>
                  </a:lnTo>
                  <a:lnTo>
                    <a:pt x="1193" y="101879"/>
                  </a:lnTo>
                  <a:lnTo>
                    <a:pt x="1193" y="104419"/>
                  </a:lnTo>
                  <a:lnTo>
                    <a:pt x="41884" y="61506"/>
                  </a:lnTo>
                  <a:lnTo>
                    <a:pt x="41884" y="1282"/>
                  </a:lnTo>
                  <a:close/>
                </a:path>
              </a:pathLst>
            </a:custGeom>
            <a:solidFill>
              <a:srgbClr val="7979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776427" y="3456343"/>
              <a:ext cx="41275" cy="103505"/>
            </a:xfrm>
            <a:custGeom>
              <a:avLst/>
              <a:gdLst/>
              <a:ahLst/>
              <a:cxnLst/>
              <a:rect l="l" t="t" r="r" b="b"/>
              <a:pathLst>
                <a:path w="41275" h="103504">
                  <a:moveTo>
                    <a:pt x="0" y="103136"/>
                  </a:moveTo>
                  <a:lnTo>
                    <a:pt x="40703" y="60223"/>
                  </a:lnTo>
                  <a:lnTo>
                    <a:pt x="40703" y="0"/>
                  </a:lnTo>
                  <a:lnTo>
                    <a:pt x="0" y="43561"/>
                  </a:lnTo>
                  <a:lnTo>
                    <a:pt x="0" y="103136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479475" y="3455060"/>
              <a:ext cx="332105" cy="36195"/>
            </a:xfrm>
            <a:custGeom>
              <a:avLst/>
              <a:gdLst/>
              <a:ahLst/>
              <a:cxnLst/>
              <a:rect l="l" t="t" r="r" b="b"/>
              <a:pathLst>
                <a:path w="332105" h="36195">
                  <a:moveTo>
                    <a:pt x="331673" y="1282"/>
                  </a:moveTo>
                  <a:lnTo>
                    <a:pt x="329298" y="1282"/>
                  </a:lnTo>
                  <a:lnTo>
                    <a:pt x="330479" y="0"/>
                  </a:lnTo>
                  <a:lnTo>
                    <a:pt x="32334" y="0"/>
                  </a:lnTo>
                  <a:lnTo>
                    <a:pt x="0" y="33959"/>
                  </a:lnTo>
                  <a:lnTo>
                    <a:pt x="2387" y="33972"/>
                  </a:lnTo>
                  <a:lnTo>
                    <a:pt x="1193" y="35229"/>
                  </a:lnTo>
                  <a:lnTo>
                    <a:pt x="299948" y="35877"/>
                  </a:lnTo>
                  <a:lnTo>
                    <a:pt x="331673" y="12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480669" y="3456343"/>
              <a:ext cx="330835" cy="34925"/>
            </a:xfrm>
            <a:custGeom>
              <a:avLst/>
              <a:gdLst/>
              <a:ahLst/>
              <a:cxnLst/>
              <a:rect l="l" t="t" r="r" b="b"/>
              <a:pathLst>
                <a:path w="330834" h="34925">
                  <a:moveTo>
                    <a:pt x="0" y="33947"/>
                  </a:moveTo>
                  <a:lnTo>
                    <a:pt x="32334" y="0"/>
                  </a:lnTo>
                  <a:lnTo>
                    <a:pt x="330479" y="0"/>
                  </a:lnTo>
                  <a:lnTo>
                    <a:pt x="298754" y="34594"/>
                  </a:lnTo>
                  <a:lnTo>
                    <a:pt x="0" y="3394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471093" y="3191116"/>
              <a:ext cx="338455" cy="36830"/>
            </a:xfrm>
            <a:custGeom>
              <a:avLst/>
              <a:gdLst/>
              <a:ahLst/>
              <a:cxnLst/>
              <a:rect l="l" t="t" r="r" b="b"/>
              <a:pathLst>
                <a:path w="338455" h="36830">
                  <a:moveTo>
                    <a:pt x="338264" y="1282"/>
                  </a:moveTo>
                  <a:lnTo>
                    <a:pt x="335851" y="1282"/>
                  </a:lnTo>
                  <a:lnTo>
                    <a:pt x="337058" y="0"/>
                  </a:lnTo>
                  <a:lnTo>
                    <a:pt x="33528" y="0"/>
                  </a:lnTo>
                  <a:lnTo>
                    <a:pt x="0" y="35242"/>
                  </a:lnTo>
                  <a:lnTo>
                    <a:pt x="2413" y="35242"/>
                  </a:lnTo>
                  <a:lnTo>
                    <a:pt x="1193" y="36525"/>
                  </a:lnTo>
                  <a:lnTo>
                    <a:pt x="305333" y="36525"/>
                  </a:lnTo>
                  <a:lnTo>
                    <a:pt x="338264" y="1282"/>
                  </a:lnTo>
                  <a:close/>
                </a:path>
              </a:pathLst>
            </a:custGeom>
            <a:solidFill>
              <a:srgbClr val="C8C8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472287" y="3192399"/>
              <a:ext cx="337185" cy="35560"/>
            </a:xfrm>
            <a:custGeom>
              <a:avLst/>
              <a:gdLst/>
              <a:ahLst/>
              <a:cxnLst/>
              <a:rect l="l" t="t" r="r" b="b"/>
              <a:pathLst>
                <a:path w="337184" h="35560">
                  <a:moveTo>
                    <a:pt x="0" y="35242"/>
                  </a:moveTo>
                  <a:lnTo>
                    <a:pt x="33528" y="0"/>
                  </a:lnTo>
                  <a:lnTo>
                    <a:pt x="337070" y="0"/>
                  </a:lnTo>
                  <a:lnTo>
                    <a:pt x="304139" y="35242"/>
                  </a:lnTo>
                  <a:lnTo>
                    <a:pt x="0" y="35242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471093" y="3226993"/>
              <a:ext cx="306705" cy="257810"/>
            </a:xfrm>
            <a:custGeom>
              <a:avLst/>
              <a:gdLst/>
              <a:ahLst/>
              <a:cxnLst/>
              <a:rect l="l" t="t" r="r" b="b"/>
              <a:pathLst>
                <a:path w="306705" h="257810">
                  <a:moveTo>
                    <a:pt x="306527" y="257530"/>
                  </a:moveTo>
                  <a:lnTo>
                    <a:pt x="0" y="257530"/>
                  </a:lnTo>
                  <a:lnTo>
                    <a:pt x="0" y="0"/>
                  </a:lnTo>
                  <a:lnTo>
                    <a:pt x="306527" y="0"/>
                  </a:lnTo>
                  <a:lnTo>
                    <a:pt x="306527" y="257530"/>
                  </a:lnTo>
                  <a:close/>
                </a:path>
              </a:pathLst>
            </a:custGeom>
            <a:solidFill>
              <a:srgbClr val="B7B7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471093" y="3226993"/>
              <a:ext cx="306705" cy="257810"/>
            </a:xfrm>
            <a:custGeom>
              <a:avLst/>
              <a:gdLst/>
              <a:ahLst/>
              <a:cxnLst/>
              <a:rect l="l" t="t" r="r" b="b"/>
              <a:pathLst>
                <a:path w="306705" h="257810">
                  <a:moveTo>
                    <a:pt x="0" y="0"/>
                  </a:moveTo>
                  <a:lnTo>
                    <a:pt x="306527" y="0"/>
                  </a:lnTo>
                  <a:lnTo>
                    <a:pt x="306527" y="257530"/>
                  </a:lnTo>
                  <a:lnTo>
                    <a:pt x="0" y="25753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497433" y="3257740"/>
              <a:ext cx="254000" cy="200025"/>
            </a:xfrm>
            <a:custGeom>
              <a:avLst/>
              <a:gdLst/>
              <a:ahLst/>
              <a:cxnLst/>
              <a:rect l="l" t="t" r="r" b="b"/>
              <a:pathLst>
                <a:path w="254000" h="200025">
                  <a:moveTo>
                    <a:pt x="253847" y="199872"/>
                  </a:moveTo>
                  <a:lnTo>
                    <a:pt x="0" y="199872"/>
                  </a:lnTo>
                  <a:lnTo>
                    <a:pt x="0" y="0"/>
                  </a:lnTo>
                  <a:lnTo>
                    <a:pt x="253847" y="0"/>
                  </a:lnTo>
                  <a:lnTo>
                    <a:pt x="253847" y="1998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497433" y="3257740"/>
              <a:ext cx="254000" cy="200025"/>
            </a:xfrm>
            <a:custGeom>
              <a:avLst/>
              <a:gdLst/>
              <a:ahLst/>
              <a:cxnLst/>
              <a:rect l="l" t="t" r="r" b="b"/>
              <a:pathLst>
                <a:path w="254000" h="200025">
                  <a:moveTo>
                    <a:pt x="0" y="0"/>
                  </a:moveTo>
                  <a:lnTo>
                    <a:pt x="253847" y="0"/>
                  </a:lnTo>
                  <a:lnTo>
                    <a:pt x="253847" y="199872"/>
                  </a:lnTo>
                  <a:lnTo>
                    <a:pt x="0" y="199872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775233" y="3191116"/>
              <a:ext cx="34290" cy="292100"/>
            </a:xfrm>
            <a:custGeom>
              <a:avLst/>
              <a:gdLst/>
              <a:ahLst/>
              <a:cxnLst/>
              <a:rect l="l" t="t" r="r" b="b"/>
              <a:pathLst>
                <a:path w="34290" h="292100">
                  <a:moveTo>
                    <a:pt x="34124" y="1282"/>
                  </a:moveTo>
                  <a:lnTo>
                    <a:pt x="32918" y="2578"/>
                  </a:lnTo>
                  <a:lnTo>
                    <a:pt x="32918" y="0"/>
                  </a:lnTo>
                  <a:lnTo>
                    <a:pt x="0" y="35242"/>
                  </a:lnTo>
                  <a:lnTo>
                    <a:pt x="0" y="290207"/>
                  </a:lnTo>
                  <a:lnTo>
                    <a:pt x="1193" y="288937"/>
                  </a:lnTo>
                  <a:lnTo>
                    <a:pt x="1193" y="291490"/>
                  </a:lnTo>
                  <a:lnTo>
                    <a:pt x="34124" y="256260"/>
                  </a:lnTo>
                  <a:lnTo>
                    <a:pt x="34124" y="1282"/>
                  </a:lnTo>
                  <a:close/>
                </a:path>
              </a:pathLst>
            </a:custGeom>
            <a:solidFill>
              <a:srgbClr val="7979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776427" y="3192399"/>
              <a:ext cx="33020" cy="290830"/>
            </a:xfrm>
            <a:custGeom>
              <a:avLst/>
              <a:gdLst/>
              <a:ahLst/>
              <a:cxnLst/>
              <a:rect l="l" t="t" r="r" b="b"/>
              <a:pathLst>
                <a:path w="33020" h="290829">
                  <a:moveTo>
                    <a:pt x="0" y="290207"/>
                  </a:moveTo>
                  <a:lnTo>
                    <a:pt x="32931" y="254977"/>
                  </a:lnTo>
                  <a:lnTo>
                    <a:pt x="32931" y="0"/>
                  </a:lnTo>
                  <a:lnTo>
                    <a:pt x="0" y="35242"/>
                  </a:lnTo>
                  <a:lnTo>
                    <a:pt x="0" y="290207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410629" y="3547313"/>
              <a:ext cx="381000" cy="62865"/>
            </a:xfrm>
            <a:custGeom>
              <a:avLst/>
              <a:gdLst/>
              <a:ahLst/>
              <a:cxnLst/>
              <a:rect l="l" t="t" r="r" b="b"/>
              <a:pathLst>
                <a:path w="381000" h="62864">
                  <a:moveTo>
                    <a:pt x="380758" y="1282"/>
                  </a:moveTo>
                  <a:lnTo>
                    <a:pt x="378561" y="1282"/>
                  </a:lnTo>
                  <a:lnTo>
                    <a:pt x="379564" y="0"/>
                  </a:lnTo>
                  <a:lnTo>
                    <a:pt x="48488" y="0"/>
                  </a:lnTo>
                  <a:lnTo>
                    <a:pt x="0" y="61506"/>
                  </a:lnTo>
                  <a:lnTo>
                    <a:pt x="2184" y="61506"/>
                  </a:lnTo>
                  <a:lnTo>
                    <a:pt x="1193" y="62776"/>
                  </a:lnTo>
                  <a:lnTo>
                    <a:pt x="332867" y="62776"/>
                  </a:lnTo>
                  <a:lnTo>
                    <a:pt x="380758" y="1282"/>
                  </a:lnTo>
                  <a:close/>
                </a:path>
              </a:pathLst>
            </a:custGeom>
            <a:solidFill>
              <a:srgbClr val="C8C8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411822" y="3548595"/>
              <a:ext cx="379730" cy="61594"/>
            </a:xfrm>
            <a:custGeom>
              <a:avLst/>
              <a:gdLst/>
              <a:ahLst/>
              <a:cxnLst/>
              <a:rect l="l" t="t" r="r" b="b"/>
              <a:pathLst>
                <a:path w="379730" h="61595">
                  <a:moveTo>
                    <a:pt x="0" y="61493"/>
                  </a:moveTo>
                  <a:lnTo>
                    <a:pt x="48501" y="0"/>
                  </a:lnTo>
                  <a:lnTo>
                    <a:pt x="379564" y="0"/>
                  </a:lnTo>
                  <a:lnTo>
                    <a:pt x="331673" y="61493"/>
                  </a:lnTo>
                  <a:lnTo>
                    <a:pt x="0" y="61493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741705" y="3547313"/>
              <a:ext cx="50165" cy="76200"/>
            </a:xfrm>
            <a:custGeom>
              <a:avLst/>
              <a:gdLst/>
              <a:ahLst/>
              <a:cxnLst/>
              <a:rect l="l" t="t" r="r" b="b"/>
              <a:pathLst>
                <a:path w="50165" h="76200">
                  <a:moveTo>
                    <a:pt x="49682" y="1282"/>
                  </a:moveTo>
                  <a:lnTo>
                    <a:pt x="48412" y="2933"/>
                  </a:lnTo>
                  <a:lnTo>
                    <a:pt x="48488" y="0"/>
                  </a:lnTo>
                  <a:lnTo>
                    <a:pt x="0" y="62776"/>
                  </a:lnTo>
                  <a:lnTo>
                    <a:pt x="0" y="74307"/>
                  </a:lnTo>
                  <a:lnTo>
                    <a:pt x="1193" y="73037"/>
                  </a:lnTo>
                  <a:lnTo>
                    <a:pt x="1193" y="75590"/>
                  </a:lnTo>
                  <a:lnTo>
                    <a:pt x="49085" y="24345"/>
                  </a:lnTo>
                  <a:lnTo>
                    <a:pt x="49682" y="1282"/>
                  </a:lnTo>
                  <a:close/>
                </a:path>
              </a:pathLst>
            </a:custGeom>
            <a:solidFill>
              <a:srgbClr val="7979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742899" y="3548595"/>
              <a:ext cx="48895" cy="74930"/>
            </a:xfrm>
            <a:custGeom>
              <a:avLst/>
              <a:gdLst/>
              <a:ahLst/>
              <a:cxnLst/>
              <a:rect l="l" t="t" r="r" b="b"/>
              <a:pathLst>
                <a:path w="48895" h="74929">
                  <a:moveTo>
                    <a:pt x="0" y="74307"/>
                  </a:moveTo>
                  <a:lnTo>
                    <a:pt x="47891" y="23063"/>
                  </a:lnTo>
                  <a:lnTo>
                    <a:pt x="48488" y="0"/>
                  </a:lnTo>
                  <a:lnTo>
                    <a:pt x="0" y="62776"/>
                  </a:lnTo>
                  <a:lnTo>
                    <a:pt x="0" y="74307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410032" y="3608819"/>
              <a:ext cx="334010" cy="14604"/>
            </a:xfrm>
            <a:custGeom>
              <a:avLst/>
              <a:gdLst/>
              <a:ahLst/>
              <a:cxnLst/>
              <a:rect l="l" t="t" r="r" b="b"/>
              <a:pathLst>
                <a:path w="334009" h="14604">
                  <a:moveTo>
                    <a:pt x="333463" y="1270"/>
                  </a:moveTo>
                  <a:lnTo>
                    <a:pt x="332270" y="1270"/>
                  </a:lnTo>
                  <a:lnTo>
                    <a:pt x="332270" y="0"/>
                  </a:lnTo>
                  <a:lnTo>
                    <a:pt x="0" y="0"/>
                  </a:lnTo>
                  <a:lnTo>
                    <a:pt x="0" y="12814"/>
                  </a:lnTo>
                  <a:lnTo>
                    <a:pt x="1193" y="12814"/>
                  </a:lnTo>
                  <a:lnTo>
                    <a:pt x="1193" y="14084"/>
                  </a:lnTo>
                  <a:lnTo>
                    <a:pt x="333463" y="14084"/>
                  </a:lnTo>
                  <a:lnTo>
                    <a:pt x="333463" y="1270"/>
                  </a:lnTo>
                  <a:close/>
                </a:path>
              </a:pathLst>
            </a:custGeom>
            <a:solidFill>
              <a:srgbClr val="B7B7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411225" y="3610089"/>
              <a:ext cx="332740" cy="13335"/>
            </a:xfrm>
            <a:custGeom>
              <a:avLst/>
              <a:gdLst/>
              <a:ahLst/>
              <a:cxnLst/>
              <a:rect l="l" t="t" r="r" b="b"/>
              <a:pathLst>
                <a:path w="332740" h="13335">
                  <a:moveTo>
                    <a:pt x="0" y="0"/>
                  </a:moveTo>
                  <a:lnTo>
                    <a:pt x="332270" y="0"/>
                  </a:lnTo>
                  <a:lnTo>
                    <a:pt x="332270" y="12814"/>
                  </a:lnTo>
                  <a:lnTo>
                    <a:pt x="0" y="12814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471093" y="4122635"/>
              <a:ext cx="345440" cy="43815"/>
            </a:xfrm>
            <a:custGeom>
              <a:avLst/>
              <a:gdLst/>
              <a:ahLst/>
              <a:cxnLst/>
              <a:rect l="l" t="t" r="r" b="b"/>
              <a:pathLst>
                <a:path w="345440" h="43814">
                  <a:moveTo>
                    <a:pt x="304139" y="43573"/>
                  </a:moveTo>
                  <a:lnTo>
                    <a:pt x="0" y="43573"/>
                  </a:lnTo>
                  <a:lnTo>
                    <a:pt x="40716" y="0"/>
                  </a:lnTo>
                  <a:lnTo>
                    <a:pt x="344843" y="0"/>
                  </a:lnTo>
                  <a:lnTo>
                    <a:pt x="304139" y="43573"/>
                  </a:lnTo>
                  <a:close/>
                </a:path>
              </a:pathLst>
            </a:custGeom>
            <a:solidFill>
              <a:srgbClr val="C8C8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472287" y="4123918"/>
              <a:ext cx="345440" cy="43815"/>
            </a:xfrm>
            <a:custGeom>
              <a:avLst/>
              <a:gdLst/>
              <a:ahLst/>
              <a:cxnLst/>
              <a:rect l="l" t="t" r="r" b="b"/>
              <a:pathLst>
                <a:path w="345440" h="43814">
                  <a:moveTo>
                    <a:pt x="304139" y="43561"/>
                  </a:moveTo>
                  <a:lnTo>
                    <a:pt x="0" y="43561"/>
                  </a:lnTo>
                  <a:lnTo>
                    <a:pt x="40716" y="0"/>
                  </a:lnTo>
                  <a:lnTo>
                    <a:pt x="344843" y="0"/>
                  </a:lnTo>
                  <a:lnTo>
                    <a:pt x="304139" y="43561"/>
                  </a:lnTo>
                  <a:close/>
                </a:path>
              </a:pathLst>
            </a:custGeom>
            <a:solidFill>
              <a:srgbClr val="C8C8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472287" y="4123918"/>
              <a:ext cx="345440" cy="43815"/>
            </a:xfrm>
            <a:custGeom>
              <a:avLst/>
              <a:gdLst/>
              <a:ahLst/>
              <a:cxnLst/>
              <a:rect l="l" t="t" r="r" b="b"/>
              <a:pathLst>
                <a:path w="345440" h="43814">
                  <a:moveTo>
                    <a:pt x="0" y="43561"/>
                  </a:moveTo>
                  <a:lnTo>
                    <a:pt x="40716" y="0"/>
                  </a:lnTo>
                  <a:lnTo>
                    <a:pt x="344843" y="0"/>
                  </a:lnTo>
                  <a:lnTo>
                    <a:pt x="304139" y="43561"/>
                  </a:lnTo>
                  <a:lnTo>
                    <a:pt x="0" y="43561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471093" y="4166209"/>
              <a:ext cx="305435" cy="61594"/>
            </a:xfrm>
            <a:custGeom>
              <a:avLst/>
              <a:gdLst/>
              <a:ahLst/>
              <a:cxnLst/>
              <a:rect l="l" t="t" r="r" b="b"/>
              <a:pathLst>
                <a:path w="305434" h="61595">
                  <a:moveTo>
                    <a:pt x="305333" y="1270"/>
                  </a:moveTo>
                  <a:lnTo>
                    <a:pt x="304139" y="1270"/>
                  </a:lnTo>
                  <a:lnTo>
                    <a:pt x="304139" y="0"/>
                  </a:lnTo>
                  <a:lnTo>
                    <a:pt x="0" y="0"/>
                  </a:lnTo>
                  <a:lnTo>
                    <a:pt x="0" y="60223"/>
                  </a:lnTo>
                  <a:lnTo>
                    <a:pt x="1193" y="60223"/>
                  </a:lnTo>
                  <a:lnTo>
                    <a:pt x="1193" y="61506"/>
                  </a:lnTo>
                  <a:lnTo>
                    <a:pt x="305333" y="61506"/>
                  </a:lnTo>
                  <a:lnTo>
                    <a:pt x="305333" y="1270"/>
                  </a:lnTo>
                  <a:close/>
                </a:path>
              </a:pathLst>
            </a:custGeom>
            <a:solidFill>
              <a:srgbClr val="B7B7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472287" y="4167479"/>
              <a:ext cx="304165" cy="60325"/>
            </a:xfrm>
            <a:custGeom>
              <a:avLst/>
              <a:gdLst/>
              <a:ahLst/>
              <a:cxnLst/>
              <a:rect l="l" t="t" r="r" b="b"/>
              <a:pathLst>
                <a:path w="304165" h="60325">
                  <a:moveTo>
                    <a:pt x="0" y="0"/>
                  </a:moveTo>
                  <a:lnTo>
                    <a:pt x="304139" y="0"/>
                  </a:lnTo>
                  <a:lnTo>
                    <a:pt x="304139" y="60223"/>
                  </a:lnTo>
                  <a:lnTo>
                    <a:pt x="0" y="60223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775233" y="4122635"/>
              <a:ext cx="41910" cy="104775"/>
            </a:xfrm>
            <a:custGeom>
              <a:avLst/>
              <a:gdLst/>
              <a:ahLst/>
              <a:cxnLst/>
              <a:rect l="l" t="t" r="r" b="b"/>
              <a:pathLst>
                <a:path w="41909" h="104775">
                  <a:moveTo>
                    <a:pt x="41884" y="1282"/>
                  </a:moveTo>
                  <a:lnTo>
                    <a:pt x="40703" y="2552"/>
                  </a:lnTo>
                  <a:lnTo>
                    <a:pt x="40703" y="0"/>
                  </a:lnTo>
                  <a:lnTo>
                    <a:pt x="0" y="43573"/>
                  </a:lnTo>
                  <a:lnTo>
                    <a:pt x="0" y="103149"/>
                  </a:lnTo>
                  <a:lnTo>
                    <a:pt x="1193" y="101892"/>
                  </a:lnTo>
                  <a:lnTo>
                    <a:pt x="1193" y="104432"/>
                  </a:lnTo>
                  <a:lnTo>
                    <a:pt x="41884" y="61506"/>
                  </a:lnTo>
                  <a:lnTo>
                    <a:pt x="41884" y="1282"/>
                  </a:lnTo>
                  <a:close/>
                </a:path>
              </a:pathLst>
            </a:custGeom>
            <a:solidFill>
              <a:srgbClr val="7979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776427" y="4123918"/>
              <a:ext cx="41275" cy="103505"/>
            </a:xfrm>
            <a:custGeom>
              <a:avLst/>
              <a:gdLst/>
              <a:ahLst/>
              <a:cxnLst/>
              <a:rect l="l" t="t" r="r" b="b"/>
              <a:pathLst>
                <a:path w="41275" h="103504">
                  <a:moveTo>
                    <a:pt x="0" y="103149"/>
                  </a:moveTo>
                  <a:lnTo>
                    <a:pt x="40703" y="60223"/>
                  </a:lnTo>
                  <a:lnTo>
                    <a:pt x="40703" y="0"/>
                  </a:lnTo>
                  <a:lnTo>
                    <a:pt x="0" y="43561"/>
                  </a:lnTo>
                  <a:lnTo>
                    <a:pt x="0" y="103149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479475" y="4122635"/>
              <a:ext cx="332105" cy="36195"/>
            </a:xfrm>
            <a:custGeom>
              <a:avLst/>
              <a:gdLst/>
              <a:ahLst/>
              <a:cxnLst/>
              <a:rect l="l" t="t" r="r" b="b"/>
              <a:pathLst>
                <a:path w="332105" h="36195">
                  <a:moveTo>
                    <a:pt x="331673" y="1282"/>
                  </a:moveTo>
                  <a:lnTo>
                    <a:pt x="329298" y="1282"/>
                  </a:lnTo>
                  <a:lnTo>
                    <a:pt x="330479" y="0"/>
                  </a:lnTo>
                  <a:lnTo>
                    <a:pt x="32334" y="0"/>
                  </a:lnTo>
                  <a:lnTo>
                    <a:pt x="0" y="33959"/>
                  </a:lnTo>
                  <a:lnTo>
                    <a:pt x="2400" y="33972"/>
                  </a:lnTo>
                  <a:lnTo>
                    <a:pt x="1193" y="35242"/>
                  </a:lnTo>
                  <a:lnTo>
                    <a:pt x="299948" y="35877"/>
                  </a:lnTo>
                  <a:lnTo>
                    <a:pt x="331673" y="12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480669" y="4123918"/>
              <a:ext cx="330835" cy="34925"/>
            </a:xfrm>
            <a:custGeom>
              <a:avLst/>
              <a:gdLst/>
              <a:ahLst/>
              <a:cxnLst/>
              <a:rect l="l" t="t" r="r" b="b"/>
              <a:pathLst>
                <a:path w="330834" h="34925">
                  <a:moveTo>
                    <a:pt x="0" y="33959"/>
                  </a:moveTo>
                  <a:lnTo>
                    <a:pt x="32334" y="0"/>
                  </a:lnTo>
                  <a:lnTo>
                    <a:pt x="330479" y="0"/>
                  </a:lnTo>
                  <a:lnTo>
                    <a:pt x="298754" y="34594"/>
                  </a:lnTo>
                  <a:lnTo>
                    <a:pt x="0" y="3395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471093" y="3858704"/>
              <a:ext cx="338455" cy="36830"/>
            </a:xfrm>
            <a:custGeom>
              <a:avLst/>
              <a:gdLst/>
              <a:ahLst/>
              <a:cxnLst/>
              <a:rect l="l" t="t" r="r" b="b"/>
              <a:pathLst>
                <a:path w="338455" h="36829">
                  <a:moveTo>
                    <a:pt x="338264" y="1270"/>
                  </a:moveTo>
                  <a:lnTo>
                    <a:pt x="335864" y="1270"/>
                  </a:lnTo>
                  <a:lnTo>
                    <a:pt x="337058" y="0"/>
                  </a:lnTo>
                  <a:lnTo>
                    <a:pt x="33528" y="0"/>
                  </a:lnTo>
                  <a:lnTo>
                    <a:pt x="0" y="35229"/>
                  </a:lnTo>
                  <a:lnTo>
                    <a:pt x="2413" y="35229"/>
                  </a:lnTo>
                  <a:lnTo>
                    <a:pt x="1193" y="36512"/>
                  </a:lnTo>
                  <a:lnTo>
                    <a:pt x="305333" y="36512"/>
                  </a:lnTo>
                  <a:lnTo>
                    <a:pt x="338264" y="1270"/>
                  </a:lnTo>
                  <a:close/>
                </a:path>
              </a:pathLst>
            </a:custGeom>
            <a:solidFill>
              <a:srgbClr val="C8C8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472287" y="3859974"/>
              <a:ext cx="337185" cy="35560"/>
            </a:xfrm>
            <a:custGeom>
              <a:avLst/>
              <a:gdLst/>
              <a:ahLst/>
              <a:cxnLst/>
              <a:rect l="l" t="t" r="r" b="b"/>
              <a:pathLst>
                <a:path w="337184" h="35560">
                  <a:moveTo>
                    <a:pt x="0" y="35242"/>
                  </a:moveTo>
                  <a:lnTo>
                    <a:pt x="33528" y="0"/>
                  </a:lnTo>
                  <a:lnTo>
                    <a:pt x="337070" y="0"/>
                  </a:lnTo>
                  <a:lnTo>
                    <a:pt x="304139" y="35242"/>
                  </a:lnTo>
                  <a:lnTo>
                    <a:pt x="0" y="35242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471093" y="3894569"/>
              <a:ext cx="306705" cy="257810"/>
            </a:xfrm>
            <a:custGeom>
              <a:avLst/>
              <a:gdLst/>
              <a:ahLst/>
              <a:cxnLst/>
              <a:rect l="l" t="t" r="r" b="b"/>
              <a:pathLst>
                <a:path w="306705" h="257810">
                  <a:moveTo>
                    <a:pt x="306527" y="257530"/>
                  </a:moveTo>
                  <a:lnTo>
                    <a:pt x="0" y="257530"/>
                  </a:lnTo>
                  <a:lnTo>
                    <a:pt x="0" y="0"/>
                  </a:lnTo>
                  <a:lnTo>
                    <a:pt x="306527" y="0"/>
                  </a:lnTo>
                  <a:lnTo>
                    <a:pt x="306527" y="257530"/>
                  </a:lnTo>
                  <a:close/>
                </a:path>
              </a:pathLst>
            </a:custGeom>
            <a:solidFill>
              <a:srgbClr val="B7B7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471093" y="3894569"/>
              <a:ext cx="306705" cy="257810"/>
            </a:xfrm>
            <a:custGeom>
              <a:avLst/>
              <a:gdLst/>
              <a:ahLst/>
              <a:cxnLst/>
              <a:rect l="l" t="t" r="r" b="b"/>
              <a:pathLst>
                <a:path w="306705" h="257810">
                  <a:moveTo>
                    <a:pt x="0" y="0"/>
                  </a:moveTo>
                  <a:lnTo>
                    <a:pt x="306527" y="0"/>
                  </a:lnTo>
                  <a:lnTo>
                    <a:pt x="306527" y="257530"/>
                  </a:lnTo>
                  <a:lnTo>
                    <a:pt x="0" y="25753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497433" y="3925328"/>
              <a:ext cx="254000" cy="200025"/>
            </a:xfrm>
            <a:custGeom>
              <a:avLst/>
              <a:gdLst/>
              <a:ahLst/>
              <a:cxnLst/>
              <a:rect l="l" t="t" r="r" b="b"/>
              <a:pathLst>
                <a:path w="254000" h="200025">
                  <a:moveTo>
                    <a:pt x="253847" y="199872"/>
                  </a:moveTo>
                  <a:lnTo>
                    <a:pt x="0" y="199872"/>
                  </a:lnTo>
                  <a:lnTo>
                    <a:pt x="0" y="0"/>
                  </a:lnTo>
                  <a:lnTo>
                    <a:pt x="253847" y="0"/>
                  </a:lnTo>
                  <a:lnTo>
                    <a:pt x="253847" y="1998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497433" y="3925328"/>
              <a:ext cx="254000" cy="200025"/>
            </a:xfrm>
            <a:custGeom>
              <a:avLst/>
              <a:gdLst/>
              <a:ahLst/>
              <a:cxnLst/>
              <a:rect l="l" t="t" r="r" b="b"/>
              <a:pathLst>
                <a:path w="254000" h="200025">
                  <a:moveTo>
                    <a:pt x="0" y="0"/>
                  </a:moveTo>
                  <a:lnTo>
                    <a:pt x="253847" y="0"/>
                  </a:lnTo>
                  <a:lnTo>
                    <a:pt x="253847" y="199872"/>
                  </a:lnTo>
                  <a:lnTo>
                    <a:pt x="0" y="199872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775233" y="3858704"/>
              <a:ext cx="34290" cy="292100"/>
            </a:xfrm>
            <a:custGeom>
              <a:avLst/>
              <a:gdLst/>
              <a:ahLst/>
              <a:cxnLst/>
              <a:rect l="l" t="t" r="r" b="b"/>
              <a:pathLst>
                <a:path w="34290" h="292100">
                  <a:moveTo>
                    <a:pt x="34124" y="1270"/>
                  </a:moveTo>
                  <a:lnTo>
                    <a:pt x="32918" y="2565"/>
                  </a:lnTo>
                  <a:lnTo>
                    <a:pt x="32918" y="0"/>
                  </a:lnTo>
                  <a:lnTo>
                    <a:pt x="0" y="35229"/>
                  </a:lnTo>
                  <a:lnTo>
                    <a:pt x="0" y="290207"/>
                  </a:lnTo>
                  <a:lnTo>
                    <a:pt x="1193" y="288937"/>
                  </a:lnTo>
                  <a:lnTo>
                    <a:pt x="1193" y="291490"/>
                  </a:lnTo>
                  <a:lnTo>
                    <a:pt x="34124" y="256247"/>
                  </a:lnTo>
                  <a:lnTo>
                    <a:pt x="34124" y="1270"/>
                  </a:lnTo>
                  <a:close/>
                </a:path>
              </a:pathLst>
            </a:custGeom>
            <a:solidFill>
              <a:srgbClr val="7979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776427" y="3859974"/>
              <a:ext cx="33020" cy="290830"/>
            </a:xfrm>
            <a:custGeom>
              <a:avLst/>
              <a:gdLst/>
              <a:ahLst/>
              <a:cxnLst/>
              <a:rect l="l" t="t" r="r" b="b"/>
              <a:pathLst>
                <a:path w="33020" h="290829">
                  <a:moveTo>
                    <a:pt x="0" y="290220"/>
                  </a:moveTo>
                  <a:lnTo>
                    <a:pt x="32931" y="254977"/>
                  </a:lnTo>
                  <a:lnTo>
                    <a:pt x="32931" y="0"/>
                  </a:lnTo>
                  <a:lnTo>
                    <a:pt x="0" y="35242"/>
                  </a:lnTo>
                  <a:lnTo>
                    <a:pt x="0" y="290220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410629" y="4214888"/>
              <a:ext cx="381000" cy="62865"/>
            </a:xfrm>
            <a:custGeom>
              <a:avLst/>
              <a:gdLst/>
              <a:ahLst/>
              <a:cxnLst/>
              <a:rect l="l" t="t" r="r" b="b"/>
              <a:pathLst>
                <a:path w="381000" h="62864">
                  <a:moveTo>
                    <a:pt x="380758" y="1282"/>
                  </a:moveTo>
                  <a:lnTo>
                    <a:pt x="378561" y="1282"/>
                  </a:lnTo>
                  <a:lnTo>
                    <a:pt x="379564" y="0"/>
                  </a:lnTo>
                  <a:lnTo>
                    <a:pt x="48488" y="0"/>
                  </a:lnTo>
                  <a:lnTo>
                    <a:pt x="0" y="61506"/>
                  </a:lnTo>
                  <a:lnTo>
                    <a:pt x="2197" y="61506"/>
                  </a:lnTo>
                  <a:lnTo>
                    <a:pt x="1193" y="62788"/>
                  </a:lnTo>
                  <a:lnTo>
                    <a:pt x="332867" y="62788"/>
                  </a:lnTo>
                  <a:lnTo>
                    <a:pt x="380758" y="1282"/>
                  </a:lnTo>
                  <a:close/>
                </a:path>
              </a:pathLst>
            </a:custGeom>
            <a:solidFill>
              <a:srgbClr val="C8C8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411822" y="4216171"/>
              <a:ext cx="379730" cy="61594"/>
            </a:xfrm>
            <a:custGeom>
              <a:avLst/>
              <a:gdLst/>
              <a:ahLst/>
              <a:cxnLst/>
              <a:rect l="l" t="t" r="r" b="b"/>
              <a:pathLst>
                <a:path w="379730" h="61595">
                  <a:moveTo>
                    <a:pt x="0" y="61506"/>
                  </a:moveTo>
                  <a:lnTo>
                    <a:pt x="48501" y="0"/>
                  </a:lnTo>
                  <a:lnTo>
                    <a:pt x="379564" y="0"/>
                  </a:lnTo>
                  <a:lnTo>
                    <a:pt x="331673" y="61506"/>
                  </a:lnTo>
                  <a:lnTo>
                    <a:pt x="0" y="61506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741705" y="4214888"/>
              <a:ext cx="50165" cy="76200"/>
            </a:xfrm>
            <a:custGeom>
              <a:avLst/>
              <a:gdLst/>
              <a:ahLst/>
              <a:cxnLst/>
              <a:rect l="l" t="t" r="r" b="b"/>
              <a:pathLst>
                <a:path w="50165" h="76200">
                  <a:moveTo>
                    <a:pt x="49682" y="1282"/>
                  </a:moveTo>
                  <a:lnTo>
                    <a:pt x="48412" y="2933"/>
                  </a:lnTo>
                  <a:lnTo>
                    <a:pt x="48488" y="0"/>
                  </a:lnTo>
                  <a:lnTo>
                    <a:pt x="0" y="62788"/>
                  </a:lnTo>
                  <a:lnTo>
                    <a:pt x="0" y="74320"/>
                  </a:lnTo>
                  <a:lnTo>
                    <a:pt x="1193" y="73050"/>
                  </a:lnTo>
                  <a:lnTo>
                    <a:pt x="1193" y="75603"/>
                  </a:lnTo>
                  <a:lnTo>
                    <a:pt x="49085" y="24345"/>
                  </a:lnTo>
                  <a:lnTo>
                    <a:pt x="49682" y="1282"/>
                  </a:lnTo>
                  <a:close/>
                </a:path>
              </a:pathLst>
            </a:custGeom>
            <a:solidFill>
              <a:srgbClr val="7979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742899" y="4216171"/>
              <a:ext cx="48895" cy="74930"/>
            </a:xfrm>
            <a:custGeom>
              <a:avLst/>
              <a:gdLst/>
              <a:ahLst/>
              <a:cxnLst/>
              <a:rect l="l" t="t" r="r" b="b"/>
              <a:pathLst>
                <a:path w="48895" h="74929">
                  <a:moveTo>
                    <a:pt x="0" y="74320"/>
                  </a:moveTo>
                  <a:lnTo>
                    <a:pt x="47891" y="23063"/>
                  </a:lnTo>
                  <a:lnTo>
                    <a:pt x="48488" y="0"/>
                  </a:lnTo>
                  <a:lnTo>
                    <a:pt x="0" y="62788"/>
                  </a:lnTo>
                  <a:lnTo>
                    <a:pt x="0" y="74320"/>
                  </a:lnTo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410032" y="4276394"/>
              <a:ext cx="334010" cy="14604"/>
            </a:xfrm>
            <a:custGeom>
              <a:avLst/>
              <a:gdLst/>
              <a:ahLst/>
              <a:cxnLst/>
              <a:rect l="l" t="t" r="r" b="b"/>
              <a:pathLst>
                <a:path w="334009" h="14604">
                  <a:moveTo>
                    <a:pt x="333463" y="1282"/>
                  </a:moveTo>
                  <a:lnTo>
                    <a:pt x="332270" y="1282"/>
                  </a:lnTo>
                  <a:lnTo>
                    <a:pt x="332270" y="0"/>
                  </a:lnTo>
                  <a:lnTo>
                    <a:pt x="0" y="0"/>
                  </a:lnTo>
                  <a:lnTo>
                    <a:pt x="0" y="12814"/>
                  </a:lnTo>
                  <a:lnTo>
                    <a:pt x="1193" y="12814"/>
                  </a:lnTo>
                  <a:lnTo>
                    <a:pt x="1193" y="14097"/>
                  </a:lnTo>
                  <a:lnTo>
                    <a:pt x="333463" y="14097"/>
                  </a:lnTo>
                  <a:lnTo>
                    <a:pt x="333463" y="1282"/>
                  </a:lnTo>
                  <a:close/>
                </a:path>
              </a:pathLst>
            </a:custGeom>
            <a:solidFill>
              <a:srgbClr val="B7B7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411225" y="4277677"/>
              <a:ext cx="332740" cy="13335"/>
            </a:xfrm>
            <a:custGeom>
              <a:avLst/>
              <a:gdLst/>
              <a:ahLst/>
              <a:cxnLst/>
              <a:rect l="l" t="t" r="r" b="b"/>
              <a:pathLst>
                <a:path w="332740" h="13335">
                  <a:moveTo>
                    <a:pt x="0" y="0"/>
                  </a:moveTo>
                  <a:lnTo>
                    <a:pt x="332270" y="0"/>
                  </a:lnTo>
                  <a:lnTo>
                    <a:pt x="332270" y="12814"/>
                  </a:lnTo>
                  <a:lnTo>
                    <a:pt x="0" y="12814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4848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838200" y="3499103"/>
              <a:ext cx="838200" cy="381000"/>
            </a:xfrm>
            <a:custGeom>
              <a:avLst/>
              <a:gdLst/>
              <a:ahLst/>
              <a:cxnLst/>
              <a:rect l="l" t="t" r="r" b="b"/>
              <a:pathLst>
                <a:path w="838200" h="381000">
                  <a:moveTo>
                    <a:pt x="838200" y="381000"/>
                  </a:moveTo>
                  <a:lnTo>
                    <a:pt x="0" y="381000"/>
                  </a:lnTo>
                  <a:lnTo>
                    <a:pt x="0" y="0"/>
                  </a:lnTo>
                  <a:lnTo>
                    <a:pt x="838200" y="0"/>
                  </a:lnTo>
                  <a:lnTo>
                    <a:pt x="838200" y="38100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833437" y="2355849"/>
              <a:ext cx="956944" cy="1529080"/>
            </a:xfrm>
            <a:custGeom>
              <a:avLst/>
              <a:gdLst/>
              <a:ahLst/>
              <a:cxnLst/>
              <a:rect l="l" t="t" r="r" b="b"/>
              <a:pathLst>
                <a:path w="956944" h="1529079">
                  <a:moveTo>
                    <a:pt x="847725" y="1138237"/>
                  </a:moveTo>
                  <a:lnTo>
                    <a:pt x="838200" y="1138237"/>
                  </a:lnTo>
                  <a:lnTo>
                    <a:pt x="838200" y="1147762"/>
                  </a:lnTo>
                  <a:lnTo>
                    <a:pt x="838200" y="1519237"/>
                  </a:lnTo>
                  <a:lnTo>
                    <a:pt x="9525" y="1519237"/>
                  </a:lnTo>
                  <a:lnTo>
                    <a:pt x="9525" y="1147762"/>
                  </a:lnTo>
                  <a:lnTo>
                    <a:pt x="838200" y="1147762"/>
                  </a:lnTo>
                  <a:lnTo>
                    <a:pt x="838200" y="1138237"/>
                  </a:lnTo>
                  <a:lnTo>
                    <a:pt x="0" y="1138237"/>
                  </a:lnTo>
                  <a:lnTo>
                    <a:pt x="0" y="1528762"/>
                  </a:lnTo>
                  <a:lnTo>
                    <a:pt x="847725" y="1528762"/>
                  </a:lnTo>
                  <a:lnTo>
                    <a:pt x="847725" y="1524000"/>
                  </a:lnTo>
                  <a:lnTo>
                    <a:pt x="847725" y="1519237"/>
                  </a:lnTo>
                  <a:lnTo>
                    <a:pt x="847725" y="1147762"/>
                  </a:lnTo>
                  <a:lnTo>
                    <a:pt x="847725" y="1143000"/>
                  </a:lnTo>
                  <a:lnTo>
                    <a:pt x="847725" y="1138237"/>
                  </a:lnTo>
                  <a:close/>
                </a:path>
                <a:path w="956944" h="1529079">
                  <a:moveTo>
                    <a:pt x="956360" y="0"/>
                  </a:moveTo>
                  <a:lnTo>
                    <a:pt x="918260" y="0"/>
                  </a:lnTo>
                  <a:lnTo>
                    <a:pt x="918260" y="762254"/>
                  </a:lnTo>
                  <a:lnTo>
                    <a:pt x="956360" y="762254"/>
                  </a:lnTo>
                  <a:lnTo>
                    <a:pt x="9563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863600" y="2768726"/>
              <a:ext cx="907415" cy="594360"/>
            </a:xfrm>
            <a:custGeom>
              <a:avLst/>
              <a:gdLst/>
              <a:ahLst/>
              <a:cxnLst/>
              <a:rect l="l" t="t" r="r" b="b"/>
              <a:pathLst>
                <a:path w="907414" h="594360">
                  <a:moveTo>
                    <a:pt x="736600" y="584682"/>
                  </a:moveTo>
                  <a:lnTo>
                    <a:pt x="0" y="584682"/>
                  </a:lnTo>
                  <a:lnTo>
                    <a:pt x="0" y="594207"/>
                  </a:lnTo>
                  <a:lnTo>
                    <a:pt x="736600" y="594207"/>
                  </a:lnTo>
                  <a:lnTo>
                    <a:pt x="736600" y="584682"/>
                  </a:lnTo>
                  <a:close/>
                </a:path>
                <a:path w="907414" h="594360">
                  <a:moveTo>
                    <a:pt x="907148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907148" y="9525"/>
                  </a:lnTo>
                  <a:lnTo>
                    <a:pt x="9071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7009187" y="2508250"/>
              <a:ext cx="1487195" cy="34428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4" name="object 154"/>
          <p:cNvSpPr txBox="1"/>
          <p:nvPr/>
        </p:nvSpPr>
        <p:spPr>
          <a:xfrm>
            <a:off x="366395" y="5879858"/>
            <a:ext cx="155194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76835">
              <a:lnSpc>
                <a:spcPct val="100000"/>
              </a:lnSpc>
              <a:spcBef>
                <a:spcPts val="100"/>
              </a:spcBef>
            </a:pPr>
            <a:r>
              <a:rPr dirty="0" sz="2400" spc="5" b="0">
                <a:latin typeface="Noto Sans CJK JP Medium"/>
                <a:cs typeface="Noto Sans CJK JP Medium"/>
              </a:rPr>
              <a:t>网络</a:t>
            </a:r>
            <a:r>
              <a:rPr dirty="0" sz="2400" b="1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2400" spc="5" b="0">
                <a:latin typeface="Noto Sans CJK JP Medium"/>
                <a:cs typeface="Noto Sans CJK JP Medium"/>
              </a:rPr>
              <a:t>（以太网</a:t>
            </a:r>
            <a:r>
              <a:rPr dirty="0" sz="2400" b="0">
                <a:latin typeface="Noto Sans CJK JP Medium"/>
                <a:cs typeface="Noto Sans CJK JP Medium"/>
              </a:rPr>
              <a:t>）</a:t>
            </a:r>
            <a:endParaRPr sz="2400">
              <a:latin typeface="Noto Sans CJK JP Medium"/>
              <a:cs typeface="Noto Sans CJK JP Medium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836930" y="3540759"/>
            <a:ext cx="839469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5" b="0">
                <a:latin typeface="Noto Sans CJK JP Medium"/>
                <a:cs typeface="Noto Sans CJK JP Medium"/>
              </a:rPr>
              <a:t>以太网</a:t>
            </a:r>
            <a:r>
              <a:rPr dirty="0" sz="1600" spc="-5" b="0">
                <a:latin typeface="Noto Sans CJK JP Medium"/>
                <a:cs typeface="Noto Sans CJK JP Medium"/>
              </a:rPr>
              <a:t>帧</a:t>
            </a:r>
            <a:endParaRPr sz="1600">
              <a:latin typeface="Noto Sans CJK JP Medium"/>
              <a:cs typeface="Noto Sans CJK JP Medium"/>
            </a:endParaRPr>
          </a:p>
        </p:txBody>
      </p:sp>
      <p:grpSp>
        <p:nvGrpSpPr>
          <p:cNvPr id="156" name="object 156"/>
          <p:cNvGrpSpPr/>
          <p:nvPr/>
        </p:nvGrpSpPr>
        <p:grpSpPr>
          <a:xfrm>
            <a:off x="1595437" y="3113087"/>
            <a:ext cx="847725" cy="390525"/>
            <a:chOff x="1595437" y="3113087"/>
            <a:chExt cx="847725" cy="390525"/>
          </a:xfrm>
        </p:grpSpPr>
        <p:sp>
          <p:nvSpPr>
            <p:cNvPr id="157" name="object 157"/>
            <p:cNvSpPr/>
            <p:nvPr/>
          </p:nvSpPr>
          <p:spPr>
            <a:xfrm>
              <a:off x="1600200" y="3118104"/>
              <a:ext cx="838200" cy="381000"/>
            </a:xfrm>
            <a:custGeom>
              <a:avLst/>
              <a:gdLst/>
              <a:ahLst/>
              <a:cxnLst/>
              <a:rect l="l" t="t" r="r" b="b"/>
              <a:pathLst>
                <a:path w="838200" h="381000">
                  <a:moveTo>
                    <a:pt x="838200" y="381000"/>
                  </a:moveTo>
                  <a:lnTo>
                    <a:pt x="0" y="381000"/>
                  </a:lnTo>
                  <a:lnTo>
                    <a:pt x="0" y="0"/>
                  </a:lnTo>
                  <a:lnTo>
                    <a:pt x="838200" y="0"/>
                  </a:lnTo>
                  <a:lnTo>
                    <a:pt x="838200" y="381000"/>
                  </a:lnTo>
                  <a:close/>
                </a:path>
              </a:pathLst>
            </a:custGeom>
            <a:solidFill>
              <a:srgbClr val="FF33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1595437" y="3113087"/>
              <a:ext cx="847725" cy="390525"/>
            </a:xfrm>
            <a:custGeom>
              <a:avLst/>
              <a:gdLst/>
              <a:ahLst/>
              <a:cxnLst/>
              <a:rect l="l" t="t" r="r" b="b"/>
              <a:pathLst>
                <a:path w="847725" h="390525">
                  <a:moveTo>
                    <a:pt x="847725" y="390525"/>
                  </a:moveTo>
                  <a:lnTo>
                    <a:pt x="0" y="390525"/>
                  </a:lnTo>
                  <a:lnTo>
                    <a:pt x="0" y="0"/>
                  </a:lnTo>
                  <a:lnTo>
                    <a:pt x="847725" y="0"/>
                  </a:lnTo>
                  <a:lnTo>
                    <a:pt x="847725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381000"/>
                  </a:lnTo>
                  <a:lnTo>
                    <a:pt x="4762" y="381000"/>
                  </a:lnTo>
                  <a:lnTo>
                    <a:pt x="9525" y="385762"/>
                  </a:lnTo>
                  <a:lnTo>
                    <a:pt x="847725" y="385762"/>
                  </a:lnTo>
                  <a:lnTo>
                    <a:pt x="847725" y="390525"/>
                  </a:lnTo>
                  <a:close/>
                </a:path>
                <a:path w="847725" h="390525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847725" h="390525">
                  <a:moveTo>
                    <a:pt x="838200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838200" y="4762"/>
                  </a:lnTo>
                  <a:lnTo>
                    <a:pt x="838200" y="9525"/>
                  </a:lnTo>
                  <a:close/>
                </a:path>
                <a:path w="847725" h="390525">
                  <a:moveTo>
                    <a:pt x="838200" y="385762"/>
                  </a:moveTo>
                  <a:lnTo>
                    <a:pt x="838200" y="4762"/>
                  </a:lnTo>
                  <a:lnTo>
                    <a:pt x="842962" y="9525"/>
                  </a:lnTo>
                  <a:lnTo>
                    <a:pt x="847725" y="9525"/>
                  </a:lnTo>
                  <a:lnTo>
                    <a:pt x="847725" y="381000"/>
                  </a:lnTo>
                  <a:lnTo>
                    <a:pt x="842962" y="381000"/>
                  </a:lnTo>
                  <a:lnTo>
                    <a:pt x="838200" y="385762"/>
                  </a:lnTo>
                  <a:close/>
                </a:path>
                <a:path w="847725" h="390525">
                  <a:moveTo>
                    <a:pt x="847725" y="9525"/>
                  </a:moveTo>
                  <a:lnTo>
                    <a:pt x="842962" y="9525"/>
                  </a:lnTo>
                  <a:lnTo>
                    <a:pt x="838200" y="4762"/>
                  </a:lnTo>
                  <a:lnTo>
                    <a:pt x="847725" y="4762"/>
                  </a:lnTo>
                  <a:lnTo>
                    <a:pt x="847725" y="9525"/>
                  </a:lnTo>
                  <a:close/>
                </a:path>
                <a:path w="847725" h="390525">
                  <a:moveTo>
                    <a:pt x="9525" y="385762"/>
                  </a:moveTo>
                  <a:lnTo>
                    <a:pt x="4762" y="381000"/>
                  </a:lnTo>
                  <a:lnTo>
                    <a:pt x="9525" y="381000"/>
                  </a:lnTo>
                  <a:lnTo>
                    <a:pt x="9525" y="385762"/>
                  </a:lnTo>
                  <a:close/>
                </a:path>
                <a:path w="847725" h="390525">
                  <a:moveTo>
                    <a:pt x="838200" y="385762"/>
                  </a:moveTo>
                  <a:lnTo>
                    <a:pt x="9525" y="385762"/>
                  </a:lnTo>
                  <a:lnTo>
                    <a:pt x="9525" y="381000"/>
                  </a:lnTo>
                  <a:lnTo>
                    <a:pt x="838200" y="381000"/>
                  </a:lnTo>
                  <a:lnTo>
                    <a:pt x="838200" y="385762"/>
                  </a:lnTo>
                  <a:close/>
                </a:path>
                <a:path w="847725" h="390525">
                  <a:moveTo>
                    <a:pt x="847725" y="385762"/>
                  </a:moveTo>
                  <a:lnTo>
                    <a:pt x="838200" y="385762"/>
                  </a:lnTo>
                  <a:lnTo>
                    <a:pt x="842962" y="381000"/>
                  </a:lnTo>
                  <a:lnTo>
                    <a:pt x="847725" y="381000"/>
                  </a:lnTo>
                  <a:lnTo>
                    <a:pt x="847725" y="385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9" name="object 159"/>
          <p:cNvSpPr txBox="1"/>
          <p:nvPr/>
        </p:nvSpPr>
        <p:spPr>
          <a:xfrm>
            <a:off x="1598930" y="3159760"/>
            <a:ext cx="83883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latin typeface="Times New Roman"/>
                <a:cs typeface="Times New Roman"/>
              </a:rPr>
              <a:t>IP</a:t>
            </a:r>
            <a:r>
              <a:rPr dirty="0" sz="1600" spc="5" b="0">
                <a:latin typeface="Noto Sans CJK JP Medium"/>
                <a:cs typeface="Noto Sans CJK JP Medium"/>
              </a:rPr>
              <a:t>数据</a:t>
            </a:r>
            <a:r>
              <a:rPr dirty="0" sz="1600" spc="-5" b="0">
                <a:latin typeface="Noto Sans CJK JP Medium"/>
                <a:cs typeface="Noto Sans CJK JP Medium"/>
              </a:rPr>
              <a:t>报</a:t>
            </a:r>
            <a:endParaRPr sz="1600">
              <a:latin typeface="Noto Sans CJK JP Medium"/>
              <a:cs typeface="Noto Sans CJK JP Medium"/>
            </a:endParaRPr>
          </a:p>
        </p:txBody>
      </p:sp>
      <p:grpSp>
        <p:nvGrpSpPr>
          <p:cNvPr id="160" name="object 160"/>
          <p:cNvGrpSpPr/>
          <p:nvPr/>
        </p:nvGrpSpPr>
        <p:grpSpPr>
          <a:xfrm>
            <a:off x="5938837" y="3494087"/>
            <a:ext cx="847725" cy="390525"/>
            <a:chOff x="5938837" y="3494087"/>
            <a:chExt cx="847725" cy="390525"/>
          </a:xfrm>
        </p:grpSpPr>
        <p:sp>
          <p:nvSpPr>
            <p:cNvPr id="161" name="object 161"/>
            <p:cNvSpPr/>
            <p:nvPr/>
          </p:nvSpPr>
          <p:spPr>
            <a:xfrm>
              <a:off x="5943600" y="3499104"/>
              <a:ext cx="838200" cy="381000"/>
            </a:xfrm>
            <a:custGeom>
              <a:avLst/>
              <a:gdLst/>
              <a:ahLst/>
              <a:cxnLst/>
              <a:rect l="l" t="t" r="r" b="b"/>
              <a:pathLst>
                <a:path w="838200" h="381000">
                  <a:moveTo>
                    <a:pt x="838200" y="381000"/>
                  </a:moveTo>
                  <a:lnTo>
                    <a:pt x="0" y="381000"/>
                  </a:lnTo>
                  <a:lnTo>
                    <a:pt x="0" y="0"/>
                  </a:lnTo>
                  <a:lnTo>
                    <a:pt x="838200" y="0"/>
                  </a:lnTo>
                  <a:lnTo>
                    <a:pt x="838200" y="381000"/>
                  </a:lnTo>
                  <a:close/>
                </a:path>
              </a:pathLst>
            </a:custGeom>
            <a:solidFill>
              <a:srgbClr val="FF33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5938837" y="3494087"/>
              <a:ext cx="847725" cy="390525"/>
            </a:xfrm>
            <a:custGeom>
              <a:avLst/>
              <a:gdLst/>
              <a:ahLst/>
              <a:cxnLst/>
              <a:rect l="l" t="t" r="r" b="b"/>
              <a:pathLst>
                <a:path w="847725" h="390525">
                  <a:moveTo>
                    <a:pt x="847725" y="390525"/>
                  </a:moveTo>
                  <a:lnTo>
                    <a:pt x="0" y="390525"/>
                  </a:lnTo>
                  <a:lnTo>
                    <a:pt x="0" y="0"/>
                  </a:lnTo>
                  <a:lnTo>
                    <a:pt x="847725" y="0"/>
                  </a:lnTo>
                  <a:lnTo>
                    <a:pt x="847725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381000"/>
                  </a:lnTo>
                  <a:lnTo>
                    <a:pt x="4762" y="381000"/>
                  </a:lnTo>
                  <a:lnTo>
                    <a:pt x="9525" y="385762"/>
                  </a:lnTo>
                  <a:lnTo>
                    <a:pt x="847725" y="385762"/>
                  </a:lnTo>
                  <a:lnTo>
                    <a:pt x="847725" y="390525"/>
                  </a:lnTo>
                  <a:close/>
                </a:path>
                <a:path w="847725" h="390525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847725" h="390525">
                  <a:moveTo>
                    <a:pt x="838200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838200" y="4762"/>
                  </a:lnTo>
                  <a:lnTo>
                    <a:pt x="838200" y="9525"/>
                  </a:lnTo>
                  <a:close/>
                </a:path>
                <a:path w="847725" h="390525">
                  <a:moveTo>
                    <a:pt x="838200" y="385762"/>
                  </a:moveTo>
                  <a:lnTo>
                    <a:pt x="838200" y="4762"/>
                  </a:lnTo>
                  <a:lnTo>
                    <a:pt x="842962" y="9525"/>
                  </a:lnTo>
                  <a:lnTo>
                    <a:pt x="847725" y="9525"/>
                  </a:lnTo>
                  <a:lnTo>
                    <a:pt x="847725" y="381000"/>
                  </a:lnTo>
                  <a:lnTo>
                    <a:pt x="842962" y="381000"/>
                  </a:lnTo>
                  <a:lnTo>
                    <a:pt x="838200" y="385762"/>
                  </a:lnTo>
                  <a:close/>
                </a:path>
                <a:path w="847725" h="390525">
                  <a:moveTo>
                    <a:pt x="847725" y="9525"/>
                  </a:moveTo>
                  <a:lnTo>
                    <a:pt x="842962" y="9525"/>
                  </a:lnTo>
                  <a:lnTo>
                    <a:pt x="838200" y="4762"/>
                  </a:lnTo>
                  <a:lnTo>
                    <a:pt x="847725" y="4762"/>
                  </a:lnTo>
                  <a:lnTo>
                    <a:pt x="847725" y="9525"/>
                  </a:lnTo>
                  <a:close/>
                </a:path>
                <a:path w="847725" h="390525">
                  <a:moveTo>
                    <a:pt x="9525" y="385762"/>
                  </a:moveTo>
                  <a:lnTo>
                    <a:pt x="4762" y="381000"/>
                  </a:lnTo>
                  <a:lnTo>
                    <a:pt x="9525" y="381000"/>
                  </a:lnTo>
                  <a:lnTo>
                    <a:pt x="9525" y="385762"/>
                  </a:lnTo>
                  <a:close/>
                </a:path>
                <a:path w="847725" h="390525">
                  <a:moveTo>
                    <a:pt x="838200" y="385762"/>
                  </a:moveTo>
                  <a:lnTo>
                    <a:pt x="9525" y="385762"/>
                  </a:lnTo>
                  <a:lnTo>
                    <a:pt x="9525" y="381000"/>
                  </a:lnTo>
                  <a:lnTo>
                    <a:pt x="838200" y="381000"/>
                  </a:lnTo>
                  <a:lnTo>
                    <a:pt x="838200" y="385762"/>
                  </a:lnTo>
                  <a:close/>
                </a:path>
                <a:path w="847725" h="390525">
                  <a:moveTo>
                    <a:pt x="847725" y="385762"/>
                  </a:moveTo>
                  <a:lnTo>
                    <a:pt x="838200" y="385762"/>
                  </a:lnTo>
                  <a:lnTo>
                    <a:pt x="842962" y="381000"/>
                  </a:lnTo>
                  <a:lnTo>
                    <a:pt x="847725" y="381000"/>
                  </a:lnTo>
                  <a:lnTo>
                    <a:pt x="847725" y="385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3" name="object 163"/>
          <p:cNvSpPr txBox="1"/>
          <p:nvPr/>
        </p:nvSpPr>
        <p:spPr>
          <a:xfrm>
            <a:off x="5943600" y="3499103"/>
            <a:ext cx="838200" cy="38100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0795">
              <a:lnSpc>
                <a:spcPct val="100000"/>
              </a:lnSpc>
              <a:spcBef>
                <a:spcPts val="420"/>
              </a:spcBef>
            </a:pPr>
            <a:r>
              <a:rPr dirty="0" sz="1600" spc="-5" b="1">
                <a:latin typeface="Times New Roman"/>
                <a:cs typeface="Times New Roman"/>
              </a:rPr>
              <a:t>IP</a:t>
            </a:r>
            <a:r>
              <a:rPr dirty="0" sz="1600" spc="5" b="0">
                <a:latin typeface="Noto Sans CJK JP Medium"/>
                <a:cs typeface="Noto Sans CJK JP Medium"/>
              </a:rPr>
              <a:t>数据</a:t>
            </a:r>
            <a:r>
              <a:rPr dirty="0" sz="1600" spc="-5" b="0">
                <a:latin typeface="Noto Sans CJK JP Medium"/>
                <a:cs typeface="Noto Sans CJK JP Medium"/>
              </a:rPr>
              <a:t>报</a:t>
            </a:r>
            <a:endParaRPr sz="1600">
              <a:latin typeface="Noto Sans CJK JP Medium"/>
              <a:cs typeface="Noto Sans CJK JP Medium"/>
            </a:endParaRPr>
          </a:p>
        </p:txBody>
      </p:sp>
      <p:sp>
        <p:nvSpPr>
          <p:cNvPr id="164" name="object 164"/>
          <p:cNvSpPr txBox="1"/>
          <p:nvPr/>
        </p:nvSpPr>
        <p:spPr>
          <a:xfrm>
            <a:off x="7205344" y="4683759"/>
            <a:ext cx="59944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latin typeface="Times New Roman"/>
                <a:cs typeface="Times New Roman"/>
              </a:rPr>
              <a:t>PPP</a:t>
            </a:r>
            <a:r>
              <a:rPr dirty="0" sz="1600" spc="-5" b="0">
                <a:latin typeface="Noto Sans CJK JP Medium"/>
                <a:cs typeface="Noto Sans CJK JP Medium"/>
              </a:rPr>
              <a:t>帧</a:t>
            </a:r>
            <a:endParaRPr sz="1600">
              <a:latin typeface="Noto Sans CJK JP Medium"/>
              <a:cs typeface="Noto Sans CJK JP Medium"/>
            </a:endParaRPr>
          </a:p>
        </p:txBody>
      </p:sp>
      <p:sp>
        <p:nvSpPr>
          <p:cNvPr id="165" name="object 165"/>
          <p:cNvSpPr/>
          <p:nvPr/>
        </p:nvSpPr>
        <p:spPr>
          <a:xfrm>
            <a:off x="2433637" y="2579687"/>
            <a:ext cx="2828925" cy="390525"/>
          </a:xfrm>
          <a:custGeom>
            <a:avLst/>
            <a:gdLst/>
            <a:ahLst/>
            <a:cxnLst/>
            <a:rect l="l" t="t" r="r" b="b"/>
            <a:pathLst>
              <a:path w="2828925" h="390525">
                <a:moveTo>
                  <a:pt x="2828925" y="390525"/>
                </a:moveTo>
                <a:lnTo>
                  <a:pt x="0" y="390525"/>
                </a:lnTo>
                <a:lnTo>
                  <a:pt x="0" y="0"/>
                </a:lnTo>
                <a:lnTo>
                  <a:pt x="2828925" y="0"/>
                </a:lnTo>
                <a:lnTo>
                  <a:pt x="2828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81000"/>
                </a:lnTo>
                <a:lnTo>
                  <a:pt x="4762" y="381000"/>
                </a:lnTo>
                <a:lnTo>
                  <a:pt x="9525" y="385762"/>
                </a:lnTo>
                <a:lnTo>
                  <a:pt x="2828925" y="385762"/>
                </a:lnTo>
                <a:lnTo>
                  <a:pt x="2828925" y="390525"/>
                </a:lnTo>
                <a:close/>
              </a:path>
              <a:path w="2828925" h="390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828925" h="390525">
                <a:moveTo>
                  <a:pt x="2819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819400" y="4762"/>
                </a:lnTo>
                <a:lnTo>
                  <a:pt x="2819400" y="9525"/>
                </a:lnTo>
                <a:close/>
              </a:path>
              <a:path w="2828925" h="390525">
                <a:moveTo>
                  <a:pt x="2819400" y="385762"/>
                </a:moveTo>
                <a:lnTo>
                  <a:pt x="2819400" y="4762"/>
                </a:lnTo>
                <a:lnTo>
                  <a:pt x="2824162" y="9525"/>
                </a:lnTo>
                <a:lnTo>
                  <a:pt x="2828925" y="9525"/>
                </a:lnTo>
                <a:lnTo>
                  <a:pt x="2828925" y="381000"/>
                </a:lnTo>
                <a:lnTo>
                  <a:pt x="2824162" y="381000"/>
                </a:lnTo>
                <a:lnTo>
                  <a:pt x="2819400" y="385762"/>
                </a:lnTo>
                <a:close/>
              </a:path>
              <a:path w="2828925" h="390525">
                <a:moveTo>
                  <a:pt x="2828925" y="9525"/>
                </a:moveTo>
                <a:lnTo>
                  <a:pt x="2824162" y="9525"/>
                </a:lnTo>
                <a:lnTo>
                  <a:pt x="2819400" y="4762"/>
                </a:lnTo>
                <a:lnTo>
                  <a:pt x="2828925" y="4762"/>
                </a:lnTo>
                <a:lnTo>
                  <a:pt x="2828925" y="9525"/>
                </a:lnTo>
                <a:close/>
              </a:path>
              <a:path w="2828925" h="390525">
                <a:moveTo>
                  <a:pt x="9525" y="385762"/>
                </a:moveTo>
                <a:lnTo>
                  <a:pt x="4762" y="381000"/>
                </a:lnTo>
                <a:lnTo>
                  <a:pt x="9525" y="381000"/>
                </a:lnTo>
                <a:lnTo>
                  <a:pt x="9525" y="385762"/>
                </a:lnTo>
                <a:close/>
              </a:path>
              <a:path w="2828925" h="390525">
                <a:moveTo>
                  <a:pt x="2819400" y="385762"/>
                </a:moveTo>
                <a:lnTo>
                  <a:pt x="9525" y="385762"/>
                </a:lnTo>
                <a:lnTo>
                  <a:pt x="9525" y="381000"/>
                </a:lnTo>
                <a:lnTo>
                  <a:pt x="2819400" y="381000"/>
                </a:lnTo>
                <a:lnTo>
                  <a:pt x="2819400" y="385762"/>
                </a:lnTo>
                <a:close/>
              </a:path>
              <a:path w="2828925" h="390525">
                <a:moveTo>
                  <a:pt x="2828925" y="385762"/>
                </a:moveTo>
                <a:lnTo>
                  <a:pt x="2819400" y="385762"/>
                </a:lnTo>
                <a:lnTo>
                  <a:pt x="2824162" y="381000"/>
                </a:lnTo>
                <a:lnTo>
                  <a:pt x="2828925" y="381000"/>
                </a:lnTo>
                <a:lnTo>
                  <a:pt x="2828925" y="385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6" name="object 166"/>
          <p:cNvSpPr txBox="1"/>
          <p:nvPr/>
        </p:nvSpPr>
        <p:spPr>
          <a:xfrm>
            <a:off x="2460625" y="2557145"/>
            <a:ext cx="27736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5" b="0">
                <a:latin typeface="Noto Sans CJK JP Medium"/>
                <a:cs typeface="Noto Sans CJK JP Medium"/>
              </a:rPr>
              <a:t>问题：谁来作转换</a:t>
            </a:r>
            <a:r>
              <a:rPr dirty="0" sz="2400" b="0">
                <a:latin typeface="Noto Sans CJK JP Medium"/>
                <a:cs typeface="Noto Sans CJK JP Medium"/>
              </a:rPr>
              <a:t>？</a:t>
            </a:r>
            <a:endParaRPr sz="2400">
              <a:latin typeface="Noto Sans CJK JP Medium"/>
              <a:cs typeface="Noto Sans CJK JP Medium"/>
            </a:endParaRPr>
          </a:p>
        </p:txBody>
      </p:sp>
      <p:grpSp>
        <p:nvGrpSpPr>
          <p:cNvPr id="167" name="object 167"/>
          <p:cNvGrpSpPr/>
          <p:nvPr/>
        </p:nvGrpSpPr>
        <p:grpSpPr>
          <a:xfrm>
            <a:off x="2814637" y="2127250"/>
            <a:ext cx="3815079" cy="3053080"/>
            <a:chOff x="2814637" y="2127250"/>
            <a:chExt cx="3815079" cy="3053080"/>
          </a:xfrm>
        </p:grpSpPr>
        <p:sp>
          <p:nvSpPr>
            <p:cNvPr id="168" name="object 168"/>
            <p:cNvSpPr/>
            <p:nvPr/>
          </p:nvSpPr>
          <p:spPr>
            <a:xfrm>
              <a:off x="5615012" y="2361374"/>
              <a:ext cx="586105" cy="831850"/>
            </a:xfrm>
            <a:custGeom>
              <a:avLst/>
              <a:gdLst/>
              <a:ahLst/>
              <a:cxnLst/>
              <a:rect l="l" t="t" r="r" b="b"/>
              <a:pathLst>
                <a:path w="586104" h="831850">
                  <a:moveTo>
                    <a:pt x="284340" y="831354"/>
                  </a:moveTo>
                  <a:lnTo>
                    <a:pt x="195199" y="785088"/>
                  </a:lnTo>
                  <a:lnTo>
                    <a:pt x="185978" y="712190"/>
                  </a:lnTo>
                  <a:lnTo>
                    <a:pt x="227469" y="640689"/>
                  </a:lnTo>
                  <a:lnTo>
                    <a:pt x="204419" y="576199"/>
                  </a:lnTo>
                  <a:lnTo>
                    <a:pt x="227469" y="370116"/>
                  </a:lnTo>
                  <a:lnTo>
                    <a:pt x="353504" y="297218"/>
                  </a:lnTo>
                  <a:lnTo>
                    <a:pt x="362724" y="203288"/>
                  </a:lnTo>
                  <a:lnTo>
                    <a:pt x="258216" y="168236"/>
                  </a:lnTo>
                  <a:lnTo>
                    <a:pt x="199809" y="224307"/>
                  </a:lnTo>
                  <a:lnTo>
                    <a:pt x="195199" y="360299"/>
                  </a:lnTo>
                  <a:lnTo>
                    <a:pt x="4610" y="370116"/>
                  </a:lnTo>
                  <a:lnTo>
                    <a:pt x="0" y="284594"/>
                  </a:lnTo>
                  <a:lnTo>
                    <a:pt x="41503" y="140195"/>
                  </a:lnTo>
                  <a:lnTo>
                    <a:pt x="149085" y="46266"/>
                  </a:lnTo>
                  <a:lnTo>
                    <a:pt x="335064" y="0"/>
                  </a:lnTo>
                  <a:lnTo>
                    <a:pt x="501053" y="71500"/>
                  </a:lnTo>
                  <a:lnTo>
                    <a:pt x="585584" y="228523"/>
                  </a:lnTo>
                  <a:lnTo>
                    <a:pt x="571753" y="374319"/>
                  </a:lnTo>
                  <a:lnTo>
                    <a:pt x="441109" y="471055"/>
                  </a:lnTo>
                  <a:lnTo>
                    <a:pt x="441109" y="584619"/>
                  </a:lnTo>
                  <a:lnTo>
                    <a:pt x="390385" y="630872"/>
                  </a:lnTo>
                  <a:lnTo>
                    <a:pt x="436499" y="712190"/>
                  </a:lnTo>
                  <a:lnTo>
                    <a:pt x="399605" y="797712"/>
                  </a:lnTo>
                  <a:lnTo>
                    <a:pt x="284340" y="8313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5648832" y="2395016"/>
              <a:ext cx="520065" cy="581025"/>
            </a:xfrm>
            <a:custGeom>
              <a:avLst/>
              <a:gdLst/>
              <a:ahLst/>
              <a:cxnLst/>
              <a:rect l="l" t="t" r="r" b="b"/>
              <a:pathLst>
                <a:path w="520064" h="581025">
                  <a:moveTo>
                    <a:pt x="341198" y="580415"/>
                  </a:moveTo>
                  <a:lnTo>
                    <a:pt x="221322" y="580415"/>
                  </a:lnTo>
                  <a:lnTo>
                    <a:pt x="236689" y="480872"/>
                  </a:lnTo>
                  <a:lnTo>
                    <a:pt x="227469" y="407974"/>
                  </a:lnTo>
                  <a:lnTo>
                    <a:pt x="259740" y="336473"/>
                  </a:lnTo>
                  <a:lnTo>
                    <a:pt x="379628" y="288810"/>
                  </a:lnTo>
                  <a:lnTo>
                    <a:pt x="398068" y="186461"/>
                  </a:lnTo>
                  <a:lnTo>
                    <a:pt x="333514" y="127584"/>
                  </a:lnTo>
                  <a:lnTo>
                    <a:pt x="273570" y="89725"/>
                  </a:lnTo>
                  <a:lnTo>
                    <a:pt x="147548" y="123380"/>
                  </a:lnTo>
                  <a:lnTo>
                    <a:pt x="115265" y="213106"/>
                  </a:lnTo>
                  <a:lnTo>
                    <a:pt x="118338" y="293014"/>
                  </a:lnTo>
                  <a:lnTo>
                    <a:pt x="75311" y="280390"/>
                  </a:lnTo>
                  <a:lnTo>
                    <a:pt x="0" y="293014"/>
                  </a:lnTo>
                  <a:lnTo>
                    <a:pt x="12293" y="171043"/>
                  </a:lnTo>
                  <a:lnTo>
                    <a:pt x="67627" y="81318"/>
                  </a:lnTo>
                  <a:lnTo>
                    <a:pt x="193649" y="9817"/>
                  </a:lnTo>
                  <a:lnTo>
                    <a:pt x="351955" y="0"/>
                  </a:lnTo>
                  <a:lnTo>
                    <a:pt x="481063" y="119176"/>
                  </a:lnTo>
                  <a:lnTo>
                    <a:pt x="519480" y="238340"/>
                  </a:lnTo>
                  <a:lnTo>
                    <a:pt x="476453" y="349084"/>
                  </a:lnTo>
                  <a:lnTo>
                    <a:pt x="421119" y="374319"/>
                  </a:lnTo>
                  <a:lnTo>
                    <a:pt x="347344" y="420585"/>
                  </a:lnTo>
                  <a:lnTo>
                    <a:pt x="356565" y="506107"/>
                  </a:lnTo>
                  <a:lnTo>
                    <a:pt x="341198" y="580415"/>
                  </a:lnTo>
                  <a:close/>
                </a:path>
              </a:pathLst>
            </a:custGeom>
            <a:solidFill>
              <a:srgbClr val="00B1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5837872" y="3018891"/>
              <a:ext cx="167525" cy="13177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/>
            <p:cNvSpPr/>
            <p:nvPr/>
          </p:nvSpPr>
          <p:spPr>
            <a:xfrm>
              <a:off x="5181600" y="2127250"/>
              <a:ext cx="1447800" cy="1295400"/>
            </a:xfrm>
            <a:custGeom>
              <a:avLst/>
              <a:gdLst/>
              <a:ahLst/>
              <a:cxnLst/>
              <a:rect l="l" t="t" r="r" b="b"/>
              <a:pathLst>
                <a:path w="1447800" h="1295400">
                  <a:moveTo>
                    <a:pt x="803821" y="1295400"/>
                  </a:moveTo>
                  <a:lnTo>
                    <a:pt x="522566" y="1268768"/>
                  </a:lnTo>
                  <a:lnTo>
                    <a:pt x="229006" y="1115949"/>
                  </a:lnTo>
                  <a:lnTo>
                    <a:pt x="102971" y="925283"/>
                  </a:lnTo>
                  <a:lnTo>
                    <a:pt x="0" y="782281"/>
                  </a:lnTo>
                  <a:lnTo>
                    <a:pt x="23050" y="586016"/>
                  </a:lnTo>
                  <a:lnTo>
                    <a:pt x="69164" y="391147"/>
                  </a:lnTo>
                  <a:lnTo>
                    <a:pt x="172135" y="200482"/>
                  </a:lnTo>
                  <a:lnTo>
                    <a:pt x="396532" y="68694"/>
                  </a:lnTo>
                  <a:lnTo>
                    <a:pt x="614781" y="4203"/>
                  </a:lnTo>
                  <a:lnTo>
                    <a:pt x="902182" y="0"/>
                  </a:lnTo>
                  <a:lnTo>
                    <a:pt x="1055877" y="21031"/>
                  </a:lnTo>
                  <a:lnTo>
                    <a:pt x="1005663" y="135991"/>
                  </a:lnTo>
                  <a:lnTo>
                    <a:pt x="739266" y="135991"/>
                  </a:lnTo>
                  <a:lnTo>
                    <a:pt x="573277" y="190665"/>
                  </a:lnTo>
                  <a:lnTo>
                    <a:pt x="418045" y="225717"/>
                  </a:lnTo>
                  <a:lnTo>
                    <a:pt x="353491" y="309829"/>
                  </a:lnTo>
                  <a:lnTo>
                    <a:pt x="238226" y="441617"/>
                  </a:lnTo>
                  <a:lnTo>
                    <a:pt x="195186" y="598627"/>
                  </a:lnTo>
                  <a:lnTo>
                    <a:pt x="199796" y="785088"/>
                  </a:lnTo>
                  <a:lnTo>
                    <a:pt x="279717" y="904252"/>
                  </a:lnTo>
                  <a:lnTo>
                    <a:pt x="456476" y="1082306"/>
                  </a:lnTo>
                  <a:lnTo>
                    <a:pt x="680859" y="1124356"/>
                  </a:lnTo>
                  <a:lnTo>
                    <a:pt x="1256796" y="1124356"/>
                  </a:lnTo>
                  <a:lnTo>
                    <a:pt x="1251077" y="1136980"/>
                  </a:lnTo>
                  <a:lnTo>
                    <a:pt x="1121968" y="1180439"/>
                  </a:lnTo>
                  <a:lnTo>
                    <a:pt x="1000544" y="1243533"/>
                  </a:lnTo>
                  <a:lnTo>
                    <a:pt x="803821" y="1295400"/>
                  </a:lnTo>
                  <a:close/>
                </a:path>
                <a:path w="1447800" h="1295400">
                  <a:moveTo>
                    <a:pt x="1256796" y="1124356"/>
                  </a:moveTo>
                  <a:lnTo>
                    <a:pt x="680859" y="1124356"/>
                  </a:lnTo>
                  <a:lnTo>
                    <a:pt x="883742" y="1103337"/>
                  </a:lnTo>
                  <a:lnTo>
                    <a:pt x="1009776" y="1048651"/>
                  </a:lnTo>
                  <a:lnTo>
                    <a:pt x="1121968" y="992581"/>
                  </a:lnTo>
                  <a:lnTo>
                    <a:pt x="1232623" y="818743"/>
                  </a:lnTo>
                  <a:lnTo>
                    <a:pt x="1284884" y="580402"/>
                  </a:lnTo>
                  <a:lnTo>
                    <a:pt x="1240307" y="433197"/>
                  </a:lnTo>
                  <a:lnTo>
                    <a:pt x="1166545" y="326656"/>
                  </a:lnTo>
                  <a:lnTo>
                    <a:pt x="977493" y="200482"/>
                  </a:lnTo>
                  <a:lnTo>
                    <a:pt x="1055877" y="21031"/>
                  </a:lnTo>
                  <a:lnTo>
                    <a:pt x="1204963" y="131787"/>
                  </a:lnTo>
                  <a:lnTo>
                    <a:pt x="1326388" y="217297"/>
                  </a:lnTo>
                  <a:lnTo>
                    <a:pt x="1415529" y="441617"/>
                  </a:lnTo>
                  <a:lnTo>
                    <a:pt x="1447800" y="667321"/>
                  </a:lnTo>
                  <a:lnTo>
                    <a:pt x="1410919" y="864997"/>
                  </a:lnTo>
                  <a:lnTo>
                    <a:pt x="1298714" y="1031836"/>
                  </a:lnTo>
                  <a:lnTo>
                    <a:pt x="1256796" y="1124356"/>
                  </a:lnTo>
                  <a:close/>
                </a:path>
                <a:path w="1447800" h="1295400">
                  <a:moveTo>
                    <a:pt x="977493" y="200482"/>
                  </a:moveTo>
                  <a:lnTo>
                    <a:pt x="739266" y="135991"/>
                  </a:lnTo>
                  <a:lnTo>
                    <a:pt x="1005663" y="135991"/>
                  </a:lnTo>
                  <a:lnTo>
                    <a:pt x="977493" y="2004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/>
            <p:cNvSpPr/>
            <p:nvPr/>
          </p:nvSpPr>
          <p:spPr>
            <a:xfrm>
              <a:off x="5223103" y="2148281"/>
              <a:ext cx="1370965" cy="1243965"/>
            </a:xfrm>
            <a:custGeom>
              <a:avLst/>
              <a:gdLst/>
              <a:ahLst/>
              <a:cxnLst/>
              <a:rect l="l" t="t" r="r" b="b"/>
              <a:pathLst>
                <a:path w="1370965" h="1243964">
                  <a:moveTo>
                    <a:pt x="651662" y="1243520"/>
                  </a:moveTo>
                  <a:lnTo>
                    <a:pt x="414972" y="1191653"/>
                  </a:lnTo>
                  <a:lnTo>
                    <a:pt x="158292" y="993978"/>
                  </a:lnTo>
                  <a:lnTo>
                    <a:pt x="0" y="663117"/>
                  </a:lnTo>
                  <a:lnTo>
                    <a:pt x="61468" y="455625"/>
                  </a:lnTo>
                  <a:lnTo>
                    <a:pt x="102971" y="267766"/>
                  </a:lnTo>
                  <a:lnTo>
                    <a:pt x="264350" y="135991"/>
                  </a:lnTo>
                  <a:lnTo>
                    <a:pt x="444169" y="42062"/>
                  </a:lnTo>
                  <a:lnTo>
                    <a:pt x="725436" y="0"/>
                  </a:lnTo>
                  <a:lnTo>
                    <a:pt x="740803" y="89725"/>
                  </a:lnTo>
                  <a:lnTo>
                    <a:pt x="582498" y="89725"/>
                  </a:lnTo>
                  <a:lnTo>
                    <a:pt x="350418" y="173837"/>
                  </a:lnTo>
                  <a:lnTo>
                    <a:pt x="205943" y="319646"/>
                  </a:lnTo>
                  <a:lnTo>
                    <a:pt x="135242" y="506094"/>
                  </a:lnTo>
                  <a:lnTo>
                    <a:pt x="93751" y="658914"/>
                  </a:lnTo>
                  <a:lnTo>
                    <a:pt x="187502" y="895845"/>
                  </a:lnTo>
                  <a:lnTo>
                    <a:pt x="298157" y="979957"/>
                  </a:lnTo>
                  <a:lnTo>
                    <a:pt x="373468" y="1069682"/>
                  </a:lnTo>
                  <a:lnTo>
                    <a:pt x="545604" y="1121562"/>
                  </a:lnTo>
                  <a:lnTo>
                    <a:pt x="708520" y="1155204"/>
                  </a:lnTo>
                  <a:lnTo>
                    <a:pt x="975259" y="1155204"/>
                  </a:lnTo>
                  <a:lnTo>
                    <a:pt x="869899" y="1205674"/>
                  </a:lnTo>
                  <a:lnTo>
                    <a:pt x="651662" y="1243520"/>
                  </a:lnTo>
                  <a:close/>
                </a:path>
                <a:path w="1370965" h="1243964">
                  <a:moveTo>
                    <a:pt x="975259" y="1155204"/>
                  </a:moveTo>
                  <a:lnTo>
                    <a:pt x="708520" y="1155204"/>
                  </a:lnTo>
                  <a:lnTo>
                    <a:pt x="1023594" y="1057071"/>
                  </a:lnTo>
                  <a:lnTo>
                    <a:pt x="1209573" y="887425"/>
                  </a:lnTo>
                  <a:lnTo>
                    <a:pt x="1280261" y="654710"/>
                  </a:lnTo>
                  <a:lnTo>
                    <a:pt x="1280261" y="459841"/>
                  </a:lnTo>
                  <a:lnTo>
                    <a:pt x="1191120" y="328053"/>
                  </a:lnTo>
                  <a:lnTo>
                    <a:pt x="1066634" y="183654"/>
                  </a:lnTo>
                  <a:lnTo>
                    <a:pt x="740803" y="89725"/>
                  </a:lnTo>
                  <a:lnTo>
                    <a:pt x="725436" y="0"/>
                  </a:lnTo>
                  <a:lnTo>
                    <a:pt x="872972" y="21031"/>
                  </a:lnTo>
                  <a:lnTo>
                    <a:pt x="1071245" y="72897"/>
                  </a:lnTo>
                  <a:lnTo>
                    <a:pt x="1172679" y="180847"/>
                  </a:lnTo>
                  <a:lnTo>
                    <a:pt x="1303324" y="301421"/>
                  </a:lnTo>
                  <a:lnTo>
                    <a:pt x="1370952" y="564984"/>
                  </a:lnTo>
                  <a:lnTo>
                    <a:pt x="1358646" y="755650"/>
                  </a:lnTo>
                  <a:lnTo>
                    <a:pt x="1271041" y="925283"/>
                  </a:lnTo>
                  <a:lnTo>
                    <a:pt x="1145019" y="1073886"/>
                  </a:lnTo>
                  <a:lnTo>
                    <a:pt x="975259" y="1155204"/>
                  </a:lnTo>
                  <a:close/>
                </a:path>
              </a:pathLst>
            </a:custGeom>
            <a:solidFill>
              <a:srgbClr val="00B1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/>
            <p:cNvSpPr/>
            <p:nvPr/>
          </p:nvSpPr>
          <p:spPr>
            <a:xfrm>
              <a:off x="3657600" y="4023614"/>
              <a:ext cx="1066800" cy="313690"/>
            </a:xfrm>
            <a:custGeom>
              <a:avLst/>
              <a:gdLst/>
              <a:ahLst/>
              <a:cxnLst/>
              <a:rect l="l" t="t" r="r" b="b"/>
              <a:pathLst>
                <a:path w="1066800" h="313689">
                  <a:moveTo>
                    <a:pt x="533400" y="313436"/>
                  </a:moveTo>
                  <a:lnTo>
                    <a:pt x="461020" y="312005"/>
                  </a:lnTo>
                  <a:lnTo>
                    <a:pt x="391600" y="307837"/>
                  </a:lnTo>
                  <a:lnTo>
                    <a:pt x="325776" y="301119"/>
                  </a:lnTo>
                  <a:lnTo>
                    <a:pt x="264182" y="292038"/>
                  </a:lnTo>
                  <a:lnTo>
                    <a:pt x="207454" y="280781"/>
                  </a:lnTo>
                  <a:lnTo>
                    <a:pt x="156229" y="267533"/>
                  </a:lnTo>
                  <a:lnTo>
                    <a:pt x="111140" y="252482"/>
                  </a:lnTo>
                  <a:lnTo>
                    <a:pt x="72824" y="235815"/>
                  </a:lnTo>
                  <a:lnTo>
                    <a:pt x="19053" y="198378"/>
                  </a:lnTo>
                  <a:lnTo>
                    <a:pt x="0" y="156718"/>
                  </a:lnTo>
                  <a:lnTo>
                    <a:pt x="4869" y="135450"/>
                  </a:lnTo>
                  <a:lnTo>
                    <a:pt x="41917" y="95711"/>
                  </a:lnTo>
                  <a:lnTo>
                    <a:pt x="111140" y="60947"/>
                  </a:lnTo>
                  <a:lnTo>
                    <a:pt x="156229" y="45897"/>
                  </a:lnTo>
                  <a:lnTo>
                    <a:pt x="207454" y="32651"/>
                  </a:lnTo>
                  <a:lnTo>
                    <a:pt x="264182" y="21394"/>
                  </a:lnTo>
                  <a:lnTo>
                    <a:pt x="325776" y="12314"/>
                  </a:lnTo>
                  <a:lnTo>
                    <a:pt x="391600" y="5597"/>
                  </a:lnTo>
                  <a:lnTo>
                    <a:pt x="461020" y="1430"/>
                  </a:lnTo>
                  <a:lnTo>
                    <a:pt x="533400" y="0"/>
                  </a:lnTo>
                  <a:lnTo>
                    <a:pt x="605779" y="1430"/>
                  </a:lnTo>
                  <a:lnTo>
                    <a:pt x="675199" y="5597"/>
                  </a:lnTo>
                  <a:lnTo>
                    <a:pt x="741023" y="12314"/>
                  </a:lnTo>
                  <a:lnTo>
                    <a:pt x="802617" y="21394"/>
                  </a:lnTo>
                  <a:lnTo>
                    <a:pt x="859345" y="32651"/>
                  </a:lnTo>
                  <a:lnTo>
                    <a:pt x="910570" y="45897"/>
                  </a:lnTo>
                  <a:lnTo>
                    <a:pt x="955659" y="60947"/>
                  </a:lnTo>
                  <a:lnTo>
                    <a:pt x="993975" y="77614"/>
                  </a:lnTo>
                  <a:lnTo>
                    <a:pt x="1047746" y="115052"/>
                  </a:lnTo>
                  <a:lnTo>
                    <a:pt x="1066800" y="156718"/>
                  </a:lnTo>
                  <a:lnTo>
                    <a:pt x="1061930" y="177983"/>
                  </a:lnTo>
                  <a:lnTo>
                    <a:pt x="1024882" y="217718"/>
                  </a:lnTo>
                  <a:lnTo>
                    <a:pt x="955659" y="252482"/>
                  </a:lnTo>
                  <a:lnTo>
                    <a:pt x="910570" y="267533"/>
                  </a:lnTo>
                  <a:lnTo>
                    <a:pt x="859345" y="280781"/>
                  </a:lnTo>
                  <a:lnTo>
                    <a:pt x="802617" y="292038"/>
                  </a:lnTo>
                  <a:lnTo>
                    <a:pt x="741023" y="301119"/>
                  </a:lnTo>
                  <a:lnTo>
                    <a:pt x="675199" y="307837"/>
                  </a:lnTo>
                  <a:lnTo>
                    <a:pt x="605779" y="312005"/>
                  </a:lnTo>
                  <a:lnTo>
                    <a:pt x="533400" y="313436"/>
                  </a:lnTo>
                  <a:close/>
                </a:path>
              </a:pathLst>
            </a:custGeom>
            <a:solidFill>
              <a:srgbClr val="0078A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3657600" y="4023614"/>
              <a:ext cx="1066800" cy="313690"/>
            </a:xfrm>
            <a:custGeom>
              <a:avLst/>
              <a:gdLst/>
              <a:ahLst/>
              <a:cxnLst/>
              <a:rect l="l" t="t" r="r" b="b"/>
              <a:pathLst>
                <a:path w="1066800" h="313689">
                  <a:moveTo>
                    <a:pt x="1066800" y="156718"/>
                  </a:moveTo>
                  <a:lnTo>
                    <a:pt x="1047746" y="198378"/>
                  </a:lnTo>
                  <a:lnTo>
                    <a:pt x="993975" y="235815"/>
                  </a:lnTo>
                  <a:lnTo>
                    <a:pt x="955659" y="252482"/>
                  </a:lnTo>
                  <a:lnTo>
                    <a:pt x="910570" y="267533"/>
                  </a:lnTo>
                  <a:lnTo>
                    <a:pt x="859345" y="280781"/>
                  </a:lnTo>
                  <a:lnTo>
                    <a:pt x="802617" y="292038"/>
                  </a:lnTo>
                  <a:lnTo>
                    <a:pt x="741023" y="301119"/>
                  </a:lnTo>
                  <a:lnTo>
                    <a:pt x="675199" y="307837"/>
                  </a:lnTo>
                  <a:lnTo>
                    <a:pt x="605779" y="312005"/>
                  </a:lnTo>
                  <a:lnTo>
                    <a:pt x="533400" y="313436"/>
                  </a:lnTo>
                  <a:lnTo>
                    <a:pt x="461020" y="312005"/>
                  </a:lnTo>
                  <a:lnTo>
                    <a:pt x="391600" y="307837"/>
                  </a:lnTo>
                  <a:lnTo>
                    <a:pt x="325776" y="301119"/>
                  </a:lnTo>
                  <a:lnTo>
                    <a:pt x="264182" y="292038"/>
                  </a:lnTo>
                  <a:lnTo>
                    <a:pt x="207454" y="280781"/>
                  </a:lnTo>
                  <a:lnTo>
                    <a:pt x="156229" y="267533"/>
                  </a:lnTo>
                  <a:lnTo>
                    <a:pt x="111140" y="252482"/>
                  </a:lnTo>
                  <a:lnTo>
                    <a:pt x="72824" y="235815"/>
                  </a:lnTo>
                  <a:lnTo>
                    <a:pt x="19053" y="198378"/>
                  </a:lnTo>
                  <a:lnTo>
                    <a:pt x="0" y="156718"/>
                  </a:lnTo>
                  <a:lnTo>
                    <a:pt x="4869" y="135450"/>
                  </a:lnTo>
                  <a:lnTo>
                    <a:pt x="41917" y="95711"/>
                  </a:lnTo>
                  <a:lnTo>
                    <a:pt x="111140" y="60947"/>
                  </a:lnTo>
                  <a:lnTo>
                    <a:pt x="156229" y="45897"/>
                  </a:lnTo>
                  <a:lnTo>
                    <a:pt x="207454" y="32651"/>
                  </a:lnTo>
                  <a:lnTo>
                    <a:pt x="264182" y="21394"/>
                  </a:lnTo>
                  <a:lnTo>
                    <a:pt x="325776" y="12314"/>
                  </a:lnTo>
                  <a:lnTo>
                    <a:pt x="391600" y="5597"/>
                  </a:lnTo>
                  <a:lnTo>
                    <a:pt x="461020" y="1430"/>
                  </a:lnTo>
                  <a:lnTo>
                    <a:pt x="533400" y="0"/>
                  </a:lnTo>
                  <a:lnTo>
                    <a:pt x="605779" y="1430"/>
                  </a:lnTo>
                  <a:lnTo>
                    <a:pt x="675199" y="5597"/>
                  </a:lnTo>
                  <a:lnTo>
                    <a:pt x="741023" y="12314"/>
                  </a:lnTo>
                  <a:lnTo>
                    <a:pt x="802617" y="21394"/>
                  </a:lnTo>
                  <a:lnTo>
                    <a:pt x="859345" y="32651"/>
                  </a:lnTo>
                  <a:lnTo>
                    <a:pt x="910570" y="45897"/>
                  </a:lnTo>
                  <a:lnTo>
                    <a:pt x="955659" y="60947"/>
                  </a:lnTo>
                  <a:lnTo>
                    <a:pt x="993975" y="77614"/>
                  </a:lnTo>
                  <a:lnTo>
                    <a:pt x="1047746" y="115052"/>
                  </a:lnTo>
                  <a:lnTo>
                    <a:pt x="1066800" y="156718"/>
                  </a:lnTo>
                </a:path>
              </a:pathLst>
            </a:custGeom>
            <a:ln w="5981">
              <a:solidFill>
                <a:srgbClr val="AAE6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/>
            <p:cNvSpPr/>
            <p:nvPr/>
          </p:nvSpPr>
          <p:spPr>
            <a:xfrm>
              <a:off x="3657600" y="3963123"/>
              <a:ext cx="1060450" cy="220345"/>
            </a:xfrm>
            <a:custGeom>
              <a:avLst/>
              <a:gdLst/>
              <a:ahLst/>
              <a:cxnLst/>
              <a:rect l="l" t="t" r="r" b="b"/>
              <a:pathLst>
                <a:path w="1060450" h="220345">
                  <a:moveTo>
                    <a:pt x="1060335" y="219963"/>
                  </a:moveTo>
                  <a:lnTo>
                    <a:pt x="0" y="219963"/>
                  </a:lnTo>
                  <a:lnTo>
                    <a:pt x="0" y="0"/>
                  </a:lnTo>
                  <a:lnTo>
                    <a:pt x="1060335" y="0"/>
                  </a:lnTo>
                  <a:lnTo>
                    <a:pt x="1060335" y="219963"/>
                  </a:lnTo>
                  <a:close/>
                </a:path>
              </a:pathLst>
            </a:custGeom>
            <a:solidFill>
              <a:srgbClr val="0078A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/>
            <p:cNvSpPr/>
            <p:nvPr/>
          </p:nvSpPr>
          <p:spPr>
            <a:xfrm>
              <a:off x="3657600" y="3803650"/>
              <a:ext cx="1066800" cy="313690"/>
            </a:xfrm>
            <a:custGeom>
              <a:avLst/>
              <a:gdLst/>
              <a:ahLst/>
              <a:cxnLst/>
              <a:rect l="l" t="t" r="r" b="b"/>
              <a:pathLst>
                <a:path w="1066800" h="313689">
                  <a:moveTo>
                    <a:pt x="533400" y="313436"/>
                  </a:moveTo>
                  <a:lnTo>
                    <a:pt x="461020" y="312005"/>
                  </a:lnTo>
                  <a:lnTo>
                    <a:pt x="391600" y="307838"/>
                  </a:lnTo>
                  <a:lnTo>
                    <a:pt x="325776" y="301121"/>
                  </a:lnTo>
                  <a:lnTo>
                    <a:pt x="264182" y="292041"/>
                  </a:lnTo>
                  <a:lnTo>
                    <a:pt x="207454" y="280784"/>
                  </a:lnTo>
                  <a:lnTo>
                    <a:pt x="156229" y="267538"/>
                  </a:lnTo>
                  <a:lnTo>
                    <a:pt x="111140" y="252488"/>
                  </a:lnTo>
                  <a:lnTo>
                    <a:pt x="72824" y="235821"/>
                  </a:lnTo>
                  <a:lnTo>
                    <a:pt x="19053" y="198383"/>
                  </a:lnTo>
                  <a:lnTo>
                    <a:pt x="0" y="156717"/>
                  </a:lnTo>
                  <a:lnTo>
                    <a:pt x="4869" y="135452"/>
                  </a:lnTo>
                  <a:lnTo>
                    <a:pt x="41917" y="95717"/>
                  </a:lnTo>
                  <a:lnTo>
                    <a:pt x="111140" y="60953"/>
                  </a:lnTo>
                  <a:lnTo>
                    <a:pt x="156229" y="45902"/>
                  </a:lnTo>
                  <a:lnTo>
                    <a:pt x="207454" y="32654"/>
                  </a:lnTo>
                  <a:lnTo>
                    <a:pt x="264182" y="21397"/>
                  </a:lnTo>
                  <a:lnTo>
                    <a:pt x="325776" y="12316"/>
                  </a:lnTo>
                  <a:lnTo>
                    <a:pt x="391600" y="5598"/>
                  </a:lnTo>
                  <a:lnTo>
                    <a:pt x="461020" y="1430"/>
                  </a:lnTo>
                  <a:lnTo>
                    <a:pt x="533400" y="0"/>
                  </a:lnTo>
                  <a:lnTo>
                    <a:pt x="605779" y="1430"/>
                  </a:lnTo>
                  <a:lnTo>
                    <a:pt x="675199" y="5598"/>
                  </a:lnTo>
                  <a:lnTo>
                    <a:pt x="741023" y="12316"/>
                  </a:lnTo>
                  <a:lnTo>
                    <a:pt x="802617" y="21397"/>
                  </a:lnTo>
                  <a:lnTo>
                    <a:pt x="859345" y="32654"/>
                  </a:lnTo>
                  <a:lnTo>
                    <a:pt x="910570" y="45902"/>
                  </a:lnTo>
                  <a:lnTo>
                    <a:pt x="955659" y="60953"/>
                  </a:lnTo>
                  <a:lnTo>
                    <a:pt x="993975" y="77620"/>
                  </a:lnTo>
                  <a:lnTo>
                    <a:pt x="1047746" y="115057"/>
                  </a:lnTo>
                  <a:lnTo>
                    <a:pt x="1066800" y="156717"/>
                  </a:lnTo>
                  <a:lnTo>
                    <a:pt x="1061930" y="177985"/>
                  </a:lnTo>
                  <a:lnTo>
                    <a:pt x="1024882" y="217724"/>
                  </a:lnTo>
                  <a:lnTo>
                    <a:pt x="955659" y="252488"/>
                  </a:lnTo>
                  <a:lnTo>
                    <a:pt x="910570" y="267538"/>
                  </a:lnTo>
                  <a:lnTo>
                    <a:pt x="859345" y="280784"/>
                  </a:lnTo>
                  <a:lnTo>
                    <a:pt x="802617" y="292041"/>
                  </a:lnTo>
                  <a:lnTo>
                    <a:pt x="741023" y="301121"/>
                  </a:lnTo>
                  <a:lnTo>
                    <a:pt x="675199" y="307838"/>
                  </a:lnTo>
                  <a:lnTo>
                    <a:pt x="605779" y="312005"/>
                  </a:lnTo>
                  <a:lnTo>
                    <a:pt x="533400" y="313436"/>
                  </a:lnTo>
                  <a:close/>
                </a:path>
              </a:pathLst>
            </a:custGeom>
            <a:solidFill>
              <a:srgbClr val="00B4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/>
            <p:cNvSpPr/>
            <p:nvPr/>
          </p:nvSpPr>
          <p:spPr>
            <a:xfrm>
              <a:off x="3657600" y="3803650"/>
              <a:ext cx="1066800" cy="313690"/>
            </a:xfrm>
            <a:custGeom>
              <a:avLst/>
              <a:gdLst/>
              <a:ahLst/>
              <a:cxnLst/>
              <a:rect l="l" t="t" r="r" b="b"/>
              <a:pathLst>
                <a:path w="1066800" h="313689">
                  <a:moveTo>
                    <a:pt x="1066800" y="156717"/>
                  </a:moveTo>
                  <a:lnTo>
                    <a:pt x="1047746" y="198383"/>
                  </a:lnTo>
                  <a:lnTo>
                    <a:pt x="993975" y="235821"/>
                  </a:lnTo>
                  <a:lnTo>
                    <a:pt x="955659" y="252488"/>
                  </a:lnTo>
                  <a:lnTo>
                    <a:pt x="910570" y="267538"/>
                  </a:lnTo>
                  <a:lnTo>
                    <a:pt x="859345" y="280784"/>
                  </a:lnTo>
                  <a:lnTo>
                    <a:pt x="802617" y="292041"/>
                  </a:lnTo>
                  <a:lnTo>
                    <a:pt x="741023" y="301121"/>
                  </a:lnTo>
                  <a:lnTo>
                    <a:pt x="675199" y="307838"/>
                  </a:lnTo>
                  <a:lnTo>
                    <a:pt x="605779" y="312005"/>
                  </a:lnTo>
                  <a:lnTo>
                    <a:pt x="533400" y="313436"/>
                  </a:lnTo>
                  <a:lnTo>
                    <a:pt x="461020" y="312005"/>
                  </a:lnTo>
                  <a:lnTo>
                    <a:pt x="391600" y="307838"/>
                  </a:lnTo>
                  <a:lnTo>
                    <a:pt x="325776" y="301121"/>
                  </a:lnTo>
                  <a:lnTo>
                    <a:pt x="264182" y="292041"/>
                  </a:lnTo>
                  <a:lnTo>
                    <a:pt x="207454" y="280784"/>
                  </a:lnTo>
                  <a:lnTo>
                    <a:pt x="156229" y="267538"/>
                  </a:lnTo>
                  <a:lnTo>
                    <a:pt x="111140" y="252488"/>
                  </a:lnTo>
                  <a:lnTo>
                    <a:pt x="72824" y="235821"/>
                  </a:lnTo>
                  <a:lnTo>
                    <a:pt x="19053" y="198383"/>
                  </a:lnTo>
                  <a:lnTo>
                    <a:pt x="0" y="156717"/>
                  </a:lnTo>
                  <a:lnTo>
                    <a:pt x="4869" y="135452"/>
                  </a:lnTo>
                  <a:lnTo>
                    <a:pt x="41917" y="95717"/>
                  </a:lnTo>
                  <a:lnTo>
                    <a:pt x="111140" y="60953"/>
                  </a:lnTo>
                  <a:lnTo>
                    <a:pt x="156229" y="45902"/>
                  </a:lnTo>
                  <a:lnTo>
                    <a:pt x="207454" y="32654"/>
                  </a:lnTo>
                  <a:lnTo>
                    <a:pt x="264182" y="21397"/>
                  </a:lnTo>
                  <a:lnTo>
                    <a:pt x="325776" y="12316"/>
                  </a:lnTo>
                  <a:lnTo>
                    <a:pt x="391600" y="5598"/>
                  </a:lnTo>
                  <a:lnTo>
                    <a:pt x="461020" y="1430"/>
                  </a:lnTo>
                  <a:lnTo>
                    <a:pt x="533400" y="0"/>
                  </a:lnTo>
                  <a:lnTo>
                    <a:pt x="605779" y="1430"/>
                  </a:lnTo>
                  <a:lnTo>
                    <a:pt x="675199" y="5598"/>
                  </a:lnTo>
                  <a:lnTo>
                    <a:pt x="741023" y="12316"/>
                  </a:lnTo>
                  <a:lnTo>
                    <a:pt x="802617" y="21397"/>
                  </a:lnTo>
                  <a:lnTo>
                    <a:pt x="859345" y="32654"/>
                  </a:lnTo>
                  <a:lnTo>
                    <a:pt x="910570" y="45902"/>
                  </a:lnTo>
                  <a:lnTo>
                    <a:pt x="955659" y="60953"/>
                  </a:lnTo>
                  <a:lnTo>
                    <a:pt x="993975" y="77620"/>
                  </a:lnTo>
                  <a:lnTo>
                    <a:pt x="1047746" y="115057"/>
                  </a:lnTo>
                  <a:lnTo>
                    <a:pt x="1066800" y="156717"/>
                  </a:lnTo>
                </a:path>
              </a:pathLst>
            </a:custGeom>
            <a:ln w="5981">
              <a:solidFill>
                <a:srgbClr val="AAE6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/>
            <p:cNvSpPr/>
            <p:nvPr/>
          </p:nvSpPr>
          <p:spPr>
            <a:xfrm>
              <a:off x="3819233" y="3842143"/>
              <a:ext cx="730885" cy="231140"/>
            </a:xfrm>
            <a:custGeom>
              <a:avLst/>
              <a:gdLst/>
              <a:ahLst/>
              <a:cxnLst/>
              <a:rect l="l" t="t" r="r" b="b"/>
              <a:pathLst>
                <a:path w="730885" h="231139">
                  <a:moveTo>
                    <a:pt x="349135" y="142976"/>
                  </a:moveTo>
                  <a:lnTo>
                    <a:pt x="271551" y="120980"/>
                  </a:lnTo>
                  <a:lnTo>
                    <a:pt x="90525" y="186969"/>
                  </a:lnTo>
                  <a:lnTo>
                    <a:pt x="0" y="164973"/>
                  </a:lnTo>
                  <a:lnTo>
                    <a:pt x="45262" y="225463"/>
                  </a:lnTo>
                  <a:lnTo>
                    <a:pt x="271551" y="225463"/>
                  </a:lnTo>
                  <a:lnTo>
                    <a:pt x="174574" y="203466"/>
                  </a:lnTo>
                  <a:lnTo>
                    <a:pt x="349135" y="142976"/>
                  </a:lnTo>
                  <a:close/>
                </a:path>
                <a:path w="730885" h="231139">
                  <a:moveTo>
                    <a:pt x="368528" y="43992"/>
                  </a:moveTo>
                  <a:lnTo>
                    <a:pt x="284480" y="60490"/>
                  </a:lnTo>
                  <a:lnTo>
                    <a:pt x="96989" y="0"/>
                  </a:lnTo>
                  <a:lnTo>
                    <a:pt x="19405" y="21996"/>
                  </a:lnTo>
                  <a:lnTo>
                    <a:pt x="193967" y="82486"/>
                  </a:lnTo>
                  <a:lnTo>
                    <a:pt x="103454" y="98983"/>
                  </a:lnTo>
                  <a:lnTo>
                    <a:pt x="323278" y="98983"/>
                  </a:lnTo>
                  <a:lnTo>
                    <a:pt x="368528" y="43992"/>
                  </a:lnTo>
                  <a:close/>
                </a:path>
                <a:path w="730885" h="231139">
                  <a:moveTo>
                    <a:pt x="717664" y="208965"/>
                  </a:moveTo>
                  <a:lnTo>
                    <a:pt x="543102" y="148475"/>
                  </a:lnTo>
                  <a:lnTo>
                    <a:pt x="640080" y="131978"/>
                  </a:lnTo>
                  <a:lnTo>
                    <a:pt x="413791" y="131978"/>
                  </a:lnTo>
                  <a:lnTo>
                    <a:pt x="368528" y="186969"/>
                  </a:lnTo>
                  <a:lnTo>
                    <a:pt x="459054" y="164973"/>
                  </a:lnTo>
                  <a:lnTo>
                    <a:pt x="640080" y="230949"/>
                  </a:lnTo>
                  <a:lnTo>
                    <a:pt x="717664" y="208965"/>
                  </a:lnTo>
                  <a:close/>
                </a:path>
                <a:path w="730885" h="231139">
                  <a:moveTo>
                    <a:pt x="730605" y="60490"/>
                  </a:moveTo>
                  <a:lnTo>
                    <a:pt x="685342" y="5499"/>
                  </a:lnTo>
                  <a:lnTo>
                    <a:pt x="465518" y="5499"/>
                  </a:lnTo>
                  <a:lnTo>
                    <a:pt x="556031" y="21996"/>
                  </a:lnTo>
                  <a:lnTo>
                    <a:pt x="381469" y="82486"/>
                  </a:lnTo>
                  <a:lnTo>
                    <a:pt x="459054" y="104482"/>
                  </a:lnTo>
                  <a:lnTo>
                    <a:pt x="646544" y="38493"/>
                  </a:lnTo>
                  <a:lnTo>
                    <a:pt x="730605" y="604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3825697" y="3847642"/>
              <a:ext cx="730885" cy="231140"/>
            </a:xfrm>
            <a:custGeom>
              <a:avLst/>
              <a:gdLst/>
              <a:ahLst/>
              <a:cxnLst/>
              <a:rect l="l" t="t" r="r" b="b"/>
              <a:pathLst>
                <a:path w="730885" h="231139">
                  <a:moveTo>
                    <a:pt x="349135" y="142976"/>
                  </a:moveTo>
                  <a:lnTo>
                    <a:pt x="271551" y="120980"/>
                  </a:lnTo>
                  <a:lnTo>
                    <a:pt x="90525" y="186969"/>
                  </a:lnTo>
                  <a:lnTo>
                    <a:pt x="0" y="164973"/>
                  </a:lnTo>
                  <a:lnTo>
                    <a:pt x="45262" y="225450"/>
                  </a:lnTo>
                  <a:lnTo>
                    <a:pt x="271551" y="225450"/>
                  </a:lnTo>
                  <a:lnTo>
                    <a:pt x="174574" y="203466"/>
                  </a:lnTo>
                  <a:lnTo>
                    <a:pt x="349135" y="142976"/>
                  </a:lnTo>
                  <a:close/>
                </a:path>
                <a:path w="730885" h="231139">
                  <a:moveTo>
                    <a:pt x="368541" y="43992"/>
                  </a:moveTo>
                  <a:lnTo>
                    <a:pt x="284480" y="60490"/>
                  </a:lnTo>
                  <a:lnTo>
                    <a:pt x="96989" y="0"/>
                  </a:lnTo>
                  <a:lnTo>
                    <a:pt x="19405" y="21996"/>
                  </a:lnTo>
                  <a:lnTo>
                    <a:pt x="193967" y="82486"/>
                  </a:lnTo>
                  <a:lnTo>
                    <a:pt x="103454" y="98983"/>
                  </a:lnTo>
                  <a:lnTo>
                    <a:pt x="323278" y="98983"/>
                  </a:lnTo>
                  <a:lnTo>
                    <a:pt x="368541" y="43992"/>
                  </a:lnTo>
                  <a:close/>
                </a:path>
                <a:path w="730885" h="231139">
                  <a:moveTo>
                    <a:pt x="717664" y="208965"/>
                  </a:moveTo>
                  <a:lnTo>
                    <a:pt x="543102" y="148475"/>
                  </a:lnTo>
                  <a:lnTo>
                    <a:pt x="640080" y="131978"/>
                  </a:lnTo>
                  <a:lnTo>
                    <a:pt x="413791" y="131978"/>
                  </a:lnTo>
                  <a:lnTo>
                    <a:pt x="368541" y="186969"/>
                  </a:lnTo>
                  <a:lnTo>
                    <a:pt x="459054" y="164973"/>
                  </a:lnTo>
                  <a:lnTo>
                    <a:pt x="640080" y="230949"/>
                  </a:lnTo>
                  <a:lnTo>
                    <a:pt x="717664" y="208965"/>
                  </a:lnTo>
                  <a:close/>
                </a:path>
                <a:path w="730885" h="231139">
                  <a:moveTo>
                    <a:pt x="730605" y="60490"/>
                  </a:moveTo>
                  <a:lnTo>
                    <a:pt x="685342" y="5499"/>
                  </a:lnTo>
                  <a:lnTo>
                    <a:pt x="465518" y="5499"/>
                  </a:lnTo>
                  <a:lnTo>
                    <a:pt x="556031" y="21996"/>
                  </a:lnTo>
                  <a:lnTo>
                    <a:pt x="381469" y="82486"/>
                  </a:lnTo>
                  <a:lnTo>
                    <a:pt x="459054" y="104482"/>
                  </a:lnTo>
                  <a:lnTo>
                    <a:pt x="646544" y="38493"/>
                  </a:lnTo>
                  <a:lnTo>
                    <a:pt x="730605" y="604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3657600" y="3957624"/>
              <a:ext cx="1063625" cy="220345"/>
            </a:xfrm>
            <a:custGeom>
              <a:avLst/>
              <a:gdLst/>
              <a:ahLst/>
              <a:cxnLst/>
              <a:rect l="l" t="t" r="r" b="b"/>
              <a:pathLst>
                <a:path w="1063625" h="220345">
                  <a:moveTo>
                    <a:pt x="2984" y="0"/>
                  </a:moveTo>
                  <a:lnTo>
                    <a:pt x="0" y="0"/>
                  </a:lnTo>
                  <a:lnTo>
                    <a:pt x="0" y="219951"/>
                  </a:lnTo>
                  <a:lnTo>
                    <a:pt x="2984" y="219951"/>
                  </a:lnTo>
                  <a:lnTo>
                    <a:pt x="2984" y="0"/>
                  </a:lnTo>
                  <a:close/>
                </a:path>
                <a:path w="1063625" h="220345">
                  <a:moveTo>
                    <a:pt x="1063320" y="0"/>
                  </a:moveTo>
                  <a:lnTo>
                    <a:pt x="1057338" y="0"/>
                  </a:lnTo>
                  <a:lnTo>
                    <a:pt x="1057338" y="219964"/>
                  </a:lnTo>
                  <a:lnTo>
                    <a:pt x="1063320" y="219964"/>
                  </a:lnTo>
                  <a:lnTo>
                    <a:pt x="1063320" y="0"/>
                  </a:lnTo>
                  <a:close/>
                </a:path>
              </a:pathLst>
            </a:custGeom>
            <a:solidFill>
              <a:srgbClr val="AAE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/>
            <p:cNvSpPr/>
            <p:nvPr/>
          </p:nvSpPr>
          <p:spPr>
            <a:xfrm>
              <a:off x="2814637" y="4789487"/>
              <a:ext cx="2828925" cy="390525"/>
            </a:xfrm>
            <a:custGeom>
              <a:avLst/>
              <a:gdLst/>
              <a:ahLst/>
              <a:cxnLst/>
              <a:rect l="l" t="t" r="r" b="b"/>
              <a:pathLst>
                <a:path w="2828925" h="390525">
                  <a:moveTo>
                    <a:pt x="2828925" y="390525"/>
                  </a:moveTo>
                  <a:lnTo>
                    <a:pt x="0" y="390525"/>
                  </a:lnTo>
                  <a:lnTo>
                    <a:pt x="0" y="0"/>
                  </a:lnTo>
                  <a:lnTo>
                    <a:pt x="2828925" y="0"/>
                  </a:lnTo>
                  <a:lnTo>
                    <a:pt x="2828925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381000"/>
                  </a:lnTo>
                  <a:lnTo>
                    <a:pt x="4762" y="381000"/>
                  </a:lnTo>
                  <a:lnTo>
                    <a:pt x="9525" y="385762"/>
                  </a:lnTo>
                  <a:lnTo>
                    <a:pt x="2828925" y="385762"/>
                  </a:lnTo>
                  <a:lnTo>
                    <a:pt x="2828925" y="390525"/>
                  </a:lnTo>
                  <a:close/>
                </a:path>
                <a:path w="2828925" h="390525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2828925" h="390525">
                  <a:moveTo>
                    <a:pt x="2819400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2819400" y="4762"/>
                  </a:lnTo>
                  <a:lnTo>
                    <a:pt x="2819400" y="9525"/>
                  </a:lnTo>
                  <a:close/>
                </a:path>
                <a:path w="2828925" h="390525">
                  <a:moveTo>
                    <a:pt x="2819400" y="385762"/>
                  </a:moveTo>
                  <a:lnTo>
                    <a:pt x="2819400" y="4762"/>
                  </a:lnTo>
                  <a:lnTo>
                    <a:pt x="2824162" y="9525"/>
                  </a:lnTo>
                  <a:lnTo>
                    <a:pt x="2828925" y="9525"/>
                  </a:lnTo>
                  <a:lnTo>
                    <a:pt x="2828925" y="381000"/>
                  </a:lnTo>
                  <a:lnTo>
                    <a:pt x="2824162" y="381000"/>
                  </a:lnTo>
                  <a:lnTo>
                    <a:pt x="2819400" y="385762"/>
                  </a:lnTo>
                  <a:close/>
                </a:path>
                <a:path w="2828925" h="390525">
                  <a:moveTo>
                    <a:pt x="2828925" y="9525"/>
                  </a:moveTo>
                  <a:lnTo>
                    <a:pt x="2824162" y="9525"/>
                  </a:lnTo>
                  <a:lnTo>
                    <a:pt x="2819400" y="4762"/>
                  </a:lnTo>
                  <a:lnTo>
                    <a:pt x="2828925" y="4762"/>
                  </a:lnTo>
                  <a:lnTo>
                    <a:pt x="2828925" y="9525"/>
                  </a:lnTo>
                  <a:close/>
                </a:path>
                <a:path w="2828925" h="390525">
                  <a:moveTo>
                    <a:pt x="9525" y="385762"/>
                  </a:moveTo>
                  <a:lnTo>
                    <a:pt x="4762" y="381000"/>
                  </a:lnTo>
                  <a:lnTo>
                    <a:pt x="9525" y="381000"/>
                  </a:lnTo>
                  <a:lnTo>
                    <a:pt x="9525" y="385762"/>
                  </a:lnTo>
                  <a:close/>
                </a:path>
                <a:path w="2828925" h="390525">
                  <a:moveTo>
                    <a:pt x="2819400" y="385762"/>
                  </a:moveTo>
                  <a:lnTo>
                    <a:pt x="9525" y="385762"/>
                  </a:lnTo>
                  <a:lnTo>
                    <a:pt x="9525" y="381000"/>
                  </a:lnTo>
                  <a:lnTo>
                    <a:pt x="2819400" y="381000"/>
                  </a:lnTo>
                  <a:lnTo>
                    <a:pt x="2819400" y="385762"/>
                  </a:lnTo>
                  <a:close/>
                </a:path>
                <a:path w="2828925" h="390525">
                  <a:moveTo>
                    <a:pt x="2828925" y="385762"/>
                  </a:moveTo>
                  <a:lnTo>
                    <a:pt x="2819400" y="385762"/>
                  </a:lnTo>
                  <a:lnTo>
                    <a:pt x="2824162" y="381000"/>
                  </a:lnTo>
                  <a:lnTo>
                    <a:pt x="2828925" y="381000"/>
                  </a:lnTo>
                  <a:lnTo>
                    <a:pt x="2828925" y="385762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2" name="object 182"/>
          <p:cNvSpPr txBox="1"/>
          <p:nvPr/>
        </p:nvSpPr>
        <p:spPr>
          <a:xfrm>
            <a:off x="2842260" y="4766945"/>
            <a:ext cx="27730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5" b="0">
                <a:latin typeface="Noto Sans CJK JP Medium"/>
                <a:cs typeface="Noto Sans CJK JP Medium"/>
              </a:rPr>
              <a:t>解决：引入</a:t>
            </a:r>
            <a:r>
              <a:rPr dirty="0" sz="2400" b="1">
                <a:latin typeface="Times New Roman"/>
                <a:cs typeface="Times New Roman"/>
              </a:rPr>
              <a:t>I</a:t>
            </a:r>
            <a:r>
              <a:rPr dirty="0" sz="2400" spc="-5" b="1">
                <a:latin typeface="Times New Roman"/>
                <a:cs typeface="Times New Roman"/>
              </a:rPr>
              <a:t>P</a:t>
            </a:r>
            <a:r>
              <a:rPr dirty="0" sz="2400" spc="5" b="0">
                <a:latin typeface="Noto Sans CJK JP Medium"/>
                <a:cs typeface="Noto Sans CJK JP Medium"/>
              </a:rPr>
              <a:t>路由</a:t>
            </a:r>
            <a:r>
              <a:rPr dirty="0" sz="2400" b="0">
                <a:latin typeface="Noto Sans CJK JP Medium"/>
                <a:cs typeface="Noto Sans CJK JP Medium"/>
              </a:rPr>
              <a:t>器</a:t>
            </a:r>
            <a:endParaRPr sz="2400">
              <a:latin typeface="Noto Sans CJK JP Medium"/>
              <a:cs typeface="Noto Sans CJK JP Medium"/>
            </a:endParaRPr>
          </a:p>
        </p:txBody>
      </p:sp>
      <p:grpSp>
        <p:nvGrpSpPr>
          <p:cNvPr id="183" name="object 183"/>
          <p:cNvGrpSpPr/>
          <p:nvPr/>
        </p:nvGrpSpPr>
        <p:grpSpPr>
          <a:xfrm>
            <a:off x="1752600" y="4079875"/>
            <a:ext cx="5257800" cy="567055"/>
            <a:chOff x="1752600" y="4079875"/>
            <a:chExt cx="5257800" cy="567055"/>
          </a:xfrm>
        </p:grpSpPr>
        <p:sp>
          <p:nvSpPr>
            <p:cNvPr id="184" name="object 184"/>
            <p:cNvSpPr/>
            <p:nvPr/>
          </p:nvSpPr>
          <p:spPr>
            <a:xfrm>
              <a:off x="1752600" y="4079874"/>
              <a:ext cx="5257800" cy="57150"/>
            </a:xfrm>
            <a:custGeom>
              <a:avLst/>
              <a:gdLst/>
              <a:ahLst/>
              <a:cxnLst/>
              <a:rect l="l" t="t" r="r" b="b"/>
              <a:pathLst>
                <a:path w="5257800" h="57150">
                  <a:moveTo>
                    <a:pt x="1905000" y="0"/>
                  </a:moveTo>
                  <a:lnTo>
                    <a:pt x="0" y="0"/>
                  </a:lnTo>
                  <a:lnTo>
                    <a:pt x="0" y="57150"/>
                  </a:lnTo>
                  <a:lnTo>
                    <a:pt x="1905000" y="57150"/>
                  </a:lnTo>
                  <a:lnTo>
                    <a:pt x="1905000" y="0"/>
                  </a:lnTo>
                  <a:close/>
                </a:path>
                <a:path w="5257800" h="57150">
                  <a:moveTo>
                    <a:pt x="5257800" y="0"/>
                  </a:moveTo>
                  <a:lnTo>
                    <a:pt x="2971800" y="0"/>
                  </a:lnTo>
                  <a:lnTo>
                    <a:pt x="2971800" y="57150"/>
                  </a:lnTo>
                  <a:lnTo>
                    <a:pt x="5257800" y="57150"/>
                  </a:lnTo>
                  <a:lnTo>
                    <a:pt x="5257800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/>
            <p:cNvSpPr/>
            <p:nvPr/>
          </p:nvSpPr>
          <p:spPr>
            <a:xfrm>
              <a:off x="2819400" y="4261104"/>
              <a:ext cx="838200" cy="381000"/>
            </a:xfrm>
            <a:custGeom>
              <a:avLst/>
              <a:gdLst/>
              <a:ahLst/>
              <a:cxnLst/>
              <a:rect l="l" t="t" r="r" b="b"/>
              <a:pathLst>
                <a:path w="838200" h="381000">
                  <a:moveTo>
                    <a:pt x="838200" y="381000"/>
                  </a:moveTo>
                  <a:lnTo>
                    <a:pt x="0" y="381000"/>
                  </a:lnTo>
                  <a:lnTo>
                    <a:pt x="0" y="0"/>
                  </a:lnTo>
                  <a:lnTo>
                    <a:pt x="838200" y="0"/>
                  </a:lnTo>
                  <a:lnTo>
                    <a:pt x="838200" y="38100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/>
            <p:cNvSpPr/>
            <p:nvPr/>
          </p:nvSpPr>
          <p:spPr>
            <a:xfrm>
              <a:off x="2814637" y="4256087"/>
              <a:ext cx="847725" cy="390525"/>
            </a:xfrm>
            <a:custGeom>
              <a:avLst/>
              <a:gdLst/>
              <a:ahLst/>
              <a:cxnLst/>
              <a:rect l="l" t="t" r="r" b="b"/>
              <a:pathLst>
                <a:path w="847725" h="390525">
                  <a:moveTo>
                    <a:pt x="847725" y="390525"/>
                  </a:moveTo>
                  <a:lnTo>
                    <a:pt x="0" y="390525"/>
                  </a:lnTo>
                  <a:lnTo>
                    <a:pt x="0" y="0"/>
                  </a:lnTo>
                  <a:lnTo>
                    <a:pt x="847725" y="0"/>
                  </a:lnTo>
                  <a:lnTo>
                    <a:pt x="847725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381000"/>
                  </a:lnTo>
                  <a:lnTo>
                    <a:pt x="4762" y="381000"/>
                  </a:lnTo>
                  <a:lnTo>
                    <a:pt x="9525" y="385762"/>
                  </a:lnTo>
                  <a:lnTo>
                    <a:pt x="847725" y="385762"/>
                  </a:lnTo>
                  <a:lnTo>
                    <a:pt x="847725" y="390525"/>
                  </a:lnTo>
                  <a:close/>
                </a:path>
                <a:path w="847725" h="390525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847725" h="390525">
                  <a:moveTo>
                    <a:pt x="838200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838200" y="4762"/>
                  </a:lnTo>
                  <a:lnTo>
                    <a:pt x="838200" y="9525"/>
                  </a:lnTo>
                  <a:close/>
                </a:path>
                <a:path w="847725" h="390525">
                  <a:moveTo>
                    <a:pt x="838200" y="385762"/>
                  </a:moveTo>
                  <a:lnTo>
                    <a:pt x="838200" y="4762"/>
                  </a:lnTo>
                  <a:lnTo>
                    <a:pt x="842962" y="9525"/>
                  </a:lnTo>
                  <a:lnTo>
                    <a:pt x="847725" y="9525"/>
                  </a:lnTo>
                  <a:lnTo>
                    <a:pt x="847725" y="381000"/>
                  </a:lnTo>
                  <a:lnTo>
                    <a:pt x="842962" y="381000"/>
                  </a:lnTo>
                  <a:lnTo>
                    <a:pt x="838200" y="385762"/>
                  </a:lnTo>
                  <a:close/>
                </a:path>
                <a:path w="847725" h="390525">
                  <a:moveTo>
                    <a:pt x="847725" y="9525"/>
                  </a:moveTo>
                  <a:lnTo>
                    <a:pt x="842962" y="9525"/>
                  </a:lnTo>
                  <a:lnTo>
                    <a:pt x="838200" y="4762"/>
                  </a:lnTo>
                  <a:lnTo>
                    <a:pt x="847725" y="4762"/>
                  </a:lnTo>
                  <a:lnTo>
                    <a:pt x="847725" y="9525"/>
                  </a:lnTo>
                  <a:close/>
                </a:path>
                <a:path w="847725" h="390525">
                  <a:moveTo>
                    <a:pt x="9525" y="385762"/>
                  </a:moveTo>
                  <a:lnTo>
                    <a:pt x="4762" y="381000"/>
                  </a:lnTo>
                  <a:lnTo>
                    <a:pt x="9525" y="381000"/>
                  </a:lnTo>
                  <a:lnTo>
                    <a:pt x="9525" y="385762"/>
                  </a:lnTo>
                  <a:close/>
                </a:path>
                <a:path w="847725" h="390525">
                  <a:moveTo>
                    <a:pt x="838200" y="385762"/>
                  </a:moveTo>
                  <a:lnTo>
                    <a:pt x="9525" y="385762"/>
                  </a:lnTo>
                  <a:lnTo>
                    <a:pt x="9525" y="381000"/>
                  </a:lnTo>
                  <a:lnTo>
                    <a:pt x="838200" y="381000"/>
                  </a:lnTo>
                  <a:lnTo>
                    <a:pt x="838200" y="385762"/>
                  </a:lnTo>
                  <a:close/>
                </a:path>
                <a:path w="847725" h="390525">
                  <a:moveTo>
                    <a:pt x="847725" y="385762"/>
                  </a:moveTo>
                  <a:lnTo>
                    <a:pt x="838200" y="385762"/>
                  </a:lnTo>
                  <a:lnTo>
                    <a:pt x="842962" y="381000"/>
                  </a:lnTo>
                  <a:lnTo>
                    <a:pt x="847725" y="381000"/>
                  </a:lnTo>
                  <a:lnTo>
                    <a:pt x="847725" y="385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7" name="object 187"/>
          <p:cNvSpPr txBox="1"/>
          <p:nvPr/>
        </p:nvSpPr>
        <p:spPr>
          <a:xfrm>
            <a:off x="2819400" y="4261103"/>
            <a:ext cx="838200" cy="38100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1430">
              <a:lnSpc>
                <a:spcPct val="100000"/>
              </a:lnSpc>
              <a:spcBef>
                <a:spcPts val="420"/>
              </a:spcBef>
            </a:pPr>
            <a:r>
              <a:rPr dirty="0" sz="1600" spc="5" b="0">
                <a:latin typeface="Noto Sans CJK JP Medium"/>
                <a:cs typeface="Noto Sans CJK JP Medium"/>
              </a:rPr>
              <a:t>以太网</a:t>
            </a:r>
            <a:r>
              <a:rPr dirty="0" sz="1600" spc="-5" b="0">
                <a:latin typeface="Noto Sans CJK JP Medium"/>
                <a:cs typeface="Noto Sans CJK JP Medium"/>
              </a:rPr>
              <a:t>帧</a:t>
            </a:r>
            <a:endParaRPr sz="1600">
              <a:latin typeface="Noto Sans CJK JP Medium"/>
              <a:cs typeface="Noto Sans CJK JP Medium"/>
            </a:endParaRPr>
          </a:p>
        </p:txBody>
      </p:sp>
      <p:grpSp>
        <p:nvGrpSpPr>
          <p:cNvPr id="188" name="object 188"/>
          <p:cNvGrpSpPr/>
          <p:nvPr/>
        </p:nvGrpSpPr>
        <p:grpSpPr>
          <a:xfrm>
            <a:off x="2890837" y="3417887"/>
            <a:ext cx="847725" cy="390525"/>
            <a:chOff x="2890837" y="3417887"/>
            <a:chExt cx="847725" cy="390525"/>
          </a:xfrm>
        </p:grpSpPr>
        <p:sp>
          <p:nvSpPr>
            <p:cNvPr id="189" name="object 189"/>
            <p:cNvSpPr/>
            <p:nvPr/>
          </p:nvSpPr>
          <p:spPr>
            <a:xfrm>
              <a:off x="2895600" y="3422904"/>
              <a:ext cx="838200" cy="381000"/>
            </a:xfrm>
            <a:custGeom>
              <a:avLst/>
              <a:gdLst/>
              <a:ahLst/>
              <a:cxnLst/>
              <a:rect l="l" t="t" r="r" b="b"/>
              <a:pathLst>
                <a:path w="838200" h="381000">
                  <a:moveTo>
                    <a:pt x="838200" y="381000"/>
                  </a:moveTo>
                  <a:lnTo>
                    <a:pt x="0" y="381000"/>
                  </a:lnTo>
                  <a:lnTo>
                    <a:pt x="0" y="0"/>
                  </a:lnTo>
                  <a:lnTo>
                    <a:pt x="838200" y="0"/>
                  </a:lnTo>
                  <a:lnTo>
                    <a:pt x="838200" y="381000"/>
                  </a:lnTo>
                  <a:close/>
                </a:path>
              </a:pathLst>
            </a:custGeom>
            <a:solidFill>
              <a:srgbClr val="FF33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/>
            <p:cNvSpPr/>
            <p:nvPr/>
          </p:nvSpPr>
          <p:spPr>
            <a:xfrm>
              <a:off x="2890837" y="3417887"/>
              <a:ext cx="847725" cy="390525"/>
            </a:xfrm>
            <a:custGeom>
              <a:avLst/>
              <a:gdLst/>
              <a:ahLst/>
              <a:cxnLst/>
              <a:rect l="l" t="t" r="r" b="b"/>
              <a:pathLst>
                <a:path w="847725" h="390525">
                  <a:moveTo>
                    <a:pt x="847725" y="390525"/>
                  </a:moveTo>
                  <a:lnTo>
                    <a:pt x="0" y="390525"/>
                  </a:lnTo>
                  <a:lnTo>
                    <a:pt x="0" y="0"/>
                  </a:lnTo>
                  <a:lnTo>
                    <a:pt x="847725" y="0"/>
                  </a:lnTo>
                  <a:lnTo>
                    <a:pt x="847725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381000"/>
                  </a:lnTo>
                  <a:lnTo>
                    <a:pt x="4762" y="381000"/>
                  </a:lnTo>
                  <a:lnTo>
                    <a:pt x="9525" y="385762"/>
                  </a:lnTo>
                  <a:lnTo>
                    <a:pt x="847725" y="385762"/>
                  </a:lnTo>
                  <a:lnTo>
                    <a:pt x="847725" y="390525"/>
                  </a:lnTo>
                  <a:close/>
                </a:path>
                <a:path w="847725" h="390525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847725" h="390525">
                  <a:moveTo>
                    <a:pt x="838200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838200" y="4762"/>
                  </a:lnTo>
                  <a:lnTo>
                    <a:pt x="838200" y="9525"/>
                  </a:lnTo>
                  <a:close/>
                </a:path>
                <a:path w="847725" h="390525">
                  <a:moveTo>
                    <a:pt x="838200" y="385762"/>
                  </a:moveTo>
                  <a:lnTo>
                    <a:pt x="838200" y="4762"/>
                  </a:lnTo>
                  <a:lnTo>
                    <a:pt x="842962" y="9525"/>
                  </a:lnTo>
                  <a:lnTo>
                    <a:pt x="847725" y="9525"/>
                  </a:lnTo>
                  <a:lnTo>
                    <a:pt x="847725" y="381000"/>
                  </a:lnTo>
                  <a:lnTo>
                    <a:pt x="842962" y="381000"/>
                  </a:lnTo>
                  <a:lnTo>
                    <a:pt x="838200" y="385762"/>
                  </a:lnTo>
                  <a:close/>
                </a:path>
                <a:path w="847725" h="390525">
                  <a:moveTo>
                    <a:pt x="847725" y="9525"/>
                  </a:moveTo>
                  <a:lnTo>
                    <a:pt x="842962" y="9525"/>
                  </a:lnTo>
                  <a:lnTo>
                    <a:pt x="838200" y="4762"/>
                  </a:lnTo>
                  <a:lnTo>
                    <a:pt x="847725" y="4762"/>
                  </a:lnTo>
                  <a:lnTo>
                    <a:pt x="847725" y="9525"/>
                  </a:lnTo>
                  <a:close/>
                </a:path>
                <a:path w="847725" h="390525">
                  <a:moveTo>
                    <a:pt x="9525" y="385762"/>
                  </a:moveTo>
                  <a:lnTo>
                    <a:pt x="4762" y="381000"/>
                  </a:lnTo>
                  <a:lnTo>
                    <a:pt x="9525" y="381000"/>
                  </a:lnTo>
                  <a:lnTo>
                    <a:pt x="9525" y="385762"/>
                  </a:lnTo>
                  <a:close/>
                </a:path>
                <a:path w="847725" h="390525">
                  <a:moveTo>
                    <a:pt x="838200" y="385762"/>
                  </a:moveTo>
                  <a:lnTo>
                    <a:pt x="9525" y="385762"/>
                  </a:lnTo>
                  <a:lnTo>
                    <a:pt x="9525" y="381000"/>
                  </a:lnTo>
                  <a:lnTo>
                    <a:pt x="838200" y="381000"/>
                  </a:lnTo>
                  <a:lnTo>
                    <a:pt x="838200" y="385762"/>
                  </a:lnTo>
                  <a:close/>
                </a:path>
                <a:path w="847725" h="390525">
                  <a:moveTo>
                    <a:pt x="847725" y="385762"/>
                  </a:moveTo>
                  <a:lnTo>
                    <a:pt x="838200" y="385762"/>
                  </a:lnTo>
                  <a:lnTo>
                    <a:pt x="842962" y="381000"/>
                  </a:lnTo>
                  <a:lnTo>
                    <a:pt x="847725" y="381000"/>
                  </a:lnTo>
                  <a:lnTo>
                    <a:pt x="847725" y="385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1" name="object 191"/>
          <p:cNvSpPr txBox="1"/>
          <p:nvPr/>
        </p:nvSpPr>
        <p:spPr>
          <a:xfrm>
            <a:off x="2895600" y="3422903"/>
            <a:ext cx="838200" cy="38100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1430">
              <a:lnSpc>
                <a:spcPct val="100000"/>
              </a:lnSpc>
              <a:spcBef>
                <a:spcPts val="420"/>
              </a:spcBef>
            </a:pPr>
            <a:r>
              <a:rPr dirty="0" sz="1600" spc="-5" b="1">
                <a:latin typeface="Times New Roman"/>
                <a:cs typeface="Times New Roman"/>
              </a:rPr>
              <a:t>IP</a:t>
            </a:r>
            <a:r>
              <a:rPr dirty="0" sz="1600" spc="5" b="0">
                <a:latin typeface="Noto Sans CJK JP Medium"/>
                <a:cs typeface="Noto Sans CJK JP Medium"/>
              </a:rPr>
              <a:t>数据</a:t>
            </a:r>
            <a:r>
              <a:rPr dirty="0" sz="1600" spc="-5" b="0">
                <a:latin typeface="Noto Sans CJK JP Medium"/>
                <a:cs typeface="Noto Sans CJK JP Medium"/>
              </a:rPr>
              <a:t>报</a:t>
            </a:r>
            <a:endParaRPr sz="1600">
              <a:latin typeface="Noto Sans CJK JP Medium"/>
              <a:cs typeface="Noto Sans CJK JP Medium"/>
            </a:endParaRPr>
          </a:p>
        </p:txBody>
      </p:sp>
      <p:grpSp>
        <p:nvGrpSpPr>
          <p:cNvPr id="192" name="object 192"/>
          <p:cNvGrpSpPr/>
          <p:nvPr/>
        </p:nvGrpSpPr>
        <p:grpSpPr>
          <a:xfrm>
            <a:off x="4567237" y="3417887"/>
            <a:ext cx="847725" cy="390525"/>
            <a:chOff x="4567237" y="3417887"/>
            <a:chExt cx="847725" cy="390525"/>
          </a:xfrm>
        </p:grpSpPr>
        <p:sp>
          <p:nvSpPr>
            <p:cNvPr id="193" name="object 193"/>
            <p:cNvSpPr/>
            <p:nvPr/>
          </p:nvSpPr>
          <p:spPr>
            <a:xfrm>
              <a:off x="4572000" y="3422904"/>
              <a:ext cx="838200" cy="381000"/>
            </a:xfrm>
            <a:custGeom>
              <a:avLst/>
              <a:gdLst/>
              <a:ahLst/>
              <a:cxnLst/>
              <a:rect l="l" t="t" r="r" b="b"/>
              <a:pathLst>
                <a:path w="838200" h="381000">
                  <a:moveTo>
                    <a:pt x="838200" y="381000"/>
                  </a:moveTo>
                  <a:lnTo>
                    <a:pt x="0" y="381000"/>
                  </a:lnTo>
                  <a:lnTo>
                    <a:pt x="0" y="0"/>
                  </a:lnTo>
                  <a:lnTo>
                    <a:pt x="838200" y="0"/>
                  </a:lnTo>
                  <a:lnTo>
                    <a:pt x="838200" y="381000"/>
                  </a:lnTo>
                  <a:close/>
                </a:path>
              </a:pathLst>
            </a:custGeom>
            <a:solidFill>
              <a:srgbClr val="FF33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/>
            <p:cNvSpPr/>
            <p:nvPr/>
          </p:nvSpPr>
          <p:spPr>
            <a:xfrm>
              <a:off x="4567237" y="3417887"/>
              <a:ext cx="847725" cy="390525"/>
            </a:xfrm>
            <a:custGeom>
              <a:avLst/>
              <a:gdLst/>
              <a:ahLst/>
              <a:cxnLst/>
              <a:rect l="l" t="t" r="r" b="b"/>
              <a:pathLst>
                <a:path w="847725" h="390525">
                  <a:moveTo>
                    <a:pt x="847725" y="390525"/>
                  </a:moveTo>
                  <a:lnTo>
                    <a:pt x="0" y="390525"/>
                  </a:lnTo>
                  <a:lnTo>
                    <a:pt x="0" y="0"/>
                  </a:lnTo>
                  <a:lnTo>
                    <a:pt x="847725" y="0"/>
                  </a:lnTo>
                  <a:lnTo>
                    <a:pt x="847725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381000"/>
                  </a:lnTo>
                  <a:lnTo>
                    <a:pt x="4762" y="381000"/>
                  </a:lnTo>
                  <a:lnTo>
                    <a:pt x="9525" y="385762"/>
                  </a:lnTo>
                  <a:lnTo>
                    <a:pt x="847725" y="385762"/>
                  </a:lnTo>
                  <a:lnTo>
                    <a:pt x="847725" y="390525"/>
                  </a:lnTo>
                  <a:close/>
                </a:path>
                <a:path w="847725" h="390525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847725" h="390525">
                  <a:moveTo>
                    <a:pt x="838200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838200" y="4762"/>
                  </a:lnTo>
                  <a:lnTo>
                    <a:pt x="838200" y="9525"/>
                  </a:lnTo>
                  <a:close/>
                </a:path>
                <a:path w="847725" h="390525">
                  <a:moveTo>
                    <a:pt x="838200" y="385762"/>
                  </a:moveTo>
                  <a:lnTo>
                    <a:pt x="838200" y="4762"/>
                  </a:lnTo>
                  <a:lnTo>
                    <a:pt x="842962" y="9525"/>
                  </a:lnTo>
                  <a:lnTo>
                    <a:pt x="847725" y="9525"/>
                  </a:lnTo>
                  <a:lnTo>
                    <a:pt x="847725" y="381000"/>
                  </a:lnTo>
                  <a:lnTo>
                    <a:pt x="842962" y="381000"/>
                  </a:lnTo>
                  <a:lnTo>
                    <a:pt x="838200" y="385762"/>
                  </a:lnTo>
                  <a:close/>
                </a:path>
                <a:path w="847725" h="390525">
                  <a:moveTo>
                    <a:pt x="847725" y="9525"/>
                  </a:moveTo>
                  <a:lnTo>
                    <a:pt x="842962" y="9525"/>
                  </a:lnTo>
                  <a:lnTo>
                    <a:pt x="838200" y="4762"/>
                  </a:lnTo>
                  <a:lnTo>
                    <a:pt x="847725" y="4762"/>
                  </a:lnTo>
                  <a:lnTo>
                    <a:pt x="847725" y="9525"/>
                  </a:lnTo>
                  <a:close/>
                </a:path>
                <a:path w="847725" h="390525">
                  <a:moveTo>
                    <a:pt x="9525" y="385762"/>
                  </a:moveTo>
                  <a:lnTo>
                    <a:pt x="4762" y="381000"/>
                  </a:lnTo>
                  <a:lnTo>
                    <a:pt x="9525" y="381000"/>
                  </a:lnTo>
                  <a:lnTo>
                    <a:pt x="9525" y="385762"/>
                  </a:lnTo>
                  <a:close/>
                </a:path>
                <a:path w="847725" h="390525">
                  <a:moveTo>
                    <a:pt x="838200" y="385762"/>
                  </a:moveTo>
                  <a:lnTo>
                    <a:pt x="9525" y="385762"/>
                  </a:lnTo>
                  <a:lnTo>
                    <a:pt x="9525" y="381000"/>
                  </a:lnTo>
                  <a:lnTo>
                    <a:pt x="838200" y="381000"/>
                  </a:lnTo>
                  <a:lnTo>
                    <a:pt x="838200" y="385762"/>
                  </a:lnTo>
                  <a:close/>
                </a:path>
                <a:path w="847725" h="390525">
                  <a:moveTo>
                    <a:pt x="847725" y="385762"/>
                  </a:moveTo>
                  <a:lnTo>
                    <a:pt x="838200" y="385762"/>
                  </a:lnTo>
                  <a:lnTo>
                    <a:pt x="842962" y="381000"/>
                  </a:lnTo>
                  <a:lnTo>
                    <a:pt x="847725" y="381000"/>
                  </a:lnTo>
                  <a:lnTo>
                    <a:pt x="847725" y="385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5" name="object 195"/>
          <p:cNvSpPr txBox="1"/>
          <p:nvPr/>
        </p:nvSpPr>
        <p:spPr>
          <a:xfrm>
            <a:off x="4572000" y="3422903"/>
            <a:ext cx="838200" cy="38100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0795">
              <a:lnSpc>
                <a:spcPct val="100000"/>
              </a:lnSpc>
              <a:spcBef>
                <a:spcPts val="420"/>
              </a:spcBef>
            </a:pPr>
            <a:r>
              <a:rPr dirty="0" sz="1600" spc="-5" b="1">
                <a:latin typeface="Times New Roman"/>
                <a:cs typeface="Times New Roman"/>
              </a:rPr>
              <a:t>IP</a:t>
            </a:r>
            <a:r>
              <a:rPr dirty="0" sz="1600" spc="5" b="0">
                <a:latin typeface="Noto Sans CJK JP Medium"/>
                <a:cs typeface="Noto Sans CJK JP Medium"/>
              </a:rPr>
              <a:t>数据</a:t>
            </a:r>
            <a:r>
              <a:rPr dirty="0" sz="1600" spc="-5" b="0">
                <a:latin typeface="Noto Sans CJK JP Medium"/>
                <a:cs typeface="Noto Sans CJK JP Medium"/>
              </a:rPr>
              <a:t>报</a:t>
            </a:r>
            <a:endParaRPr sz="1600">
              <a:latin typeface="Noto Sans CJK JP Medium"/>
              <a:cs typeface="Noto Sans CJK JP Medium"/>
            </a:endParaRPr>
          </a:p>
        </p:txBody>
      </p:sp>
      <p:grpSp>
        <p:nvGrpSpPr>
          <p:cNvPr id="196" name="object 196"/>
          <p:cNvGrpSpPr/>
          <p:nvPr/>
        </p:nvGrpSpPr>
        <p:grpSpPr>
          <a:xfrm>
            <a:off x="4719637" y="4256087"/>
            <a:ext cx="847725" cy="390525"/>
            <a:chOff x="4719637" y="4256087"/>
            <a:chExt cx="847725" cy="390525"/>
          </a:xfrm>
        </p:grpSpPr>
        <p:sp>
          <p:nvSpPr>
            <p:cNvPr id="197" name="object 197"/>
            <p:cNvSpPr/>
            <p:nvPr/>
          </p:nvSpPr>
          <p:spPr>
            <a:xfrm>
              <a:off x="4724400" y="4261104"/>
              <a:ext cx="838200" cy="381000"/>
            </a:xfrm>
            <a:custGeom>
              <a:avLst/>
              <a:gdLst/>
              <a:ahLst/>
              <a:cxnLst/>
              <a:rect l="l" t="t" r="r" b="b"/>
              <a:pathLst>
                <a:path w="838200" h="381000">
                  <a:moveTo>
                    <a:pt x="838200" y="381000"/>
                  </a:moveTo>
                  <a:lnTo>
                    <a:pt x="0" y="381000"/>
                  </a:lnTo>
                  <a:lnTo>
                    <a:pt x="0" y="0"/>
                  </a:lnTo>
                  <a:lnTo>
                    <a:pt x="838200" y="0"/>
                  </a:lnTo>
                  <a:lnTo>
                    <a:pt x="838200" y="38100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/>
            <p:cNvSpPr/>
            <p:nvPr/>
          </p:nvSpPr>
          <p:spPr>
            <a:xfrm>
              <a:off x="4719637" y="4256087"/>
              <a:ext cx="847725" cy="390525"/>
            </a:xfrm>
            <a:custGeom>
              <a:avLst/>
              <a:gdLst/>
              <a:ahLst/>
              <a:cxnLst/>
              <a:rect l="l" t="t" r="r" b="b"/>
              <a:pathLst>
                <a:path w="847725" h="390525">
                  <a:moveTo>
                    <a:pt x="847725" y="390525"/>
                  </a:moveTo>
                  <a:lnTo>
                    <a:pt x="0" y="390525"/>
                  </a:lnTo>
                  <a:lnTo>
                    <a:pt x="0" y="0"/>
                  </a:lnTo>
                  <a:lnTo>
                    <a:pt x="847725" y="0"/>
                  </a:lnTo>
                  <a:lnTo>
                    <a:pt x="847725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381000"/>
                  </a:lnTo>
                  <a:lnTo>
                    <a:pt x="4762" y="381000"/>
                  </a:lnTo>
                  <a:lnTo>
                    <a:pt x="9525" y="385762"/>
                  </a:lnTo>
                  <a:lnTo>
                    <a:pt x="847725" y="385762"/>
                  </a:lnTo>
                  <a:lnTo>
                    <a:pt x="847725" y="390525"/>
                  </a:lnTo>
                  <a:close/>
                </a:path>
                <a:path w="847725" h="390525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847725" h="390525">
                  <a:moveTo>
                    <a:pt x="838200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838200" y="4762"/>
                  </a:lnTo>
                  <a:lnTo>
                    <a:pt x="838200" y="9525"/>
                  </a:lnTo>
                  <a:close/>
                </a:path>
                <a:path w="847725" h="390525">
                  <a:moveTo>
                    <a:pt x="838200" y="385762"/>
                  </a:moveTo>
                  <a:lnTo>
                    <a:pt x="838200" y="4762"/>
                  </a:lnTo>
                  <a:lnTo>
                    <a:pt x="842962" y="9525"/>
                  </a:lnTo>
                  <a:lnTo>
                    <a:pt x="847725" y="9525"/>
                  </a:lnTo>
                  <a:lnTo>
                    <a:pt x="847725" y="381000"/>
                  </a:lnTo>
                  <a:lnTo>
                    <a:pt x="842962" y="381000"/>
                  </a:lnTo>
                  <a:lnTo>
                    <a:pt x="838200" y="385762"/>
                  </a:lnTo>
                  <a:close/>
                </a:path>
                <a:path w="847725" h="390525">
                  <a:moveTo>
                    <a:pt x="847725" y="9525"/>
                  </a:moveTo>
                  <a:lnTo>
                    <a:pt x="842962" y="9525"/>
                  </a:lnTo>
                  <a:lnTo>
                    <a:pt x="838200" y="4762"/>
                  </a:lnTo>
                  <a:lnTo>
                    <a:pt x="847725" y="4762"/>
                  </a:lnTo>
                  <a:lnTo>
                    <a:pt x="847725" y="9525"/>
                  </a:lnTo>
                  <a:close/>
                </a:path>
                <a:path w="847725" h="390525">
                  <a:moveTo>
                    <a:pt x="9525" y="385762"/>
                  </a:moveTo>
                  <a:lnTo>
                    <a:pt x="4762" y="381000"/>
                  </a:lnTo>
                  <a:lnTo>
                    <a:pt x="9525" y="381000"/>
                  </a:lnTo>
                  <a:lnTo>
                    <a:pt x="9525" y="385762"/>
                  </a:lnTo>
                  <a:close/>
                </a:path>
                <a:path w="847725" h="390525">
                  <a:moveTo>
                    <a:pt x="838200" y="385762"/>
                  </a:moveTo>
                  <a:lnTo>
                    <a:pt x="9525" y="385762"/>
                  </a:lnTo>
                  <a:lnTo>
                    <a:pt x="9525" y="381000"/>
                  </a:lnTo>
                  <a:lnTo>
                    <a:pt x="838200" y="381000"/>
                  </a:lnTo>
                  <a:lnTo>
                    <a:pt x="838200" y="385762"/>
                  </a:lnTo>
                  <a:close/>
                </a:path>
                <a:path w="847725" h="390525">
                  <a:moveTo>
                    <a:pt x="847725" y="385762"/>
                  </a:moveTo>
                  <a:lnTo>
                    <a:pt x="838200" y="385762"/>
                  </a:lnTo>
                  <a:lnTo>
                    <a:pt x="842962" y="381000"/>
                  </a:lnTo>
                  <a:lnTo>
                    <a:pt x="847725" y="381000"/>
                  </a:lnTo>
                  <a:lnTo>
                    <a:pt x="847725" y="385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9" name="object 199"/>
          <p:cNvSpPr txBox="1"/>
          <p:nvPr/>
        </p:nvSpPr>
        <p:spPr>
          <a:xfrm>
            <a:off x="4724400" y="4261103"/>
            <a:ext cx="838200" cy="38100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31445">
              <a:lnSpc>
                <a:spcPct val="100000"/>
              </a:lnSpc>
              <a:spcBef>
                <a:spcPts val="420"/>
              </a:spcBef>
            </a:pPr>
            <a:r>
              <a:rPr dirty="0" sz="1600" spc="-5" b="1">
                <a:latin typeface="Times New Roman"/>
                <a:cs typeface="Times New Roman"/>
              </a:rPr>
              <a:t>PPP</a:t>
            </a:r>
            <a:r>
              <a:rPr dirty="0" sz="1600" spc="-5" b="0">
                <a:latin typeface="Noto Sans CJK JP Medium"/>
                <a:cs typeface="Noto Sans CJK JP Medium"/>
              </a:rPr>
              <a:t>帧</a:t>
            </a:r>
            <a:endParaRPr sz="1600">
              <a:latin typeface="Noto Sans CJK JP Medium"/>
              <a:cs typeface="Noto Sans CJK JP Medium"/>
            </a:endParaRPr>
          </a:p>
        </p:txBody>
      </p:sp>
      <p:grpSp>
        <p:nvGrpSpPr>
          <p:cNvPr id="200" name="object 200"/>
          <p:cNvGrpSpPr/>
          <p:nvPr/>
        </p:nvGrpSpPr>
        <p:grpSpPr>
          <a:xfrm>
            <a:off x="7234237" y="2808287"/>
            <a:ext cx="847725" cy="390525"/>
            <a:chOff x="7234237" y="2808287"/>
            <a:chExt cx="847725" cy="390525"/>
          </a:xfrm>
        </p:grpSpPr>
        <p:sp>
          <p:nvSpPr>
            <p:cNvPr id="201" name="object 201"/>
            <p:cNvSpPr/>
            <p:nvPr/>
          </p:nvSpPr>
          <p:spPr>
            <a:xfrm>
              <a:off x="7239000" y="2813304"/>
              <a:ext cx="838200" cy="381000"/>
            </a:xfrm>
            <a:custGeom>
              <a:avLst/>
              <a:gdLst/>
              <a:ahLst/>
              <a:cxnLst/>
              <a:rect l="l" t="t" r="r" b="b"/>
              <a:pathLst>
                <a:path w="838200" h="381000">
                  <a:moveTo>
                    <a:pt x="838200" y="381000"/>
                  </a:moveTo>
                  <a:lnTo>
                    <a:pt x="0" y="381000"/>
                  </a:lnTo>
                  <a:lnTo>
                    <a:pt x="0" y="0"/>
                  </a:lnTo>
                  <a:lnTo>
                    <a:pt x="838200" y="0"/>
                  </a:lnTo>
                  <a:lnTo>
                    <a:pt x="838200" y="381000"/>
                  </a:lnTo>
                  <a:close/>
                </a:path>
              </a:pathLst>
            </a:custGeom>
            <a:solidFill>
              <a:srgbClr val="FF33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/>
            <p:cNvSpPr/>
            <p:nvPr/>
          </p:nvSpPr>
          <p:spPr>
            <a:xfrm>
              <a:off x="7234237" y="2808287"/>
              <a:ext cx="847725" cy="390525"/>
            </a:xfrm>
            <a:custGeom>
              <a:avLst/>
              <a:gdLst/>
              <a:ahLst/>
              <a:cxnLst/>
              <a:rect l="l" t="t" r="r" b="b"/>
              <a:pathLst>
                <a:path w="847725" h="390525">
                  <a:moveTo>
                    <a:pt x="847725" y="390525"/>
                  </a:moveTo>
                  <a:lnTo>
                    <a:pt x="0" y="390525"/>
                  </a:lnTo>
                  <a:lnTo>
                    <a:pt x="0" y="0"/>
                  </a:lnTo>
                  <a:lnTo>
                    <a:pt x="847725" y="0"/>
                  </a:lnTo>
                  <a:lnTo>
                    <a:pt x="847725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381000"/>
                  </a:lnTo>
                  <a:lnTo>
                    <a:pt x="4762" y="381000"/>
                  </a:lnTo>
                  <a:lnTo>
                    <a:pt x="9525" y="385762"/>
                  </a:lnTo>
                  <a:lnTo>
                    <a:pt x="847725" y="385762"/>
                  </a:lnTo>
                  <a:lnTo>
                    <a:pt x="847725" y="390525"/>
                  </a:lnTo>
                  <a:close/>
                </a:path>
                <a:path w="847725" h="390525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847725" h="390525">
                  <a:moveTo>
                    <a:pt x="838200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838200" y="4762"/>
                  </a:lnTo>
                  <a:lnTo>
                    <a:pt x="838200" y="9525"/>
                  </a:lnTo>
                  <a:close/>
                </a:path>
                <a:path w="847725" h="390525">
                  <a:moveTo>
                    <a:pt x="838200" y="385762"/>
                  </a:moveTo>
                  <a:lnTo>
                    <a:pt x="838200" y="4762"/>
                  </a:lnTo>
                  <a:lnTo>
                    <a:pt x="842962" y="9525"/>
                  </a:lnTo>
                  <a:lnTo>
                    <a:pt x="847725" y="9525"/>
                  </a:lnTo>
                  <a:lnTo>
                    <a:pt x="847725" y="381000"/>
                  </a:lnTo>
                  <a:lnTo>
                    <a:pt x="842962" y="381000"/>
                  </a:lnTo>
                  <a:lnTo>
                    <a:pt x="838200" y="385762"/>
                  </a:lnTo>
                  <a:close/>
                </a:path>
                <a:path w="847725" h="390525">
                  <a:moveTo>
                    <a:pt x="847725" y="9525"/>
                  </a:moveTo>
                  <a:lnTo>
                    <a:pt x="842962" y="9525"/>
                  </a:lnTo>
                  <a:lnTo>
                    <a:pt x="838200" y="4762"/>
                  </a:lnTo>
                  <a:lnTo>
                    <a:pt x="847725" y="4762"/>
                  </a:lnTo>
                  <a:lnTo>
                    <a:pt x="847725" y="9525"/>
                  </a:lnTo>
                  <a:close/>
                </a:path>
                <a:path w="847725" h="390525">
                  <a:moveTo>
                    <a:pt x="9525" y="385762"/>
                  </a:moveTo>
                  <a:lnTo>
                    <a:pt x="4762" y="381000"/>
                  </a:lnTo>
                  <a:lnTo>
                    <a:pt x="9525" y="381000"/>
                  </a:lnTo>
                  <a:lnTo>
                    <a:pt x="9525" y="385762"/>
                  </a:lnTo>
                  <a:close/>
                </a:path>
                <a:path w="847725" h="390525">
                  <a:moveTo>
                    <a:pt x="838200" y="385762"/>
                  </a:moveTo>
                  <a:lnTo>
                    <a:pt x="9525" y="385762"/>
                  </a:lnTo>
                  <a:lnTo>
                    <a:pt x="9525" y="381000"/>
                  </a:lnTo>
                  <a:lnTo>
                    <a:pt x="838200" y="381000"/>
                  </a:lnTo>
                  <a:lnTo>
                    <a:pt x="838200" y="385762"/>
                  </a:lnTo>
                  <a:close/>
                </a:path>
                <a:path w="847725" h="390525">
                  <a:moveTo>
                    <a:pt x="847725" y="385762"/>
                  </a:moveTo>
                  <a:lnTo>
                    <a:pt x="838200" y="385762"/>
                  </a:lnTo>
                  <a:lnTo>
                    <a:pt x="842962" y="381000"/>
                  </a:lnTo>
                  <a:lnTo>
                    <a:pt x="847725" y="381000"/>
                  </a:lnTo>
                  <a:lnTo>
                    <a:pt x="847725" y="385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3" name="object 203"/>
          <p:cNvSpPr txBox="1"/>
          <p:nvPr/>
        </p:nvSpPr>
        <p:spPr>
          <a:xfrm>
            <a:off x="7239000" y="2813304"/>
            <a:ext cx="838200" cy="38100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0795">
              <a:lnSpc>
                <a:spcPct val="100000"/>
              </a:lnSpc>
              <a:spcBef>
                <a:spcPts val="420"/>
              </a:spcBef>
            </a:pPr>
            <a:r>
              <a:rPr dirty="0" sz="1600" spc="-5" b="1">
                <a:latin typeface="Times New Roman"/>
                <a:cs typeface="Times New Roman"/>
              </a:rPr>
              <a:t>IP</a:t>
            </a:r>
            <a:r>
              <a:rPr dirty="0" sz="1600" spc="5" b="0">
                <a:latin typeface="Noto Sans CJK JP Medium"/>
                <a:cs typeface="Noto Sans CJK JP Medium"/>
              </a:rPr>
              <a:t>数据</a:t>
            </a:r>
            <a:r>
              <a:rPr dirty="0" sz="1600" spc="-5" b="0">
                <a:latin typeface="Noto Sans CJK JP Medium"/>
                <a:cs typeface="Noto Sans CJK JP Medium"/>
              </a:rPr>
              <a:t>报</a:t>
            </a:r>
            <a:endParaRPr sz="1600">
              <a:latin typeface="Noto Sans CJK JP Medium"/>
              <a:cs typeface="Noto Sans CJK JP Medium"/>
            </a:endParaRPr>
          </a:p>
        </p:txBody>
      </p:sp>
      <p:sp>
        <p:nvSpPr>
          <p:cNvPr id="204" name="object 204"/>
          <p:cNvSpPr txBox="1"/>
          <p:nvPr/>
        </p:nvSpPr>
        <p:spPr>
          <a:xfrm>
            <a:off x="1986914" y="5599747"/>
            <a:ext cx="6958330" cy="1113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840"/>
              </a:lnSpc>
              <a:spcBef>
                <a:spcPts val="100"/>
              </a:spcBef>
              <a:tabLst>
                <a:tab pos="875665" algn="l"/>
              </a:tabLst>
            </a:pPr>
            <a:r>
              <a:rPr dirty="0" sz="2400">
                <a:latin typeface="UKIJ CJK"/>
                <a:cs typeface="UKIJ CJK"/>
              </a:rPr>
              <a:t>图</a:t>
            </a:r>
            <a:r>
              <a:rPr dirty="0" sz="2400">
                <a:latin typeface="Times New Roman"/>
                <a:cs typeface="Times New Roman"/>
              </a:rPr>
              <a:t>1-2	</a:t>
            </a:r>
            <a:r>
              <a:rPr dirty="0" sz="2400">
                <a:latin typeface="UKIJ CJK"/>
                <a:cs typeface="UKIJ CJK"/>
              </a:rPr>
              <a:t>路由器在异构网路中所起的作用</a:t>
            </a:r>
            <a:endParaRPr sz="2400">
              <a:latin typeface="UKIJ CJK"/>
              <a:cs typeface="UKIJ CJK"/>
            </a:endParaRPr>
          </a:p>
          <a:p>
            <a:pPr algn="ctr" marL="3926204">
              <a:lnSpc>
                <a:spcPts val="2840"/>
              </a:lnSpc>
            </a:pPr>
            <a:r>
              <a:rPr dirty="0" sz="2400" spc="5" b="0">
                <a:latin typeface="Noto Sans CJK JP Medium"/>
                <a:cs typeface="Noto Sans CJK JP Medium"/>
              </a:rPr>
              <a:t>网络</a:t>
            </a:r>
            <a:r>
              <a:rPr dirty="0" sz="2400" b="1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  <a:p>
            <a:pPr algn="ctr" marL="3849370">
              <a:lnSpc>
                <a:spcPct val="100000"/>
              </a:lnSpc>
            </a:pPr>
            <a:r>
              <a:rPr dirty="0" sz="2400" spc="-5" b="0">
                <a:latin typeface="Noto Sans CJK JP Medium"/>
                <a:cs typeface="Noto Sans CJK JP Medium"/>
              </a:rPr>
              <a:t>（</a:t>
            </a:r>
            <a:r>
              <a:rPr dirty="0" sz="2400" spc="-5" b="1">
                <a:latin typeface="Times New Roman"/>
                <a:cs typeface="Times New Roman"/>
              </a:rPr>
              <a:t>Modem</a:t>
            </a:r>
            <a:r>
              <a:rPr dirty="0" sz="2400" spc="5" b="0">
                <a:latin typeface="Noto Sans CJK JP Medium"/>
                <a:cs typeface="Noto Sans CJK JP Medium"/>
              </a:rPr>
              <a:t>拨号</a:t>
            </a:r>
            <a:r>
              <a:rPr dirty="0" sz="2400" spc="-5" b="0">
                <a:latin typeface="Noto Sans CJK JP Medium"/>
                <a:cs typeface="Noto Sans CJK JP Medium"/>
              </a:rPr>
              <a:t>，</a:t>
            </a:r>
            <a:r>
              <a:rPr dirty="0" sz="2400" spc="-5" b="1">
                <a:latin typeface="Times New Roman"/>
                <a:cs typeface="Times New Roman"/>
              </a:rPr>
              <a:t>PPP</a:t>
            </a:r>
            <a:r>
              <a:rPr dirty="0" sz="2400" spc="-5" b="0">
                <a:latin typeface="Noto Sans CJK JP Medium"/>
                <a:cs typeface="Noto Sans CJK JP Medium"/>
              </a:rPr>
              <a:t>）</a:t>
            </a:r>
            <a:endParaRPr sz="2400">
              <a:latin typeface="Noto Sans CJK JP Medium"/>
              <a:cs typeface="Noto Sans CJK JP Medium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1731" y="174942"/>
            <a:ext cx="323342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 b="1">
                <a:latin typeface="Times New Roman"/>
                <a:cs typeface="Times New Roman"/>
              </a:rPr>
              <a:t>Internet</a:t>
            </a:r>
            <a:r>
              <a:rPr dirty="0" spc="10" b="0">
                <a:latin typeface="WenQuanYi Zen Hei Mono"/>
                <a:cs typeface="WenQuanYi Zen Hei Mono"/>
              </a:rPr>
              <a:t>的物理体系结</a:t>
            </a:r>
            <a:r>
              <a:rPr dirty="0" b="0">
                <a:latin typeface="WenQuanYi Zen Hei Mono"/>
                <a:cs typeface="WenQuanYi Zen Hei Mono"/>
              </a:rPr>
              <a:t>构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56174" y="4931626"/>
            <a:ext cx="200913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Times New Roman"/>
                <a:cs typeface="Times New Roman"/>
              </a:rPr>
              <a:t>Internet</a:t>
            </a:r>
            <a:r>
              <a:rPr dirty="0" sz="2400" spc="10" b="0">
                <a:latin typeface="WenQuanYi Zen Hei Mono"/>
                <a:cs typeface="WenQuanYi Zen Hei Mono"/>
              </a:rPr>
              <a:t>的构</a:t>
            </a:r>
            <a:r>
              <a:rPr dirty="0" sz="2400" b="0">
                <a:latin typeface="WenQuanYi Zen Hei Mono"/>
                <a:cs typeface="WenQuanYi Zen Hei Mono"/>
              </a:rPr>
              <a:t>成</a:t>
            </a:r>
            <a:endParaRPr sz="2400">
              <a:latin typeface="WenQuanYi Zen Hei Mono"/>
              <a:cs typeface="WenQuanYi Zen Hei Mon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98263" y="181546"/>
            <a:ext cx="3275329" cy="1758314"/>
            <a:chOff x="4598263" y="181546"/>
            <a:chExt cx="3275329" cy="1758314"/>
          </a:xfrm>
        </p:grpSpPr>
        <p:sp>
          <p:nvSpPr>
            <p:cNvPr id="5" name="object 5"/>
            <p:cNvSpPr/>
            <p:nvPr/>
          </p:nvSpPr>
          <p:spPr>
            <a:xfrm>
              <a:off x="4625339" y="185928"/>
              <a:ext cx="3243580" cy="1731645"/>
            </a:xfrm>
            <a:custGeom>
              <a:avLst/>
              <a:gdLst/>
              <a:ahLst/>
              <a:cxnLst/>
              <a:rect l="l" t="t" r="r" b="b"/>
              <a:pathLst>
                <a:path w="3243579" h="1731645">
                  <a:moveTo>
                    <a:pt x="0" y="1731264"/>
                  </a:moveTo>
                  <a:lnTo>
                    <a:pt x="934212" y="742188"/>
                  </a:lnTo>
                  <a:lnTo>
                    <a:pt x="472439" y="742188"/>
                  </a:lnTo>
                  <a:lnTo>
                    <a:pt x="472439" y="0"/>
                  </a:lnTo>
                  <a:lnTo>
                    <a:pt x="3243071" y="0"/>
                  </a:lnTo>
                  <a:lnTo>
                    <a:pt x="3243071" y="742188"/>
                  </a:lnTo>
                  <a:lnTo>
                    <a:pt x="1627632" y="742188"/>
                  </a:lnTo>
                  <a:lnTo>
                    <a:pt x="0" y="1731264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598263" y="181546"/>
              <a:ext cx="3275329" cy="1758314"/>
            </a:xfrm>
            <a:custGeom>
              <a:avLst/>
              <a:gdLst/>
              <a:ahLst/>
              <a:cxnLst/>
              <a:rect l="l" t="t" r="r" b="b"/>
              <a:pathLst>
                <a:path w="3275329" h="1758314">
                  <a:moveTo>
                    <a:pt x="950532" y="751725"/>
                  </a:moveTo>
                  <a:lnTo>
                    <a:pt x="495096" y="751725"/>
                  </a:lnTo>
                  <a:lnTo>
                    <a:pt x="495096" y="0"/>
                  </a:lnTo>
                  <a:lnTo>
                    <a:pt x="3274949" y="0"/>
                  </a:lnTo>
                  <a:lnTo>
                    <a:pt x="3274949" y="4762"/>
                  </a:lnTo>
                  <a:lnTo>
                    <a:pt x="504621" y="4762"/>
                  </a:lnTo>
                  <a:lnTo>
                    <a:pt x="499859" y="9525"/>
                  </a:lnTo>
                  <a:lnTo>
                    <a:pt x="504621" y="9525"/>
                  </a:lnTo>
                  <a:lnTo>
                    <a:pt x="504621" y="742200"/>
                  </a:lnTo>
                  <a:lnTo>
                    <a:pt x="499859" y="742200"/>
                  </a:lnTo>
                  <a:lnTo>
                    <a:pt x="504621" y="746963"/>
                  </a:lnTo>
                  <a:lnTo>
                    <a:pt x="955030" y="746963"/>
                  </a:lnTo>
                  <a:lnTo>
                    <a:pt x="950532" y="751725"/>
                  </a:lnTo>
                  <a:close/>
                </a:path>
                <a:path w="3275329" h="1758314">
                  <a:moveTo>
                    <a:pt x="504621" y="9525"/>
                  </a:moveTo>
                  <a:lnTo>
                    <a:pt x="499859" y="9525"/>
                  </a:lnTo>
                  <a:lnTo>
                    <a:pt x="504621" y="4762"/>
                  </a:lnTo>
                  <a:lnTo>
                    <a:pt x="504621" y="9525"/>
                  </a:lnTo>
                  <a:close/>
                </a:path>
                <a:path w="3275329" h="1758314">
                  <a:moveTo>
                    <a:pt x="3265424" y="9525"/>
                  </a:moveTo>
                  <a:lnTo>
                    <a:pt x="504621" y="9525"/>
                  </a:lnTo>
                  <a:lnTo>
                    <a:pt x="504621" y="4762"/>
                  </a:lnTo>
                  <a:lnTo>
                    <a:pt x="3265424" y="4762"/>
                  </a:lnTo>
                  <a:lnTo>
                    <a:pt x="3265424" y="9525"/>
                  </a:lnTo>
                  <a:close/>
                </a:path>
                <a:path w="3275329" h="1758314">
                  <a:moveTo>
                    <a:pt x="3265424" y="746963"/>
                  </a:moveTo>
                  <a:lnTo>
                    <a:pt x="3265424" y="4762"/>
                  </a:lnTo>
                  <a:lnTo>
                    <a:pt x="3270186" y="9525"/>
                  </a:lnTo>
                  <a:lnTo>
                    <a:pt x="3274949" y="9525"/>
                  </a:lnTo>
                  <a:lnTo>
                    <a:pt x="3274949" y="742200"/>
                  </a:lnTo>
                  <a:lnTo>
                    <a:pt x="3270186" y="742200"/>
                  </a:lnTo>
                  <a:lnTo>
                    <a:pt x="3265424" y="746963"/>
                  </a:lnTo>
                  <a:close/>
                </a:path>
                <a:path w="3275329" h="1758314">
                  <a:moveTo>
                    <a:pt x="3274949" y="9525"/>
                  </a:moveTo>
                  <a:lnTo>
                    <a:pt x="3270186" y="9525"/>
                  </a:lnTo>
                  <a:lnTo>
                    <a:pt x="3265424" y="4762"/>
                  </a:lnTo>
                  <a:lnTo>
                    <a:pt x="3274949" y="4762"/>
                  </a:lnTo>
                  <a:lnTo>
                    <a:pt x="3274949" y="9525"/>
                  </a:lnTo>
                  <a:close/>
                </a:path>
                <a:path w="3275329" h="1758314">
                  <a:moveTo>
                    <a:pt x="504621" y="746963"/>
                  </a:moveTo>
                  <a:lnTo>
                    <a:pt x="499859" y="742200"/>
                  </a:lnTo>
                  <a:lnTo>
                    <a:pt x="504621" y="742200"/>
                  </a:lnTo>
                  <a:lnTo>
                    <a:pt x="504621" y="746963"/>
                  </a:lnTo>
                  <a:close/>
                </a:path>
                <a:path w="3275329" h="1758314">
                  <a:moveTo>
                    <a:pt x="955030" y="746963"/>
                  </a:moveTo>
                  <a:lnTo>
                    <a:pt x="504621" y="746963"/>
                  </a:lnTo>
                  <a:lnTo>
                    <a:pt x="504621" y="742200"/>
                  </a:lnTo>
                  <a:lnTo>
                    <a:pt x="972642" y="742200"/>
                  </a:lnTo>
                  <a:lnTo>
                    <a:pt x="971238" y="743686"/>
                  </a:lnTo>
                  <a:lnTo>
                    <a:pt x="958126" y="743686"/>
                  </a:lnTo>
                  <a:lnTo>
                    <a:pt x="955030" y="746963"/>
                  </a:lnTo>
                  <a:close/>
                </a:path>
                <a:path w="3275329" h="1758314">
                  <a:moveTo>
                    <a:pt x="31549" y="1738820"/>
                  </a:moveTo>
                  <a:lnTo>
                    <a:pt x="31203" y="1738820"/>
                  </a:lnTo>
                  <a:lnTo>
                    <a:pt x="55485" y="1713115"/>
                  </a:lnTo>
                  <a:lnTo>
                    <a:pt x="1652828" y="742200"/>
                  </a:lnTo>
                  <a:lnTo>
                    <a:pt x="3265424" y="742200"/>
                  </a:lnTo>
                  <a:lnTo>
                    <a:pt x="3265424" y="746963"/>
                  </a:lnTo>
                  <a:lnTo>
                    <a:pt x="3274949" y="746963"/>
                  </a:lnTo>
                  <a:lnTo>
                    <a:pt x="3274949" y="751027"/>
                  </a:lnTo>
                  <a:lnTo>
                    <a:pt x="1656638" y="751027"/>
                  </a:lnTo>
                  <a:lnTo>
                    <a:pt x="1654162" y="751725"/>
                  </a:lnTo>
                  <a:lnTo>
                    <a:pt x="1655489" y="751725"/>
                  </a:lnTo>
                  <a:lnTo>
                    <a:pt x="31549" y="1738820"/>
                  </a:lnTo>
                  <a:close/>
                </a:path>
                <a:path w="3275329" h="1758314">
                  <a:moveTo>
                    <a:pt x="3274949" y="746963"/>
                  </a:moveTo>
                  <a:lnTo>
                    <a:pt x="3265424" y="746963"/>
                  </a:lnTo>
                  <a:lnTo>
                    <a:pt x="3270186" y="742200"/>
                  </a:lnTo>
                  <a:lnTo>
                    <a:pt x="3274949" y="742200"/>
                  </a:lnTo>
                  <a:lnTo>
                    <a:pt x="3274949" y="746963"/>
                  </a:lnTo>
                  <a:close/>
                </a:path>
                <a:path w="3275329" h="1758314">
                  <a:moveTo>
                    <a:pt x="0" y="1757997"/>
                  </a:moveTo>
                  <a:lnTo>
                    <a:pt x="958126" y="743686"/>
                  </a:lnTo>
                  <a:lnTo>
                    <a:pt x="961580" y="751725"/>
                  </a:lnTo>
                  <a:lnTo>
                    <a:pt x="963644" y="751725"/>
                  </a:lnTo>
                  <a:lnTo>
                    <a:pt x="55485" y="1713115"/>
                  </a:lnTo>
                  <a:lnTo>
                    <a:pt x="25273" y="1731479"/>
                  </a:lnTo>
                  <a:lnTo>
                    <a:pt x="31203" y="1738820"/>
                  </a:lnTo>
                  <a:lnTo>
                    <a:pt x="31549" y="1738820"/>
                  </a:lnTo>
                  <a:lnTo>
                    <a:pt x="0" y="1757997"/>
                  </a:lnTo>
                  <a:close/>
                </a:path>
                <a:path w="3275329" h="1758314">
                  <a:moveTo>
                    <a:pt x="963644" y="751725"/>
                  </a:moveTo>
                  <a:lnTo>
                    <a:pt x="961580" y="751725"/>
                  </a:lnTo>
                  <a:lnTo>
                    <a:pt x="958126" y="743686"/>
                  </a:lnTo>
                  <a:lnTo>
                    <a:pt x="971238" y="743686"/>
                  </a:lnTo>
                  <a:lnTo>
                    <a:pt x="963644" y="751725"/>
                  </a:lnTo>
                  <a:close/>
                </a:path>
                <a:path w="3275329" h="1758314">
                  <a:moveTo>
                    <a:pt x="1655489" y="751725"/>
                  </a:moveTo>
                  <a:lnTo>
                    <a:pt x="1654162" y="751725"/>
                  </a:lnTo>
                  <a:lnTo>
                    <a:pt x="1656638" y="751027"/>
                  </a:lnTo>
                  <a:lnTo>
                    <a:pt x="1655489" y="751725"/>
                  </a:lnTo>
                  <a:close/>
                </a:path>
                <a:path w="3275329" h="1758314">
                  <a:moveTo>
                    <a:pt x="3274949" y="751725"/>
                  </a:moveTo>
                  <a:lnTo>
                    <a:pt x="1655489" y="751725"/>
                  </a:lnTo>
                  <a:lnTo>
                    <a:pt x="1656638" y="751027"/>
                  </a:lnTo>
                  <a:lnTo>
                    <a:pt x="3274949" y="751027"/>
                  </a:lnTo>
                  <a:lnTo>
                    <a:pt x="3274949" y="751725"/>
                  </a:lnTo>
                  <a:close/>
                </a:path>
                <a:path w="3275329" h="1758314">
                  <a:moveTo>
                    <a:pt x="31203" y="1738820"/>
                  </a:moveTo>
                  <a:lnTo>
                    <a:pt x="25273" y="1731479"/>
                  </a:lnTo>
                  <a:lnTo>
                    <a:pt x="55485" y="1713115"/>
                  </a:lnTo>
                  <a:lnTo>
                    <a:pt x="31203" y="17388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5176863" y="199643"/>
            <a:ext cx="2613025" cy="636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000" spc="40">
                <a:solidFill>
                  <a:srgbClr val="FFFFFF"/>
                </a:solidFill>
                <a:latin typeface="UKIJ CJK"/>
                <a:cs typeface="UKIJ CJK"/>
              </a:rPr>
              <a:t>从实现层面看，</a:t>
            </a:r>
            <a:r>
              <a:rPr dirty="0" sz="2000" spc="45">
                <a:solidFill>
                  <a:srgbClr val="FFFFFF"/>
                </a:solidFill>
                <a:latin typeface="UKIJ CJK"/>
                <a:cs typeface="UKIJ CJK"/>
              </a:rPr>
              <a:t>路由</a:t>
            </a:r>
            <a:r>
              <a:rPr dirty="0" sz="2000">
                <a:solidFill>
                  <a:srgbClr val="FFFFFF"/>
                </a:solidFill>
                <a:latin typeface="UKIJ CJK"/>
                <a:cs typeface="UKIJ CJK"/>
              </a:rPr>
              <a:t>器 </a:t>
            </a:r>
            <a:r>
              <a:rPr dirty="0" sz="2000">
                <a:solidFill>
                  <a:srgbClr val="FFFFFF"/>
                </a:solidFill>
                <a:latin typeface="UKIJ CJK"/>
                <a:cs typeface="UKIJ CJK"/>
              </a:rPr>
              <a:t>是实现网络互联的</a:t>
            </a:r>
            <a:r>
              <a:rPr dirty="0" sz="2000" spc="5">
                <a:solidFill>
                  <a:srgbClr val="FFFFFF"/>
                </a:solidFill>
                <a:latin typeface="UKIJ CJK"/>
                <a:cs typeface="UKIJ CJK"/>
              </a:rPr>
              <a:t>。</a:t>
            </a:r>
            <a:endParaRPr sz="2000">
              <a:latin typeface="UKIJ CJK"/>
              <a:cs typeface="UKIJ CJK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46962" y="1246352"/>
            <a:ext cx="6097270" cy="4129404"/>
            <a:chOff x="946962" y="1246352"/>
            <a:chExt cx="6097270" cy="4129404"/>
          </a:xfrm>
        </p:grpSpPr>
        <p:sp>
          <p:nvSpPr>
            <p:cNvPr id="9" name="object 9"/>
            <p:cNvSpPr/>
            <p:nvPr/>
          </p:nvSpPr>
          <p:spPr>
            <a:xfrm>
              <a:off x="1928646" y="1777885"/>
              <a:ext cx="4438676" cy="308883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101937" y="2404884"/>
              <a:ext cx="2446655" cy="2059939"/>
            </a:xfrm>
            <a:custGeom>
              <a:avLst/>
              <a:gdLst/>
              <a:ahLst/>
              <a:cxnLst/>
              <a:rect l="l" t="t" r="r" b="b"/>
              <a:pathLst>
                <a:path w="2446654" h="2059939">
                  <a:moveTo>
                    <a:pt x="1121410" y="2041956"/>
                  </a:moveTo>
                  <a:lnTo>
                    <a:pt x="33629" y="0"/>
                  </a:lnTo>
                  <a:lnTo>
                    <a:pt x="0" y="17919"/>
                  </a:lnTo>
                  <a:lnTo>
                    <a:pt x="1087780" y="2059863"/>
                  </a:lnTo>
                  <a:lnTo>
                    <a:pt x="1121410" y="2041956"/>
                  </a:lnTo>
                  <a:close/>
                </a:path>
                <a:path w="2446654" h="2059939">
                  <a:moveTo>
                    <a:pt x="2446477" y="906729"/>
                  </a:moveTo>
                  <a:lnTo>
                    <a:pt x="132829" y="123469"/>
                  </a:lnTo>
                  <a:lnTo>
                    <a:pt x="120611" y="159550"/>
                  </a:lnTo>
                  <a:lnTo>
                    <a:pt x="2434259" y="942809"/>
                  </a:lnTo>
                  <a:lnTo>
                    <a:pt x="2446477" y="90672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946962" y="1246352"/>
              <a:ext cx="6097219" cy="412897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6813054" y="4094302"/>
            <a:ext cx="4692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spc="5" b="1">
                <a:solidFill>
                  <a:srgbClr val="000099"/>
                </a:solidFill>
                <a:latin typeface="Times New Roman"/>
                <a:cs typeface="Times New Roman"/>
              </a:rPr>
              <a:t>H</a:t>
            </a:r>
            <a:r>
              <a:rPr dirty="0" baseline="-16975" sz="2700" spc="7" b="1">
                <a:solidFill>
                  <a:srgbClr val="000099"/>
                </a:solidFill>
                <a:latin typeface="Times New Roman"/>
                <a:cs typeface="Times New Roman"/>
              </a:rPr>
              <a:t>5</a:t>
            </a:r>
            <a:endParaRPr baseline="-16975" sz="27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27579" y="1641566"/>
            <a:ext cx="116205" cy="257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985"/>
              </a:lnSpc>
            </a:pPr>
            <a:r>
              <a:rPr dirty="0" sz="1800" spc="10" b="1">
                <a:solidFill>
                  <a:srgbClr val="000099"/>
                </a:solidFill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867590" y="1172692"/>
            <a:ext cx="4692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spc="5" b="1">
                <a:solidFill>
                  <a:srgbClr val="000099"/>
                </a:solidFill>
                <a:latin typeface="Times New Roman"/>
                <a:cs typeface="Times New Roman"/>
              </a:rPr>
              <a:t>H</a:t>
            </a:r>
            <a:r>
              <a:rPr dirty="0" baseline="-16975" sz="2700" spc="7" b="1">
                <a:solidFill>
                  <a:srgbClr val="000099"/>
                </a:solidFill>
                <a:latin typeface="Times New Roman"/>
                <a:cs typeface="Times New Roman"/>
              </a:rPr>
              <a:t>4</a:t>
            </a:r>
            <a:endParaRPr baseline="-16975" sz="27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78884" y="5031117"/>
            <a:ext cx="30162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000099"/>
                </a:solidFill>
                <a:latin typeface="Times New Roman"/>
                <a:cs typeface="Times New Roman"/>
              </a:rPr>
              <a:t>H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55744" y="5225427"/>
            <a:ext cx="141605" cy="3035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00" spc="10" b="1">
                <a:solidFill>
                  <a:srgbClr val="000099"/>
                </a:solidFill>
                <a:latin typeface="Times New Roman"/>
                <a:cs typeface="Times New Roman"/>
              </a:rPr>
              <a:t>3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055980" y="2260739"/>
            <a:ext cx="4692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spc="5" b="1">
                <a:solidFill>
                  <a:srgbClr val="000099"/>
                </a:solidFill>
                <a:latin typeface="Times New Roman"/>
                <a:cs typeface="Times New Roman"/>
              </a:rPr>
              <a:t>H</a:t>
            </a:r>
            <a:r>
              <a:rPr dirty="0" baseline="-16975" sz="2700" spc="7" b="1">
                <a:solidFill>
                  <a:srgbClr val="000099"/>
                </a:solidFill>
                <a:latin typeface="Times New Roman"/>
                <a:cs typeface="Times New Roman"/>
              </a:rPr>
              <a:t>6</a:t>
            </a:r>
            <a:endParaRPr baseline="-16975" sz="27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563429" y="1975878"/>
            <a:ext cx="666131" cy="4387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07022" y="730707"/>
            <a:ext cx="4606290" cy="1976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5" b="0">
                <a:latin typeface="Noto Sans CJK JP Medium"/>
                <a:cs typeface="Noto Sans CJK JP Medium"/>
              </a:rPr>
              <a:t>用路由器连接起来的多个物理网</a:t>
            </a:r>
            <a:r>
              <a:rPr dirty="0" sz="2400" b="0">
                <a:latin typeface="Noto Sans CJK JP Medium"/>
                <a:cs typeface="Noto Sans CJK JP Medium"/>
              </a:rPr>
              <a:t>络</a:t>
            </a:r>
            <a:endParaRPr sz="2400">
              <a:latin typeface="Noto Sans CJK JP Medium"/>
              <a:cs typeface="Noto Sans CJK JP Medium"/>
            </a:endParaRPr>
          </a:p>
          <a:p>
            <a:pPr algn="ctr" marR="234950">
              <a:lnSpc>
                <a:spcPts val="3055"/>
              </a:lnSpc>
              <a:spcBef>
                <a:spcPts val="2455"/>
              </a:spcBef>
            </a:pPr>
            <a:r>
              <a:rPr dirty="0" sz="2800" spc="-5" b="1">
                <a:solidFill>
                  <a:srgbClr val="000099"/>
                </a:solidFill>
                <a:latin typeface="Times New Roman"/>
                <a:cs typeface="Times New Roman"/>
              </a:rPr>
              <a:t>H</a:t>
            </a:r>
            <a:endParaRPr sz="2800">
              <a:latin typeface="Times New Roman"/>
              <a:cs typeface="Times New Roman"/>
            </a:endParaRPr>
          </a:p>
          <a:p>
            <a:pPr marL="617220">
              <a:lnSpc>
                <a:spcPts val="3055"/>
              </a:lnSpc>
            </a:pPr>
            <a:r>
              <a:rPr dirty="0" sz="2800" spc="15" b="0">
                <a:solidFill>
                  <a:srgbClr val="000099"/>
                </a:solidFill>
                <a:latin typeface="WenQuanYi Zen Hei Mono"/>
                <a:cs typeface="WenQuanYi Zen Hei Mono"/>
              </a:rPr>
              <a:t>路由</a:t>
            </a:r>
            <a:r>
              <a:rPr dirty="0" sz="2800" spc="-5" b="0">
                <a:solidFill>
                  <a:srgbClr val="000099"/>
                </a:solidFill>
                <a:latin typeface="WenQuanYi Zen Hei Mono"/>
                <a:cs typeface="WenQuanYi Zen Hei Mono"/>
              </a:rPr>
              <a:t>器</a:t>
            </a:r>
            <a:endParaRPr sz="2800">
              <a:latin typeface="WenQuanYi Zen Hei Mono"/>
              <a:cs typeface="WenQuanYi Zen Hei Mono"/>
            </a:endParaRPr>
          </a:p>
          <a:p>
            <a:pPr marL="772160">
              <a:lnSpc>
                <a:spcPct val="100000"/>
              </a:lnSpc>
              <a:spcBef>
                <a:spcPts val="550"/>
              </a:spcBef>
            </a:pPr>
            <a:r>
              <a:rPr dirty="0" sz="2800" spc="15" b="0">
                <a:solidFill>
                  <a:srgbClr val="000099"/>
                </a:solidFill>
                <a:latin typeface="WenQuanYi Zen Hei Mono"/>
                <a:cs typeface="WenQuanYi Zen Hei Mono"/>
              </a:rPr>
              <a:t>网</a:t>
            </a:r>
            <a:r>
              <a:rPr dirty="0" sz="2800" spc="-5" b="0">
                <a:solidFill>
                  <a:srgbClr val="000099"/>
                </a:solidFill>
                <a:latin typeface="WenQuanYi Zen Hei Mono"/>
                <a:cs typeface="WenQuanYi Zen Hei Mono"/>
              </a:rPr>
              <a:t>络</a:t>
            </a:r>
            <a:endParaRPr sz="2800">
              <a:latin typeface="WenQuanYi Zen Hei Mono"/>
              <a:cs typeface="WenQuanYi Zen Hei Mon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28739" y="2850006"/>
            <a:ext cx="808990" cy="1055370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marL="57785">
              <a:lnSpc>
                <a:spcPct val="100000"/>
              </a:lnSpc>
              <a:spcBef>
                <a:spcPts val="790"/>
              </a:spcBef>
            </a:pPr>
            <a:r>
              <a:rPr dirty="0" sz="2800" spc="15" b="0">
                <a:solidFill>
                  <a:srgbClr val="000099"/>
                </a:solidFill>
                <a:latin typeface="WenQuanYi Zen Hei Mono"/>
                <a:cs typeface="WenQuanYi Zen Hei Mono"/>
              </a:rPr>
              <a:t>主</a:t>
            </a:r>
            <a:r>
              <a:rPr dirty="0" sz="2800" spc="-5" b="0">
                <a:solidFill>
                  <a:srgbClr val="000099"/>
                </a:solidFill>
                <a:latin typeface="WenQuanYi Zen Hei Mono"/>
                <a:cs typeface="WenQuanYi Zen Hei Mono"/>
              </a:rPr>
              <a:t>机</a:t>
            </a:r>
            <a:endParaRPr sz="2800">
              <a:latin typeface="WenQuanYi Zen Hei Mono"/>
              <a:cs typeface="WenQuanYi Zen Hei Mono"/>
            </a:endParaRPr>
          </a:p>
          <a:p>
            <a:pPr marL="38100">
              <a:lnSpc>
                <a:spcPct val="100000"/>
              </a:lnSpc>
              <a:spcBef>
                <a:spcPts val="695"/>
              </a:spcBef>
            </a:pPr>
            <a:r>
              <a:rPr dirty="0" sz="2800" spc="5" b="1">
                <a:solidFill>
                  <a:srgbClr val="000099"/>
                </a:solidFill>
                <a:latin typeface="Times New Roman"/>
                <a:cs typeface="Times New Roman"/>
              </a:rPr>
              <a:t>H</a:t>
            </a:r>
            <a:r>
              <a:rPr dirty="0" baseline="-16975" sz="2700" spc="7" b="1">
                <a:solidFill>
                  <a:srgbClr val="000099"/>
                </a:solidFill>
                <a:latin typeface="Times New Roman"/>
                <a:cs typeface="Times New Roman"/>
              </a:rPr>
              <a:t>1</a:t>
            </a:r>
            <a:endParaRPr baseline="-16975" sz="27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22999" y="4572266"/>
            <a:ext cx="2816225" cy="1075055"/>
            <a:chOff x="222999" y="4572266"/>
            <a:chExt cx="2816225" cy="1075055"/>
          </a:xfrm>
        </p:grpSpPr>
        <p:sp>
          <p:nvSpPr>
            <p:cNvPr id="22" name="object 22"/>
            <p:cNvSpPr/>
            <p:nvPr/>
          </p:nvSpPr>
          <p:spPr>
            <a:xfrm>
              <a:off x="227076" y="4579619"/>
              <a:ext cx="2807335" cy="1062355"/>
            </a:xfrm>
            <a:custGeom>
              <a:avLst/>
              <a:gdLst/>
              <a:ahLst/>
              <a:cxnLst/>
              <a:rect l="l" t="t" r="r" b="b"/>
              <a:pathLst>
                <a:path w="2807335" h="1062354">
                  <a:moveTo>
                    <a:pt x="2807208" y="1062227"/>
                  </a:moveTo>
                  <a:lnTo>
                    <a:pt x="0" y="1062227"/>
                  </a:lnTo>
                  <a:lnTo>
                    <a:pt x="0" y="320039"/>
                  </a:lnTo>
                  <a:lnTo>
                    <a:pt x="1638300" y="320039"/>
                  </a:lnTo>
                  <a:lnTo>
                    <a:pt x="2186940" y="0"/>
                  </a:lnTo>
                  <a:lnTo>
                    <a:pt x="2339340" y="320039"/>
                  </a:lnTo>
                  <a:lnTo>
                    <a:pt x="2807208" y="320039"/>
                  </a:lnTo>
                  <a:lnTo>
                    <a:pt x="2807208" y="1062227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22999" y="4572266"/>
              <a:ext cx="2816225" cy="1075055"/>
            </a:xfrm>
            <a:custGeom>
              <a:avLst/>
              <a:gdLst/>
              <a:ahLst/>
              <a:cxnLst/>
              <a:rect l="l" t="t" r="r" b="b"/>
              <a:pathLst>
                <a:path w="2816225" h="1075054">
                  <a:moveTo>
                    <a:pt x="1639493" y="323976"/>
                  </a:moveTo>
                  <a:lnTo>
                    <a:pt x="2193010" y="0"/>
                  </a:lnTo>
                  <a:lnTo>
                    <a:pt x="2197177" y="8775"/>
                  </a:lnTo>
                  <a:lnTo>
                    <a:pt x="2186635" y="8775"/>
                  </a:lnTo>
                  <a:lnTo>
                    <a:pt x="2188862" y="13466"/>
                  </a:lnTo>
                  <a:lnTo>
                    <a:pt x="1659475" y="323316"/>
                  </a:lnTo>
                  <a:lnTo>
                    <a:pt x="1641906" y="323316"/>
                  </a:lnTo>
                  <a:lnTo>
                    <a:pt x="1639493" y="323976"/>
                  </a:lnTo>
                  <a:close/>
                </a:path>
                <a:path w="2816225" h="1075054">
                  <a:moveTo>
                    <a:pt x="2188862" y="13466"/>
                  </a:moveTo>
                  <a:lnTo>
                    <a:pt x="2186635" y="8775"/>
                  </a:lnTo>
                  <a:lnTo>
                    <a:pt x="2193340" y="10845"/>
                  </a:lnTo>
                  <a:lnTo>
                    <a:pt x="2188862" y="13466"/>
                  </a:lnTo>
                  <a:close/>
                </a:path>
                <a:path w="2816225" h="1075054">
                  <a:moveTo>
                    <a:pt x="2806534" y="332841"/>
                  </a:moveTo>
                  <a:lnTo>
                    <a:pt x="2340533" y="332841"/>
                  </a:lnTo>
                  <a:lnTo>
                    <a:pt x="2188862" y="13466"/>
                  </a:lnTo>
                  <a:lnTo>
                    <a:pt x="2193340" y="10845"/>
                  </a:lnTo>
                  <a:lnTo>
                    <a:pt x="2186635" y="8775"/>
                  </a:lnTo>
                  <a:lnTo>
                    <a:pt x="2197177" y="8775"/>
                  </a:lnTo>
                  <a:lnTo>
                    <a:pt x="2346545" y="323316"/>
                  </a:lnTo>
                  <a:lnTo>
                    <a:pt x="2343543" y="323316"/>
                  </a:lnTo>
                  <a:lnTo>
                    <a:pt x="2347836" y="326034"/>
                  </a:lnTo>
                  <a:lnTo>
                    <a:pt x="2816059" y="326034"/>
                  </a:lnTo>
                  <a:lnTo>
                    <a:pt x="2816059" y="328079"/>
                  </a:lnTo>
                  <a:lnTo>
                    <a:pt x="2806534" y="328079"/>
                  </a:lnTo>
                  <a:lnTo>
                    <a:pt x="2806534" y="332841"/>
                  </a:lnTo>
                  <a:close/>
                </a:path>
                <a:path w="2816225" h="1075054">
                  <a:moveTo>
                    <a:pt x="2816059" y="1075029"/>
                  </a:moveTo>
                  <a:lnTo>
                    <a:pt x="0" y="1075029"/>
                  </a:lnTo>
                  <a:lnTo>
                    <a:pt x="0" y="323316"/>
                  </a:lnTo>
                  <a:lnTo>
                    <a:pt x="1640622" y="323316"/>
                  </a:lnTo>
                  <a:lnTo>
                    <a:pt x="1639493" y="323976"/>
                  </a:lnTo>
                  <a:lnTo>
                    <a:pt x="1658347" y="323976"/>
                  </a:lnTo>
                  <a:lnTo>
                    <a:pt x="1651339" y="328079"/>
                  </a:lnTo>
                  <a:lnTo>
                    <a:pt x="9525" y="328079"/>
                  </a:lnTo>
                  <a:lnTo>
                    <a:pt x="4762" y="332841"/>
                  </a:lnTo>
                  <a:lnTo>
                    <a:pt x="9525" y="332841"/>
                  </a:lnTo>
                  <a:lnTo>
                    <a:pt x="9525" y="1065504"/>
                  </a:lnTo>
                  <a:lnTo>
                    <a:pt x="4762" y="1065504"/>
                  </a:lnTo>
                  <a:lnTo>
                    <a:pt x="9525" y="1070267"/>
                  </a:lnTo>
                  <a:lnTo>
                    <a:pt x="2816059" y="1070267"/>
                  </a:lnTo>
                  <a:lnTo>
                    <a:pt x="2816059" y="1075029"/>
                  </a:lnTo>
                  <a:close/>
                </a:path>
                <a:path w="2816225" h="1075054">
                  <a:moveTo>
                    <a:pt x="1658347" y="323976"/>
                  </a:moveTo>
                  <a:lnTo>
                    <a:pt x="1639493" y="323976"/>
                  </a:lnTo>
                  <a:lnTo>
                    <a:pt x="1641906" y="323316"/>
                  </a:lnTo>
                  <a:lnTo>
                    <a:pt x="1659475" y="323316"/>
                  </a:lnTo>
                  <a:lnTo>
                    <a:pt x="1658347" y="323976"/>
                  </a:lnTo>
                  <a:close/>
                </a:path>
                <a:path w="2816225" h="1075054">
                  <a:moveTo>
                    <a:pt x="2347836" y="326034"/>
                  </a:moveTo>
                  <a:lnTo>
                    <a:pt x="2343543" y="323316"/>
                  </a:lnTo>
                  <a:lnTo>
                    <a:pt x="2346545" y="323316"/>
                  </a:lnTo>
                  <a:lnTo>
                    <a:pt x="2347836" y="326034"/>
                  </a:lnTo>
                  <a:close/>
                </a:path>
                <a:path w="2816225" h="1075054">
                  <a:moveTo>
                    <a:pt x="2816059" y="326034"/>
                  </a:moveTo>
                  <a:lnTo>
                    <a:pt x="2347836" y="326034"/>
                  </a:lnTo>
                  <a:lnTo>
                    <a:pt x="2346545" y="323316"/>
                  </a:lnTo>
                  <a:lnTo>
                    <a:pt x="2816059" y="323316"/>
                  </a:lnTo>
                  <a:lnTo>
                    <a:pt x="2816059" y="326034"/>
                  </a:lnTo>
                  <a:close/>
                </a:path>
                <a:path w="2816225" h="1075054">
                  <a:moveTo>
                    <a:pt x="9525" y="332841"/>
                  </a:moveTo>
                  <a:lnTo>
                    <a:pt x="4762" y="332841"/>
                  </a:lnTo>
                  <a:lnTo>
                    <a:pt x="9525" y="328079"/>
                  </a:lnTo>
                  <a:lnTo>
                    <a:pt x="9525" y="332841"/>
                  </a:lnTo>
                  <a:close/>
                </a:path>
                <a:path w="2816225" h="1075054">
                  <a:moveTo>
                    <a:pt x="1643202" y="332841"/>
                  </a:moveTo>
                  <a:lnTo>
                    <a:pt x="9525" y="332841"/>
                  </a:lnTo>
                  <a:lnTo>
                    <a:pt x="9525" y="328079"/>
                  </a:lnTo>
                  <a:lnTo>
                    <a:pt x="1651339" y="328079"/>
                  </a:lnTo>
                  <a:lnTo>
                    <a:pt x="1643202" y="332841"/>
                  </a:lnTo>
                  <a:close/>
                </a:path>
                <a:path w="2816225" h="1075054">
                  <a:moveTo>
                    <a:pt x="2806534" y="1070267"/>
                  </a:moveTo>
                  <a:lnTo>
                    <a:pt x="2806534" y="328079"/>
                  </a:lnTo>
                  <a:lnTo>
                    <a:pt x="2811297" y="332841"/>
                  </a:lnTo>
                  <a:lnTo>
                    <a:pt x="2816059" y="332841"/>
                  </a:lnTo>
                  <a:lnTo>
                    <a:pt x="2816059" y="1065504"/>
                  </a:lnTo>
                  <a:lnTo>
                    <a:pt x="2811297" y="1065504"/>
                  </a:lnTo>
                  <a:lnTo>
                    <a:pt x="2806534" y="1070267"/>
                  </a:lnTo>
                  <a:close/>
                </a:path>
                <a:path w="2816225" h="1075054">
                  <a:moveTo>
                    <a:pt x="2816059" y="332841"/>
                  </a:moveTo>
                  <a:lnTo>
                    <a:pt x="2811297" y="332841"/>
                  </a:lnTo>
                  <a:lnTo>
                    <a:pt x="2806534" y="328079"/>
                  </a:lnTo>
                  <a:lnTo>
                    <a:pt x="2816059" y="328079"/>
                  </a:lnTo>
                  <a:lnTo>
                    <a:pt x="2816059" y="332841"/>
                  </a:lnTo>
                  <a:close/>
                </a:path>
                <a:path w="2816225" h="1075054">
                  <a:moveTo>
                    <a:pt x="9525" y="1070267"/>
                  </a:moveTo>
                  <a:lnTo>
                    <a:pt x="4762" y="1065504"/>
                  </a:lnTo>
                  <a:lnTo>
                    <a:pt x="9525" y="1065504"/>
                  </a:lnTo>
                  <a:lnTo>
                    <a:pt x="9525" y="1070267"/>
                  </a:lnTo>
                  <a:close/>
                </a:path>
                <a:path w="2816225" h="1075054">
                  <a:moveTo>
                    <a:pt x="2806534" y="1070267"/>
                  </a:moveTo>
                  <a:lnTo>
                    <a:pt x="9525" y="1070267"/>
                  </a:lnTo>
                  <a:lnTo>
                    <a:pt x="9525" y="1065504"/>
                  </a:lnTo>
                  <a:lnTo>
                    <a:pt x="2806534" y="1065504"/>
                  </a:lnTo>
                  <a:lnTo>
                    <a:pt x="2806534" y="1070267"/>
                  </a:lnTo>
                  <a:close/>
                </a:path>
                <a:path w="2816225" h="1075054">
                  <a:moveTo>
                    <a:pt x="2816059" y="1070267"/>
                  </a:moveTo>
                  <a:lnTo>
                    <a:pt x="2806534" y="1070267"/>
                  </a:lnTo>
                  <a:lnTo>
                    <a:pt x="2811297" y="1065504"/>
                  </a:lnTo>
                  <a:lnTo>
                    <a:pt x="2816059" y="1065504"/>
                  </a:lnTo>
                  <a:lnTo>
                    <a:pt x="2816059" y="10702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306501" y="4913680"/>
            <a:ext cx="2649220" cy="636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000" spc="70">
                <a:solidFill>
                  <a:srgbClr val="FFFFFF"/>
                </a:solidFill>
                <a:latin typeface="UKIJ CJK"/>
                <a:cs typeface="UKIJ CJK"/>
              </a:rPr>
              <a:t>从协议</a:t>
            </a:r>
            <a:r>
              <a:rPr dirty="0" sz="2000" spc="75">
                <a:solidFill>
                  <a:srgbClr val="FFFFFF"/>
                </a:solidFill>
                <a:latin typeface="UKIJ CJK"/>
                <a:cs typeface="UKIJ CJK"/>
              </a:rPr>
              <a:t>层面看，</a:t>
            </a:r>
            <a:r>
              <a:rPr dirty="0" sz="2000" spc="70">
                <a:solidFill>
                  <a:srgbClr val="FFFFFF"/>
                </a:solidFill>
                <a:latin typeface="UKIJ CJK"/>
                <a:cs typeface="UKIJ CJK"/>
              </a:rPr>
              <a:t>I</a:t>
            </a:r>
            <a:r>
              <a:rPr dirty="0" sz="2000" spc="155">
                <a:solidFill>
                  <a:srgbClr val="FFFFFF"/>
                </a:solidFill>
                <a:latin typeface="UKIJ CJK"/>
                <a:cs typeface="UKIJ CJK"/>
              </a:rPr>
              <a:t>P</a:t>
            </a:r>
            <a:r>
              <a:rPr dirty="0" sz="2000" spc="75">
                <a:solidFill>
                  <a:srgbClr val="FFFFFF"/>
                </a:solidFill>
                <a:latin typeface="UKIJ CJK"/>
                <a:cs typeface="UKIJ CJK"/>
              </a:rPr>
              <a:t>解</a:t>
            </a:r>
            <a:r>
              <a:rPr dirty="0" sz="2000">
                <a:solidFill>
                  <a:srgbClr val="FFFFFF"/>
                </a:solidFill>
                <a:latin typeface="UKIJ CJK"/>
                <a:cs typeface="UKIJ CJK"/>
              </a:rPr>
              <a:t>决 </a:t>
            </a:r>
            <a:r>
              <a:rPr dirty="0" sz="2000">
                <a:solidFill>
                  <a:srgbClr val="FFFFFF"/>
                </a:solidFill>
                <a:latin typeface="UKIJ CJK"/>
                <a:cs typeface="UKIJ CJK"/>
              </a:rPr>
              <a:t>了网络互联问题</a:t>
            </a:r>
            <a:r>
              <a:rPr dirty="0" sz="2000" spc="5">
                <a:solidFill>
                  <a:srgbClr val="FFFFFF"/>
                </a:solidFill>
                <a:latin typeface="UKIJ CJK"/>
                <a:cs typeface="UKIJ CJK"/>
              </a:rPr>
              <a:t>。</a:t>
            </a:r>
            <a:endParaRPr sz="2000">
              <a:latin typeface="UKIJ CJK"/>
              <a:cs typeface="UKIJ CJ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90663" y="5780341"/>
            <a:ext cx="7340600" cy="90296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95"/>
              </a:spcBef>
            </a:pPr>
            <a:r>
              <a:rPr dirty="0" sz="2400">
                <a:latin typeface="UKIJ CJK"/>
                <a:cs typeface="UKIJ CJK"/>
              </a:rPr>
              <a:t>除了实现异构网络互联外，路由器的另一个重要的功能 是在其所连接的多个网络之间转发</a:t>
            </a:r>
            <a:r>
              <a:rPr dirty="0" sz="2400" spc="45">
                <a:latin typeface="UKIJ CJK"/>
                <a:cs typeface="UKIJ CJK"/>
              </a:rPr>
              <a:t>IP</a:t>
            </a:r>
            <a:r>
              <a:rPr dirty="0" sz="2400">
                <a:latin typeface="UKIJ CJK"/>
                <a:cs typeface="UKIJ CJK"/>
              </a:rPr>
              <a:t>数据报。</a:t>
            </a:r>
            <a:endParaRPr sz="2400">
              <a:latin typeface="UKIJ CJK"/>
              <a:cs typeface="UKIJ CJK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9498" y="294030"/>
            <a:ext cx="4222750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01065" algn="l"/>
              </a:tabLst>
            </a:pPr>
            <a:r>
              <a:rPr dirty="0" sz="2800" spc="-5" b="1">
                <a:latin typeface="Times New Roman"/>
                <a:cs typeface="Times New Roman"/>
              </a:rPr>
              <a:t>1.2.2</a:t>
            </a:r>
            <a:r>
              <a:rPr dirty="0" sz="2800" spc="-5" b="1">
                <a:latin typeface="Times New Roman"/>
                <a:cs typeface="Times New Roman"/>
              </a:rPr>
              <a:t>	</a:t>
            </a:r>
            <a:r>
              <a:rPr dirty="0" sz="2800" b="1">
                <a:latin typeface="Times New Roman"/>
                <a:cs typeface="Times New Roman"/>
              </a:rPr>
              <a:t>T</a:t>
            </a:r>
            <a:r>
              <a:rPr dirty="0" sz="2800" spc="-5" b="1">
                <a:latin typeface="Times New Roman"/>
                <a:cs typeface="Times New Roman"/>
              </a:rPr>
              <a:t>CP/IP</a:t>
            </a:r>
            <a:r>
              <a:rPr dirty="0" sz="2800" spc="15" b="0">
                <a:latin typeface="WenQuanYi Zen Hei Mono"/>
                <a:cs typeface="WenQuanYi Zen Hei Mono"/>
              </a:rPr>
              <a:t>协议族的引</a:t>
            </a:r>
            <a:r>
              <a:rPr dirty="0" sz="2800" spc="-5" b="0">
                <a:latin typeface="WenQuanYi Zen Hei Mono"/>
                <a:cs typeface="WenQuanYi Zen Hei Mono"/>
              </a:rPr>
              <a:t>入</a:t>
            </a:r>
            <a:endParaRPr sz="2800">
              <a:latin typeface="WenQuanYi Zen Hei Mono"/>
              <a:cs typeface="WenQuanYi Zen Hei Mon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9498" y="814730"/>
            <a:ext cx="8383905" cy="516890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2400">
                <a:latin typeface="Noto Sans CJK JP Black"/>
                <a:cs typeface="Noto Sans CJK JP Black"/>
              </a:rPr>
              <a:t>遗漏的问题及解决方案：</a:t>
            </a:r>
            <a:endParaRPr sz="2400">
              <a:latin typeface="Noto Sans CJK JP Black"/>
              <a:cs typeface="Noto Sans CJK JP Black"/>
            </a:endParaRPr>
          </a:p>
          <a:p>
            <a:pPr algn="just" marL="355600" marR="93345" indent="-342900">
              <a:lnSpc>
                <a:spcPct val="120000"/>
              </a:lnSpc>
              <a:spcBef>
                <a:spcPts val="380"/>
              </a:spcBef>
              <a:buClr>
                <a:srgbClr val="0000FF"/>
              </a:buClr>
              <a:buSzPct val="87500"/>
              <a:buFont typeface="Wingdings"/>
              <a:buChar char=""/>
              <a:tabLst>
                <a:tab pos="355600" algn="l"/>
              </a:tabLst>
            </a:pPr>
            <a:r>
              <a:rPr dirty="0" sz="2400" spc="5" b="0">
                <a:latin typeface="Noto Sans CJK JP Medium"/>
                <a:cs typeface="Noto Sans CJK JP Medium"/>
              </a:rPr>
              <a:t>选路问题：</a:t>
            </a:r>
            <a:r>
              <a:rPr dirty="0" sz="2400">
                <a:latin typeface="UKIJ CJK"/>
                <a:cs typeface="UKIJ CJK"/>
              </a:rPr>
              <a:t>要正确转发数据报，所有路由器对这个复杂系统 的认识必须一致，路由协议</a:t>
            </a:r>
            <a:r>
              <a:rPr dirty="0" sz="2400" spc="-5">
                <a:latin typeface="UKIJ CJK"/>
                <a:cs typeface="UKIJ CJK"/>
              </a:rPr>
              <a:t>（</a:t>
            </a:r>
            <a:r>
              <a:rPr dirty="0" sz="2400" spc="-5">
                <a:latin typeface="Times New Roman"/>
                <a:cs typeface="Times New Roman"/>
              </a:rPr>
              <a:t>RIP</a:t>
            </a:r>
            <a:r>
              <a:rPr dirty="0" sz="2400">
                <a:latin typeface="UKIJ CJK"/>
                <a:cs typeface="UKIJ CJK"/>
              </a:rPr>
              <a:t>、</a:t>
            </a:r>
            <a:r>
              <a:rPr dirty="0" sz="2400">
                <a:latin typeface="Times New Roman"/>
                <a:cs typeface="Times New Roman"/>
              </a:rPr>
              <a:t>OSPF</a:t>
            </a:r>
            <a:r>
              <a:rPr dirty="0" sz="2400">
                <a:latin typeface="UKIJ CJK"/>
                <a:cs typeface="UKIJ CJK"/>
              </a:rPr>
              <a:t>、</a:t>
            </a:r>
            <a:r>
              <a:rPr dirty="0" sz="2400" spc="-5">
                <a:latin typeface="Times New Roman"/>
                <a:cs typeface="Times New Roman"/>
              </a:rPr>
              <a:t>BGP</a:t>
            </a:r>
            <a:r>
              <a:rPr dirty="0" sz="2400">
                <a:latin typeface="UKIJ CJK"/>
                <a:cs typeface="UKIJ CJK"/>
              </a:rPr>
              <a:t>等）解决了 这个问题。</a:t>
            </a:r>
            <a:endParaRPr sz="2400">
              <a:latin typeface="UKIJ CJK"/>
              <a:cs typeface="UKIJ CJK"/>
            </a:endParaRPr>
          </a:p>
          <a:p>
            <a:pPr algn="just" marL="355600" marR="92075" indent="-342900">
              <a:lnSpc>
                <a:spcPct val="120000"/>
              </a:lnSpc>
              <a:spcBef>
                <a:spcPts val="575"/>
              </a:spcBef>
              <a:buClr>
                <a:srgbClr val="0000FF"/>
              </a:buClr>
              <a:buSzPct val="87500"/>
              <a:buFont typeface="Wingdings"/>
              <a:buChar char=""/>
              <a:tabLst>
                <a:tab pos="355600" algn="l"/>
              </a:tabLst>
            </a:pPr>
            <a:r>
              <a:rPr dirty="0" sz="2400" spc="5" b="0">
                <a:latin typeface="Noto Sans CJK JP Medium"/>
                <a:cs typeface="Noto Sans CJK JP Medium"/>
              </a:rPr>
              <a:t>可靠传输问题：</a:t>
            </a:r>
            <a:r>
              <a:rPr dirty="0" sz="2400">
                <a:latin typeface="UKIJ CJK"/>
                <a:cs typeface="UKIJ CJK"/>
              </a:rPr>
              <a:t>传输线路存在差错、丢失、乱序等问题，传 输控制协议</a:t>
            </a:r>
            <a:r>
              <a:rPr dirty="0" sz="2400" spc="-5">
                <a:latin typeface="Times New Roman"/>
                <a:cs typeface="Times New Roman"/>
              </a:rPr>
              <a:t>TCP</a:t>
            </a:r>
            <a:r>
              <a:rPr dirty="0" sz="2400">
                <a:latin typeface="UKIJ CJK"/>
                <a:cs typeface="UKIJ CJK"/>
              </a:rPr>
              <a:t>用于提高可靠性。</a:t>
            </a:r>
            <a:endParaRPr sz="2400">
              <a:latin typeface="UKIJ CJK"/>
              <a:cs typeface="UKIJ CJK"/>
            </a:endParaRPr>
          </a:p>
          <a:p>
            <a:pPr algn="just" marL="355600" indent="-342900">
              <a:lnSpc>
                <a:spcPct val="100000"/>
              </a:lnSpc>
              <a:spcBef>
                <a:spcPts val="1150"/>
              </a:spcBef>
              <a:buClr>
                <a:srgbClr val="0000FF"/>
              </a:buClr>
              <a:buSzPct val="87500"/>
              <a:buFont typeface="Wingdings"/>
              <a:buChar char=""/>
              <a:tabLst>
                <a:tab pos="355600" algn="l"/>
              </a:tabLst>
            </a:pPr>
            <a:r>
              <a:rPr dirty="0" sz="2400" spc="5" b="0">
                <a:latin typeface="Noto Sans CJK JP Medium"/>
                <a:cs typeface="Noto Sans CJK JP Medium"/>
              </a:rPr>
              <a:t>网络控制问题：</a:t>
            </a:r>
            <a:r>
              <a:rPr dirty="0" sz="2400">
                <a:latin typeface="UKIJ CJK"/>
                <a:cs typeface="UKIJ CJK"/>
              </a:rPr>
              <a:t>复杂系统的流量、拥塞、服务质量等的控制</a:t>
            </a:r>
            <a:endParaRPr sz="2400">
              <a:latin typeface="UKIJ CJK"/>
              <a:cs typeface="UKIJ CJK"/>
            </a:endParaRPr>
          </a:p>
          <a:p>
            <a:pPr marL="355600">
              <a:lnSpc>
                <a:spcPct val="100000"/>
              </a:lnSpc>
              <a:spcBef>
                <a:spcPts val="575"/>
              </a:spcBef>
            </a:pPr>
            <a:r>
              <a:rPr dirty="0" sz="2400" spc="-5">
                <a:latin typeface="UKIJ CJK"/>
                <a:cs typeface="UKIJ CJK"/>
              </a:rPr>
              <a:t>，</a:t>
            </a:r>
            <a:r>
              <a:rPr dirty="0" sz="2400" spc="-5">
                <a:latin typeface="Times New Roman"/>
                <a:cs typeface="Times New Roman"/>
              </a:rPr>
              <a:t>Internet</a:t>
            </a:r>
            <a:r>
              <a:rPr dirty="0" sz="2400">
                <a:latin typeface="UKIJ CJK"/>
                <a:cs typeface="UKIJ CJK"/>
              </a:rPr>
              <a:t>控制报文协议</a:t>
            </a:r>
            <a:r>
              <a:rPr dirty="0" sz="2400" spc="-5">
                <a:latin typeface="UKIJ CJK"/>
                <a:cs typeface="UKIJ CJK"/>
              </a:rPr>
              <a:t>（</a:t>
            </a:r>
            <a:r>
              <a:rPr dirty="0" sz="2400" spc="-5">
                <a:latin typeface="Times New Roman"/>
                <a:cs typeface="Times New Roman"/>
              </a:rPr>
              <a:t>ICMP</a:t>
            </a:r>
            <a:r>
              <a:rPr dirty="0" sz="2400" spc="-5">
                <a:latin typeface="UKIJ CJK"/>
                <a:cs typeface="UKIJ CJK"/>
              </a:rPr>
              <a:t>）</a:t>
            </a:r>
            <a:r>
              <a:rPr dirty="0" sz="2400">
                <a:latin typeface="UKIJ CJK"/>
                <a:cs typeface="UKIJ CJK"/>
              </a:rPr>
              <a:t>、</a:t>
            </a:r>
            <a:r>
              <a:rPr dirty="0" sz="2400" spc="-5">
                <a:latin typeface="Times New Roman"/>
                <a:cs typeface="Times New Roman"/>
              </a:rPr>
              <a:t>TCP</a:t>
            </a:r>
            <a:r>
              <a:rPr dirty="0" sz="2400">
                <a:latin typeface="UKIJ CJK"/>
                <a:cs typeface="UKIJ CJK"/>
              </a:rPr>
              <a:t>等协议实现。</a:t>
            </a:r>
            <a:endParaRPr sz="2400">
              <a:latin typeface="UKIJ CJK"/>
              <a:cs typeface="UKIJ CJK"/>
            </a:endParaRPr>
          </a:p>
          <a:p>
            <a:pPr marL="12700" marR="134620">
              <a:lnSpc>
                <a:spcPct val="120000"/>
              </a:lnSpc>
              <a:spcBef>
                <a:spcPts val="575"/>
              </a:spcBef>
            </a:pPr>
            <a:r>
              <a:rPr dirty="0" sz="2400">
                <a:latin typeface="UKIJ CJK"/>
                <a:cs typeface="UKIJ CJK"/>
              </a:rPr>
              <a:t>上述协议在解决了网络基础设施正常高效运转的问题后。就可 以基于这个基础设施构建各种应用。</a:t>
            </a:r>
            <a:endParaRPr sz="2400">
              <a:latin typeface="UKIJ CJK"/>
              <a:cs typeface="UKIJ CJK"/>
            </a:endParaRPr>
          </a:p>
          <a:p>
            <a:pPr marL="546100">
              <a:lnSpc>
                <a:spcPct val="100000"/>
              </a:lnSpc>
              <a:spcBef>
                <a:spcPts val="575"/>
              </a:spcBef>
            </a:pPr>
            <a:r>
              <a:rPr dirty="0" sz="2400" spc="-5">
                <a:latin typeface="Times New Roman"/>
                <a:cs typeface="Times New Roman"/>
              </a:rPr>
              <a:t>FTP</a:t>
            </a:r>
            <a:r>
              <a:rPr dirty="0" sz="2400">
                <a:latin typeface="UKIJ CJK"/>
                <a:cs typeface="UKIJ CJK"/>
              </a:rPr>
              <a:t>、</a:t>
            </a:r>
            <a:r>
              <a:rPr dirty="0" sz="2400" spc="-5">
                <a:latin typeface="Times New Roman"/>
                <a:cs typeface="Times New Roman"/>
              </a:rPr>
              <a:t>HTTP</a:t>
            </a:r>
            <a:r>
              <a:rPr dirty="0" sz="2400">
                <a:latin typeface="UKIJ CJK"/>
                <a:cs typeface="UKIJ CJK"/>
              </a:rPr>
              <a:t>、</a:t>
            </a:r>
            <a:r>
              <a:rPr dirty="0" sz="2400" spc="-5">
                <a:latin typeface="Times New Roman"/>
                <a:cs typeface="Times New Roman"/>
              </a:rPr>
              <a:t>TELNET</a:t>
            </a:r>
            <a:r>
              <a:rPr dirty="0" sz="2400">
                <a:latin typeface="UKIJ CJK"/>
                <a:cs typeface="UKIJ CJK"/>
              </a:rPr>
              <a:t>、</a:t>
            </a:r>
            <a:r>
              <a:rPr dirty="0" sz="2400">
                <a:latin typeface="Times New Roman"/>
                <a:cs typeface="Times New Roman"/>
              </a:rPr>
              <a:t>POP3</a:t>
            </a:r>
            <a:r>
              <a:rPr dirty="0" sz="2400">
                <a:latin typeface="UKIJ CJK"/>
                <a:cs typeface="UKIJ CJK"/>
              </a:rPr>
              <a:t>、</a:t>
            </a:r>
            <a:r>
              <a:rPr dirty="0" sz="2400" spc="-5">
                <a:latin typeface="Times New Roman"/>
                <a:cs typeface="Times New Roman"/>
              </a:rPr>
              <a:t>SMTP</a:t>
            </a:r>
            <a:r>
              <a:rPr dirty="0" sz="2400">
                <a:latin typeface="UKIJ CJK"/>
                <a:cs typeface="UKIJ CJK"/>
              </a:rPr>
              <a:t>、</a:t>
            </a:r>
            <a:r>
              <a:rPr dirty="0" sz="2400">
                <a:latin typeface="Times New Roman"/>
                <a:cs typeface="Times New Roman"/>
              </a:rPr>
              <a:t>SNMP</a:t>
            </a:r>
            <a:r>
              <a:rPr dirty="0" sz="2400">
                <a:latin typeface="UKIJ CJK"/>
                <a:cs typeface="UKIJ CJK"/>
              </a:rPr>
              <a:t>、</a:t>
            </a:r>
            <a:r>
              <a:rPr dirty="0" sz="2400">
                <a:latin typeface="Times New Roman"/>
                <a:cs typeface="Times New Roman"/>
              </a:rPr>
              <a:t>DNS</a:t>
            </a:r>
            <a:r>
              <a:rPr dirty="0" sz="2400">
                <a:latin typeface="UKIJ CJK"/>
                <a:cs typeface="UKIJ CJK"/>
              </a:rPr>
              <a:t>等等</a:t>
            </a:r>
            <a:endParaRPr sz="2400">
              <a:latin typeface="UKIJ CJK"/>
              <a:cs typeface="UKIJ CJK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49334" y="6423025"/>
            <a:ext cx="20383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">
                <a:latin typeface="Times New Roman"/>
                <a:cs typeface="Times New Roman"/>
              </a:rPr>
              <a:t>5</a:t>
            </a:r>
            <a:r>
              <a:rPr dirty="0" sz="1400">
                <a:latin typeface="Times New Roman"/>
                <a:cs typeface="Times New Roman"/>
              </a:rPr>
              <a:t>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3265" y="462127"/>
            <a:ext cx="349186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solidFill>
                  <a:srgbClr val="3333CC"/>
                </a:solidFill>
                <a:latin typeface="Times New Roman"/>
                <a:cs typeface="Times New Roman"/>
              </a:rPr>
              <a:t>1.3</a:t>
            </a:r>
            <a:r>
              <a:rPr dirty="0" sz="3200" spc="-85" b="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z="3200" spc="15" b="0">
                <a:solidFill>
                  <a:srgbClr val="3333CC"/>
                </a:solidFill>
                <a:latin typeface="WenQuanYi Zen Hei Mono"/>
                <a:cs typeface="WenQuanYi Zen Hei Mono"/>
              </a:rPr>
              <a:t>协议描述与验</a:t>
            </a:r>
            <a:r>
              <a:rPr dirty="0" sz="3200" spc="5" b="0">
                <a:solidFill>
                  <a:srgbClr val="3333CC"/>
                </a:solidFill>
                <a:latin typeface="WenQuanYi Zen Hei Mono"/>
                <a:cs typeface="WenQuanYi Zen Hei Mono"/>
              </a:rPr>
              <a:t>证</a:t>
            </a:r>
            <a:endParaRPr sz="3200">
              <a:latin typeface="WenQuanYi Zen Hei Mono"/>
              <a:cs typeface="WenQuanYi Zen Hei 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3265" y="946472"/>
            <a:ext cx="7766684" cy="5505450"/>
          </a:xfrm>
          <a:prstGeom prst="rect">
            <a:avLst/>
          </a:prstGeom>
        </p:spPr>
        <p:txBody>
          <a:bodyPr wrap="square" lIns="0" tIns="182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40"/>
              </a:spcBef>
              <a:tabLst>
                <a:tab pos="901065" algn="l"/>
              </a:tabLst>
            </a:pPr>
            <a:r>
              <a:rPr dirty="0" sz="2800" spc="-5" b="1">
                <a:latin typeface="Times New Roman"/>
                <a:cs typeface="Times New Roman"/>
              </a:rPr>
              <a:t>1.3.1	</a:t>
            </a:r>
            <a:r>
              <a:rPr dirty="0" sz="2800" spc="15" b="0">
                <a:latin typeface="WenQuanYi Zen Hei Mono"/>
                <a:cs typeface="WenQuanYi Zen Hei Mono"/>
              </a:rPr>
              <a:t>协议工程的概</a:t>
            </a:r>
            <a:r>
              <a:rPr dirty="0" sz="2800" spc="-5" b="0">
                <a:latin typeface="WenQuanYi Zen Hei Mono"/>
                <a:cs typeface="WenQuanYi Zen Hei Mono"/>
              </a:rPr>
              <a:t>念</a:t>
            </a:r>
            <a:endParaRPr sz="2800">
              <a:latin typeface="WenQuanYi Zen Hei Mono"/>
              <a:cs typeface="WenQuanYi Zen Hei Mono"/>
            </a:endParaRPr>
          </a:p>
          <a:p>
            <a:pPr algn="just" marL="354965" marR="5080" indent="-342900">
              <a:lnSpc>
                <a:spcPct val="120000"/>
              </a:lnSpc>
              <a:spcBef>
                <a:spcPts val="580"/>
              </a:spcBef>
              <a:buClr>
                <a:srgbClr val="0000FF"/>
              </a:buClr>
              <a:buSzPct val="85416"/>
              <a:buFont typeface="Wingdings"/>
              <a:buChar char=""/>
              <a:tabLst>
                <a:tab pos="355600" algn="l"/>
              </a:tabLst>
            </a:pPr>
            <a:r>
              <a:rPr dirty="0" sz="2400" spc="5" b="0">
                <a:latin typeface="Noto Sans CJK JP Medium"/>
                <a:cs typeface="Noto Sans CJK JP Medium"/>
              </a:rPr>
              <a:t>协议工程：集成化</a:t>
            </a:r>
            <a:r>
              <a:rPr dirty="0" sz="2400" spc="-5" b="1">
                <a:latin typeface="Times New Roman"/>
                <a:cs typeface="Times New Roman"/>
              </a:rPr>
              <a:t>(Integrated)</a:t>
            </a:r>
            <a:r>
              <a:rPr dirty="0" sz="2400" spc="5" b="0">
                <a:latin typeface="Noto Sans CJK JP Medium"/>
                <a:cs typeface="Noto Sans CJK JP Medium"/>
              </a:rPr>
              <a:t>、形式化</a:t>
            </a:r>
            <a:r>
              <a:rPr dirty="0" sz="2400" spc="-5" b="1">
                <a:latin typeface="Times New Roman"/>
                <a:cs typeface="Times New Roman"/>
              </a:rPr>
              <a:t>(Formal)</a:t>
            </a:r>
            <a:r>
              <a:rPr dirty="0" sz="2400" spc="5" b="0">
                <a:latin typeface="Noto Sans CJK JP Medium"/>
                <a:cs typeface="Noto Sans CJK JP Medium"/>
              </a:rPr>
              <a:t>的协</a:t>
            </a:r>
            <a:r>
              <a:rPr dirty="0" sz="2400" b="0">
                <a:latin typeface="Noto Sans CJK JP Medium"/>
                <a:cs typeface="Noto Sans CJK JP Medium"/>
              </a:rPr>
              <a:t>议 </a:t>
            </a:r>
            <a:r>
              <a:rPr dirty="0" sz="2400" spc="5" b="0">
                <a:latin typeface="Noto Sans CJK JP Medium"/>
                <a:cs typeface="Noto Sans CJK JP Medium"/>
              </a:rPr>
              <a:t>开发过程称为协议工程</a:t>
            </a:r>
            <a:r>
              <a:rPr dirty="0" sz="2400" b="0">
                <a:latin typeface="Noto Sans CJK JP Medium"/>
                <a:cs typeface="Noto Sans CJK JP Medium"/>
              </a:rPr>
              <a:t>。</a:t>
            </a:r>
            <a:r>
              <a:rPr dirty="0" sz="2400" spc="-25" b="0">
                <a:latin typeface="Noto Sans CJK JP Medium"/>
                <a:cs typeface="Noto Sans CJK JP Medium"/>
              </a:rPr>
              <a:t> </a:t>
            </a:r>
            <a:r>
              <a:rPr dirty="0" sz="2400" spc="1525">
                <a:latin typeface="UKIJ CJK"/>
                <a:cs typeface="UKIJ CJK"/>
              </a:rPr>
              <a:t>“</a:t>
            </a:r>
            <a:r>
              <a:rPr dirty="0" sz="2400">
                <a:latin typeface="UKIJ CJK"/>
                <a:cs typeface="UKIJ CJK"/>
              </a:rPr>
              <a:t>集成化</a:t>
            </a:r>
            <a:r>
              <a:rPr dirty="0" sz="2400" spc="760">
                <a:latin typeface="UKIJ CJK"/>
                <a:cs typeface="UKIJ CJK"/>
              </a:rPr>
              <a:t>”，</a:t>
            </a:r>
            <a:r>
              <a:rPr dirty="0" sz="2400">
                <a:latin typeface="UKIJ CJK"/>
                <a:cs typeface="UKIJ CJK"/>
              </a:rPr>
              <a:t>就是指协议开发 的各个阶段前后衔接，并在同一个开发系统中完成。协 议开发包括如下几个阶段：</a:t>
            </a:r>
            <a:endParaRPr sz="2400">
              <a:latin typeface="UKIJ CJK"/>
              <a:cs typeface="UKIJ CJK"/>
            </a:endParaRPr>
          </a:p>
          <a:p>
            <a:pPr lvl="1" marL="755650" indent="-286385">
              <a:lnSpc>
                <a:spcPct val="100000"/>
              </a:lnSpc>
              <a:spcBef>
                <a:spcPts val="1125"/>
              </a:spcBef>
              <a:buClr>
                <a:srgbClr val="0000FF"/>
              </a:buClr>
              <a:buSzPct val="80000"/>
              <a:buFont typeface="Wingdings"/>
              <a:buChar char=""/>
              <a:tabLst>
                <a:tab pos="755650" algn="l"/>
              </a:tabLst>
            </a:pPr>
            <a:r>
              <a:rPr dirty="0" sz="2000">
                <a:latin typeface="UKIJ CJK"/>
                <a:cs typeface="UKIJ CJK"/>
              </a:rPr>
              <a:t>协议说明</a:t>
            </a:r>
            <a:r>
              <a:rPr dirty="0" sz="2000" spc="-5">
                <a:latin typeface="UKIJ CJK"/>
                <a:cs typeface="UKIJ CJK"/>
              </a:rPr>
              <a:t>（</a:t>
            </a:r>
            <a:r>
              <a:rPr dirty="0" sz="2000" spc="-5">
                <a:latin typeface="Times New Roman"/>
                <a:cs typeface="Times New Roman"/>
              </a:rPr>
              <a:t>Protocol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Specification</a:t>
            </a:r>
            <a:r>
              <a:rPr dirty="0" sz="2000" spc="-5">
                <a:latin typeface="UKIJ CJK"/>
                <a:cs typeface="UKIJ CJK"/>
              </a:rPr>
              <a:t>）</a:t>
            </a:r>
            <a:endParaRPr sz="2000">
              <a:latin typeface="UKIJ CJK"/>
              <a:cs typeface="UKIJ CJK"/>
            </a:endParaRPr>
          </a:p>
          <a:p>
            <a:pPr lvl="1" marL="755650" indent="-286385">
              <a:lnSpc>
                <a:spcPct val="100000"/>
              </a:lnSpc>
              <a:spcBef>
                <a:spcPts val="1080"/>
              </a:spcBef>
              <a:buClr>
                <a:srgbClr val="0000FF"/>
              </a:buClr>
              <a:buSzPct val="80000"/>
              <a:buFont typeface="Wingdings"/>
              <a:buChar char=""/>
              <a:tabLst>
                <a:tab pos="755650" algn="l"/>
              </a:tabLst>
            </a:pPr>
            <a:r>
              <a:rPr dirty="0" sz="2000">
                <a:latin typeface="UKIJ CJK"/>
                <a:cs typeface="UKIJ CJK"/>
              </a:rPr>
              <a:t>协议验证</a:t>
            </a:r>
            <a:r>
              <a:rPr dirty="0" sz="2000" spc="-5">
                <a:latin typeface="UKIJ CJK"/>
                <a:cs typeface="UKIJ CJK"/>
              </a:rPr>
              <a:t>（</a:t>
            </a:r>
            <a:r>
              <a:rPr dirty="0" sz="2000" spc="-5">
                <a:latin typeface="Times New Roman"/>
                <a:cs typeface="Times New Roman"/>
              </a:rPr>
              <a:t>Protocol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Verification</a:t>
            </a:r>
            <a:r>
              <a:rPr dirty="0" sz="2000" spc="-20">
                <a:latin typeface="UKIJ CJK"/>
                <a:cs typeface="UKIJ CJK"/>
              </a:rPr>
              <a:t>）</a:t>
            </a:r>
            <a:endParaRPr sz="2000">
              <a:latin typeface="UKIJ CJK"/>
              <a:cs typeface="UKIJ CJK"/>
            </a:endParaRPr>
          </a:p>
          <a:p>
            <a:pPr lvl="1" marL="755650" indent="-286385">
              <a:lnSpc>
                <a:spcPct val="100000"/>
              </a:lnSpc>
              <a:spcBef>
                <a:spcPts val="1080"/>
              </a:spcBef>
              <a:buClr>
                <a:srgbClr val="0000FF"/>
              </a:buClr>
              <a:buSzPct val="80000"/>
              <a:buFont typeface="Wingdings"/>
              <a:buChar char=""/>
              <a:tabLst>
                <a:tab pos="755650" algn="l"/>
              </a:tabLst>
            </a:pPr>
            <a:r>
              <a:rPr dirty="0" sz="2000">
                <a:latin typeface="UKIJ CJK"/>
                <a:cs typeface="UKIJ CJK"/>
              </a:rPr>
              <a:t>协议实现</a:t>
            </a:r>
            <a:r>
              <a:rPr dirty="0" sz="2000" spc="-5">
                <a:latin typeface="UKIJ CJK"/>
                <a:cs typeface="UKIJ CJK"/>
              </a:rPr>
              <a:t>（</a:t>
            </a:r>
            <a:r>
              <a:rPr dirty="0" sz="2000" spc="-5">
                <a:latin typeface="Times New Roman"/>
                <a:cs typeface="Times New Roman"/>
              </a:rPr>
              <a:t>Protocol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Implementation</a:t>
            </a:r>
            <a:r>
              <a:rPr dirty="0" sz="2000" spc="-5">
                <a:latin typeface="UKIJ CJK"/>
                <a:cs typeface="UKIJ CJK"/>
              </a:rPr>
              <a:t>）</a:t>
            </a:r>
            <a:endParaRPr sz="2000">
              <a:latin typeface="UKIJ CJK"/>
              <a:cs typeface="UKIJ CJK"/>
            </a:endParaRPr>
          </a:p>
          <a:p>
            <a:pPr lvl="1" marL="755650" indent="-286385">
              <a:lnSpc>
                <a:spcPct val="100000"/>
              </a:lnSpc>
              <a:spcBef>
                <a:spcPts val="1080"/>
              </a:spcBef>
              <a:buClr>
                <a:srgbClr val="0000FF"/>
              </a:buClr>
              <a:buSzPct val="80000"/>
              <a:buFont typeface="Wingdings"/>
              <a:buChar char=""/>
              <a:tabLst>
                <a:tab pos="755650" algn="l"/>
              </a:tabLst>
            </a:pPr>
            <a:r>
              <a:rPr dirty="0" sz="2000">
                <a:latin typeface="UKIJ CJK"/>
                <a:cs typeface="UKIJ CJK"/>
              </a:rPr>
              <a:t>协议测试</a:t>
            </a:r>
            <a:r>
              <a:rPr dirty="0" sz="2000" spc="-5">
                <a:latin typeface="UKIJ CJK"/>
                <a:cs typeface="UKIJ CJK"/>
              </a:rPr>
              <a:t>（</a:t>
            </a:r>
            <a:r>
              <a:rPr dirty="0" sz="2000" spc="-5">
                <a:latin typeface="Times New Roman"/>
                <a:cs typeface="Times New Roman"/>
              </a:rPr>
              <a:t>Protocol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Testing</a:t>
            </a:r>
            <a:r>
              <a:rPr dirty="0" sz="2000" spc="-20">
                <a:latin typeface="UKIJ CJK"/>
                <a:cs typeface="UKIJ CJK"/>
              </a:rPr>
              <a:t>）</a:t>
            </a:r>
            <a:endParaRPr sz="2000">
              <a:latin typeface="UKIJ CJK"/>
              <a:cs typeface="UKIJ CJK"/>
            </a:endParaRPr>
          </a:p>
          <a:p>
            <a:pPr lvl="2" marL="1155700" indent="-228600">
              <a:lnSpc>
                <a:spcPct val="100000"/>
              </a:lnSpc>
              <a:spcBef>
                <a:spcPts val="960"/>
              </a:spcBef>
              <a:buClr>
                <a:srgbClr val="0000FF"/>
              </a:buClr>
              <a:buSzPct val="75000"/>
              <a:buFont typeface="Wingdings"/>
              <a:buChar char=""/>
              <a:tabLst>
                <a:tab pos="1155700" algn="l"/>
              </a:tabLst>
            </a:pPr>
            <a:r>
              <a:rPr dirty="0" sz="2000">
                <a:latin typeface="UKIJ CJK"/>
                <a:cs typeface="UKIJ CJK"/>
              </a:rPr>
              <a:t>一致性测试</a:t>
            </a:r>
            <a:r>
              <a:rPr dirty="0" sz="2000" spc="-5">
                <a:latin typeface="UKIJ CJK"/>
                <a:cs typeface="UKIJ CJK"/>
              </a:rPr>
              <a:t>（</a:t>
            </a:r>
            <a:r>
              <a:rPr dirty="0" sz="2000" spc="-5">
                <a:latin typeface="Times New Roman"/>
                <a:cs typeface="Times New Roman"/>
              </a:rPr>
              <a:t>Conformance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Testing</a:t>
            </a:r>
            <a:r>
              <a:rPr dirty="0" sz="2000" spc="-20">
                <a:latin typeface="UKIJ CJK"/>
                <a:cs typeface="UKIJ CJK"/>
              </a:rPr>
              <a:t>）</a:t>
            </a:r>
            <a:endParaRPr sz="2000">
              <a:latin typeface="UKIJ CJK"/>
              <a:cs typeface="UKIJ CJK"/>
            </a:endParaRPr>
          </a:p>
          <a:p>
            <a:pPr lvl="2" marL="1155700" indent="-228600">
              <a:lnSpc>
                <a:spcPct val="100000"/>
              </a:lnSpc>
              <a:spcBef>
                <a:spcPts val="960"/>
              </a:spcBef>
              <a:buClr>
                <a:srgbClr val="0000FF"/>
              </a:buClr>
              <a:buSzPct val="75000"/>
              <a:buFont typeface="Wingdings"/>
              <a:buChar char=""/>
              <a:tabLst>
                <a:tab pos="1155700" algn="l"/>
              </a:tabLst>
            </a:pPr>
            <a:r>
              <a:rPr dirty="0" sz="2000">
                <a:latin typeface="UKIJ CJK"/>
                <a:cs typeface="UKIJ CJK"/>
              </a:rPr>
              <a:t>互操作性测试</a:t>
            </a:r>
            <a:r>
              <a:rPr dirty="0" sz="2000" spc="-5">
                <a:latin typeface="UKIJ CJK"/>
                <a:cs typeface="UKIJ CJK"/>
              </a:rPr>
              <a:t>（</a:t>
            </a:r>
            <a:r>
              <a:rPr dirty="0" sz="2000" spc="-5">
                <a:latin typeface="Times New Roman"/>
                <a:cs typeface="Times New Roman"/>
              </a:rPr>
              <a:t>Interoperability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Testing</a:t>
            </a:r>
            <a:r>
              <a:rPr dirty="0" sz="2000" spc="-20">
                <a:latin typeface="UKIJ CJK"/>
                <a:cs typeface="UKIJ CJK"/>
              </a:rPr>
              <a:t>）</a:t>
            </a:r>
            <a:endParaRPr sz="2000">
              <a:latin typeface="UKIJ CJK"/>
              <a:cs typeface="UKIJ CJK"/>
            </a:endParaRPr>
          </a:p>
          <a:p>
            <a:pPr lvl="2" marL="1155700" indent="-228600">
              <a:lnSpc>
                <a:spcPct val="100000"/>
              </a:lnSpc>
              <a:spcBef>
                <a:spcPts val="960"/>
              </a:spcBef>
              <a:buClr>
                <a:srgbClr val="0000FF"/>
              </a:buClr>
              <a:buSzPct val="75000"/>
              <a:buFont typeface="Wingdings"/>
              <a:buChar char=""/>
              <a:tabLst>
                <a:tab pos="1155700" algn="l"/>
              </a:tabLst>
            </a:pPr>
            <a:r>
              <a:rPr dirty="0" sz="2000">
                <a:latin typeface="UKIJ CJK"/>
                <a:cs typeface="UKIJ CJK"/>
              </a:rPr>
              <a:t>性能测试</a:t>
            </a:r>
            <a:r>
              <a:rPr dirty="0" sz="2000" spc="-5">
                <a:latin typeface="UKIJ CJK"/>
                <a:cs typeface="UKIJ CJK"/>
              </a:rPr>
              <a:t>（</a:t>
            </a:r>
            <a:r>
              <a:rPr dirty="0" sz="2000" spc="-5">
                <a:latin typeface="Times New Roman"/>
                <a:cs typeface="Times New Roman"/>
              </a:rPr>
              <a:t>Performance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Testing</a:t>
            </a:r>
            <a:r>
              <a:rPr dirty="0" sz="2000" spc="-20">
                <a:latin typeface="UKIJ CJK"/>
                <a:cs typeface="UKIJ CJK"/>
              </a:rPr>
              <a:t>）</a:t>
            </a:r>
            <a:endParaRPr sz="2000">
              <a:latin typeface="UKIJ CJK"/>
              <a:cs typeface="UKIJ CJK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0647" y="124796"/>
            <a:ext cx="8134984" cy="6351905"/>
          </a:xfrm>
          <a:prstGeom prst="rect">
            <a:avLst/>
          </a:prstGeom>
        </p:spPr>
        <p:txBody>
          <a:bodyPr wrap="square" lIns="0" tIns="18288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440"/>
              </a:spcBef>
              <a:buClr>
                <a:srgbClr val="0000FF"/>
              </a:buClr>
              <a:buSzPct val="85416"/>
              <a:buFont typeface="Wingdings"/>
              <a:buChar char=""/>
              <a:tabLst>
                <a:tab pos="355600" algn="l"/>
              </a:tabLst>
            </a:pPr>
            <a:r>
              <a:rPr dirty="0" sz="2400" spc="5" b="0">
                <a:latin typeface="Noto Sans CJK JP Medium"/>
                <a:cs typeface="Noto Sans CJK JP Medium"/>
              </a:rPr>
              <a:t>协议说</a:t>
            </a:r>
            <a:r>
              <a:rPr dirty="0" sz="2400" b="0">
                <a:latin typeface="Noto Sans CJK JP Medium"/>
                <a:cs typeface="Noto Sans CJK JP Medium"/>
              </a:rPr>
              <a:t>明</a:t>
            </a:r>
            <a:endParaRPr sz="2400">
              <a:latin typeface="Noto Sans CJK JP Medium"/>
              <a:cs typeface="Noto Sans CJK JP Medium"/>
            </a:endParaRPr>
          </a:p>
          <a:p>
            <a:pPr algn="just" lvl="1" marL="755650" marR="5080" indent="-285750">
              <a:lnSpc>
                <a:spcPct val="120000"/>
              </a:lnSpc>
              <a:spcBef>
                <a:spcPts val="645"/>
              </a:spcBef>
              <a:buClr>
                <a:srgbClr val="0000FF"/>
              </a:buClr>
              <a:buSzPct val="80000"/>
              <a:buFont typeface="Wingdings"/>
              <a:buChar char=""/>
              <a:tabLst>
                <a:tab pos="755650" algn="l"/>
              </a:tabLst>
            </a:pPr>
            <a:r>
              <a:rPr dirty="0" sz="2000">
                <a:latin typeface="UKIJ CJK"/>
                <a:cs typeface="UKIJ CJK"/>
              </a:rPr>
              <a:t>必须既定义一个协议实体提供给它的用户的服务，又定义该协</a:t>
            </a:r>
            <a:r>
              <a:rPr dirty="0" sz="2000" spc="-680">
                <a:latin typeface="UKIJ CJK"/>
                <a:cs typeface="UKIJ CJK"/>
              </a:rPr>
              <a:t>议</a:t>
            </a:r>
            <a:r>
              <a:rPr dirty="0" sz="2000" spc="5">
                <a:latin typeface="UKIJ CJK"/>
                <a:cs typeface="UKIJ CJK"/>
              </a:rPr>
              <a:t>实 </a:t>
            </a:r>
            <a:r>
              <a:rPr dirty="0" sz="2000">
                <a:latin typeface="UKIJ CJK"/>
                <a:cs typeface="UKIJ CJK"/>
              </a:rPr>
              <a:t>体的内部操作</a:t>
            </a:r>
            <a:r>
              <a:rPr dirty="0" sz="2000" spc="5">
                <a:latin typeface="UKIJ CJK"/>
                <a:cs typeface="UKIJ CJK"/>
              </a:rPr>
              <a:t>。</a:t>
            </a:r>
            <a:endParaRPr sz="2000">
              <a:latin typeface="UKIJ CJK"/>
              <a:cs typeface="UKIJ CJK"/>
            </a:endParaRPr>
          </a:p>
          <a:p>
            <a:pPr marL="355600" indent="-342900">
              <a:lnSpc>
                <a:spcPct val="100000"/>
              </a:lnSpc>
              <a:spcBef>
                <a:spcPts val="1105"/>
              </a:spcBef>
              <a:buClr>
                <a:srgbClr val="0000FF"/>
              </a:buClr>
              <a:buSzPct val="85416"/>
              <a:buFont typeface="Wingdings"/>
              <a:buChar char=""/>
              <a:tabLst>
                <a:tab pos="355600" algn="l"/>
              </a:tabLst>
            </a:pPr>
            <a:r>
              <a:rPr dirty="0" sz="2400" spc="5" b="0">
                <a:latin typeface="Noto Sans CJK JP Medium"/>
                <a:cs typeface="Noto Sans CJK JP Medium"/>
              </a:rPr>
              <a:t>协议验</a:t>
            </a:r>
            <a:r>
              <a:rPr dirty="0" sz="2400" b="0">
                <a:latin typeface="Noto Sans CJK JP Medium"/>
                <a:cs typeface="Noto Sans CJK JP Medium"/>
              </a:rPr>
              <a:t>证</a:t>
            </a:r>
            <a:endParaRPr sz="2400">
              <a:latin typeface="Noto Sans CJK JP Medium"/>
              <a:cs typeface="Noto Sans CJK JP Medium"/>
            </a:endParaRPr>
          </a:p>
          <a:p>
            <a:pPr lvl="1" marL="755650" indent="-285750">
              <a:lnSpc>
                <a:spcPct val="100000"/>
              </a:lnSpc>
              <a:spcBef>
                <a:spcPts val="1125"/>
              </a:spcBef>
              <a:buClr>
                <a:srgbClr val="0000FF"/>
              </a:buClr>
              <a:buSzPct val="80000"/>
              <a:buFont typeface="Wingdings"/>
              <a:buChar char=""/>
              <a:tabLst>
                <a:tab pos="755650" algn="l"/>
              </a:tabLst>
            </a:pPr>
            <a:r>
              <a:rPr dirty="0" sz="2000">
                <a:latin typeface="UKIJ CJK"/>
                <a:cs typeface="UKIJ CJK"/>
              </a:rPr>
              <a:t>验证协议说明是否完整、正确</a:t>
            </a:r>
            <a:r>
              <a:rPr dirty="0" sz="2000" spc="5">
                <a:latin typeface="UKIJ CJK"/>
                <a:cs typeface="UKIJ CJK"/>
              </a:rPr>
              <a:t>。</a:t>
            </a:r>
            <a:endParaRPr sz="2000">
              <a:latin typeface="UKIJ CJK"/>
              <a:cs typeface="UKIJ CJK"/>
            </a:endParaRPr>
          </a:p>
          <a:p>
            <a:pPr marL="355600" indent="-342900">
              <a:lnSpc>
                <a:spcPct val="100000"/>
              </a:lnSpc>
              <a:spcBef>
                <a:spcPts val="1105"/>
              </a:spcBef>
              <a:buClr>
                <a:srgbClr val="0000FF"/>
              </a:buClr>
              <a:buSzPct val="85416"/>
              <a:buFont typeface="Wingdings"/>
              <a:buChar char=""/>
              <a:tabLst>
                <a:tab pos="355600" algn="l"/>
              </a:tabLst>
            </a:pPr>
            <a:r>
              <a:rPr dirty="0" sz="2400" spc="5" b="0">
                <a:latin typeface="Noto Sans CJK JP Medium"/>
                <a:cs typeface="Noto Sans CJK JP Medium"/>
              </a:rPr>
              <a:t>协议实</a:t>
            </a:r>
            <a:r>
              <a:rPr dirty="0" sz="2400" b="0">
                <a:latin typeface="Noto Sans CJK JP Medium"/>
                <a:cs typeface="Noto Sans CJK JP Medium"/>
              </a:rPr>
              <a:t>现</a:t>
            </a:r>
            <a:endParaRPr sz="2400">
              <a:latin typeface="Noto Sans CJK JP Medium"/>
              <a:cs typeface="Noto Sans CJK JP Medium"/>
            </a:endParaRPr>
          </a:p>
          <a:p>
            <a:pPr lvl="1" marL="755650" indent="-285750">
              <a:lnSpc>
                <a:spcPct val="100000"/>
              </a:lnSpc>
              <a:spcBef>
                <a:spcPts val="1125"/>
              </a:spcBef>
              <a:buClr>
                <a:srgbClr val="0000FF"/>
              </a:buClr>
              <a:buSzPct val="80000"/>
              <a:buFont typeface="Wingdings"/>
              <a:buChar char=""/>
              <a:tabLst>
                <a:tab pos="755650" algn="l"/>
              </a:tabLst>
            </a:pPr>
            <a:r>
              <a:rPr dirty="0" sz="2000">
                <a:latin typeface="UKIJ CJK"/>
                <a:cs typeface="UKIJ CJK"/>
              </a:rPr>
              <a:t>用硬件和</a:t>
            </a:r>
            <a:r>
              <a:rPr dirty="0" sz="2000" spc="-5">
                <a:latin typeface="Times New Roman"/>
                <a:cs typeface="Times New Roman"/>
              </a:rPr>
              <a:t>/</a:t>
            </a:r>
            <a:r>
              <a:rPr dirty="0" sz="2000">
                <a:latin typeface="UKIJ CJK"/>
                <a:cs typeface="UKIJ CJK"/>
              </a:rPr>
              <a:t>或软件实现协议说明中规定的功能</a:t>
            </a:r>
            <a:r>
              <a:rPr dirty="0" sz="2000" spc="5">
                <a:latin typeface="UKIJ CJK"/>
                <a:cs typeface="UKIJ CJK"/>
              </a:rPr>
              <a:t>。</a:t>
            </a:r>
            <a:endParaRPr sz="2000">
              <a:latin typeface="UKIJ CJK"/>
              <a:cs typeface="UKIJ CJK"/>
            </a:endParaRPr>
          </a:p>
          <a:p>
            <a:pPr marL="355600" indent="-342900">
              <a:lnSpc>
                <a:spcPct val="100000"/>
              </a:lnSpc>
              <a:spcBef>
                <a:spcPts val="1105"/>
              </a:spcBef>
              <a:buClr>
                <a:srgbClr val="0000FF"/>
              </a:buClr>
              <a:buSzPct val="85416"/>
              <a:buFont typeface="Wingdings"/>
              <a:buChar char=""/>
              <a:tabLst>
                <a:tab pos="355600" algn="l"/>
              </a:tabLst>
            </a:pPr>
            <a:r>
              <a:rPr dirty="0" sz="2400" spc="5" b="0">
                <a:latin typeface="Noto Sans CJK JP Medium"/>
                <a:cs typeface="Noto Sans CJK JP Medium"/>
              </a:rPr>
              <a:t>协议测</a:t>
            </a:r>
            <a:r>
              <a:rPr dirty="0" sz="2400" b="0">
                <a:latin typeface="Noto Sans CJK JP Medium"/>
                <a:cs typeface="Noto Sans CJK JP Medium"/>
              </a:rPr>
              <a:t>试</a:t>
            </a:r>
            <a:endParaRPr sz="2400">
              <a:latin typeface="Noto Sans CJK JP Medium"/>
              <a:cs typeface="Noto Sans CJK JP Medium"/>
            </a:endParaRPr>
          </a:p>
          <a:p>
            <a:pPr algn="just" lvl="1" marL="755650" marR="5080" indent="-285750">
              <a:lnSpc>
                <a:spcPct val="120000"/>
              </a:lnSpc>
              <a:spcBef>
                <a:spcPts val="645"/>
              </a:spcBef>
              <a:buClr>
                <a:srgbClr val="0000FF"/>
              </a:buClr>
              <a:buSzPct val="80000"/>
              <a:buFont typeface="Wingdings"/>
              <a:buChar char=""/>
              <a:tabLst>
                <a:tab pos="755650" algn="l"/>
              </a:tabLst>
            </a:pPr>
            <a:r>
              <a:rPr dirty="0" sz="2000">
                <a:latin typeface="UKIJ CJK"/>
                <a:cs typeface="UKIJ CJK"/>
              </a:rPr>
              <a:t>用测试的方法来检查协议实现是否满足要求，包括：协议实现</a:t>
            </a:r>
            <a:r>
              <a:rPr dirty="0" sz="2000" spc="-680">
                <a:latin typeface="UKIJ CJK"/>
                <a:cs typeface="UKIJ CJK"/>
              </a:rPr>
              <a:t>是</a:t>
            </a:r>
            <a:r>
              <a:rPr dirty="0" sz="2000" spc="5">
                <a:latin typeface="UKIJ CJK"/>
                <a:cs typeface="UKIJ CJK"/>
              </a:rPr>
              <a:t>否 </a:t>
            </a:r>
            <a:r>
              <a:rPr dirty="0" sz="2000">
                <a:latin typeface="UKIJ CJK"/>
                <a:cs typeface="UKIJ CJK"/>
              </a:rPr>
              <a:t>与协议说明一致（一致性测试）、协议实现之间的互操作能力（</a:t>
            </a:r>
            <a:r>
              <a:rPr dirty="0" sz="2000">
                <a:latin typeface="UKIJ CJK"/>
                <a:cs typeface="UKIJ CJK"/>
              </a:rPr>
              <a:t>互 </a:t>
            </a:r>
            <a:r>
              <a:rPr dirty="0" sz="2000">
                <a:latin typeface="UKIJ CJK"/>
                <a:cs typeface="UKIJ CJK"/>
              </a:rPr>
              <a:t>操作性测试）和协议实现的性能（性能测试）等</a:t>
            </a:r>
            <a:r>
              <a:rPr dirty="0" sz="2000" spc="5">
                <a:latin typeface="UKIJ CJK"/>
                <a:cs typeface="UKIJ CJK"/>
              </a:rPr>
              <a:t>。</a:t>
            </a:r>
            <a:endParaRPr sz="2000">
              <a:latin typeface="UKIJ CJK"/>
              <a:cs typeface="UKIJ CJK"/>
            </a:endParaRPr>
          </a:p>
          <a:p>
            <a:pPr algn="just" marL="355600" marR="152400" indent="-342900">
              <a:lnSpc>
                <a:spcPct val="120000"/>
              </a:lnSpc>
              <a:spcBef>
                <a:spcPts val="530"/>
              </a:spcBef>
              <a:buClr>
                <a:srgbClr val="0000FF"/>
              </a:buClr>
              <a:buSzPct val="85416"/>
              <a:buFont typeface="Wingdings"/>
              <a:buChar char=""/>
              <a:tabLst>
                <a:tab pos="355600" algn="l"/>
              </a:tabLst>
            </a:pPr>
            <a:r>
              <a:rPr dirty="0" sz="2400">
                <a:latin typeface="UKIJ CJK"/>
                <a:cs typeface="UKIJ CJK"/>
              </a:rPr>
              <a:t>在协议的说明、验证、实现和测试过程中使用形式化描述 技术，不仅可以比较容易地理解协议，而且可以使协议描 述更加精确，大大简化了协议的研究工作。</a:t>
            </a:r>
            <a:endParaRPr sz="2400">
              <a:latin typeface="UKIJ CJK"/>
              <a:cs typeface="UKIJ CJK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1474" y="162108"/>
            <a:ext cx="7801609" cy="6236335"/>
          </a:xfrm>
          <a:prstGeom prst="rect">
            <a:avLst/>
          </a:prstGeom>
        </p:spPr>
        <p:txBody>
          <a:bodyPr wrap="square" lIns="0" tIns="18288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440"/>
              </a:spcBef>
              <a:buClr>
                <a:srgbClr val="0000FF"/>
              </a:buClr>
              <a:buSzPct val="85416"/>
              <a:buFont typeface="Wingdings"/>
              <a:buChar char=""/>
              <a:tabLst>
                <a:tab pos="355600" algn="l"/>
              </a:tabLst>
            </a:pPr>
            <a:r>
              <a:rPr dirty="0" sz="2400">
                <a:latin typeface="UKIJ CJK"/>
                <a:cs typeface="UKIJ CJK"/>
              </a:rPr>
              <a:t>协议验证</a:t>
            </a:r>
            <a:endParaRPr sz="2400">
              <a:latin typeface="UKIJ CJK"/>
              <a:cs typeface="UKIJ CJK"/>
            </a:endParaRPr>
          </a:p>
          <a:p>
            <a:pPr lvl="1" marL="755650" marR="180340" indent="-285750">
              <a:lnSpc>
                <a:spcPct val="120000"/>
              </a:lnSpc>
              <a:spcBef>
                <a:spcPts val="645"/>
              </a:spcBef>
              <a:buClr>
                <a:srgbClr val="0000FF"/>
              </a:buClr>
              <a:buSzPct val="80000"/>
              <a:buFont typeface="Wingdings"/>
              <a:buChar char=""/>
              <a:tabLst>
                <a:tab pos="755650" algn="l"/>
              </a:tabLst>
            </a:pPr>
            <a:r>
              <a:rPr dirty="0" sz="2000">
                <a:latin typeface="UKIJ CJK"/>
                <a:cs typeface="UKIJ CJK"/>
              </a:rPr>
              <a:t>验证协议说明是否完整正确，以协议描述为基础，涉及逻</a:t>
            </a:r>
            <a:r>
              <a:rPr dirty="0" sz="2000" spc="-685">
                <a:latin typeface="UKIJ CJK"/>
                <a:cs typeface="UKIJ CJK"/>
              </a:rPr>
              <a:t>辑</a:t>
            </a:r>
            <a:r>
              <a:rPr dirty="0" sz="2000" spc="5">
                <a:latin typeface="UKIJ CJK"/>
                <a:cs typeface="UKIJ CJK"/>
              </a:rPr>
              <a:t>证 </a:t>
            </a:r>
            <a:r>
              <a:rPr dirty="0" sz="2000">
                <a:latin typeface="UKIJ CJK"/>
                <a:cs typeface="UKIJ CJK"/>
              </a:rPr>
              <a:t>明</a:t>
            </a:r>
            <a:r>
              <a:rPr dirty="0" sz="2000" spc="5">
                <a:latin typeface="UKIJ CJK"/>
                <a:cs typeface="UKIJ CJK"/>
              </a:rPr>
              <a:t>。</a:t>
            </a:r>
            <a:endParaRPr sz="2000">
              <a:latin typeface="UKIJ CJK"/>
              <a:cs typeface="UKIJ CJK"/>
            </a:endParaRPr>
          </a:p>
          <a:p>
            <a:pPr lvl="1" marL="755650" marR="180340" indent="-285750">
              <a:lnSpc>
                <a:spcPct val="120000"/>
              </a:lnSpc>
              <a:spcBef>
                <a:spcPts val="600"/>
              </a:spcBef>
              <a:buClr>
                <a:srgbClr val="0000FF"/>
              </a:buClr>
              <a:buSzPct val="80000"/>
              <a:buFont typeface="Wingdings"/>
              <a:buChar char=""/>
              <a:tabLst>
                <a:tab pos="755650" algn="l"/>
              </a:tabLst>
            </a:pPr>
            <a:r>
              <a:rPr dirty="0" sz="2000">
                <a:latin typeface="UKIJ CJK"/>
                <a:cs typeface="UKIJ CJK"/>
              </a:rPr>
              <a:t>主要用于系统实现前的设计阶段，为了避免可能出现的设</a:t>
            </a:r>
            <a:r>
              <a:rPr dirty="0" sz="2000" spc="-685">
                <a:latin typeface="UKIJ CJK"/>
                <a:cs typeface="UKIJ CJK"/>
              </a:rPr>
              <a:t>计</a:t>
            </a:r>
            <a:r>
              <a:rPr dirty="0" sz="2000" spc="5">
                <a:latin typeface="UKIJ CJK"/>
                <a:cs typeface="UKIJ CJK"/>
              </a:rPr>
              <a:t>错 </a:t>
            </a:r>
            <a:r>
              <a:rPr dirty="0" sz="2000">
                <a:latin typeface="UKIJ CJK"/>
                <a:cs typeface="UKIJ CJK"/>
              </a:rPr>
              <a:t>误。原则上验证涉及协议所有可能的状态</a:t>
            </a:r>
            <a:r>
              <a:rPr dirty="0" sz="2000" spc="5">
                <a:latin typeface="UKIJ CJK"/>
                <a:cs typeface="UKIJ CJK"/>
              </a:rPr>
              <a:t>。</a:t>
            </a:r>
            <a:endParaRPr sz="2000">
              <a:latin typeface="UKIJ CJK"/>
              <a:cs typeface="UKIJ CJK"/>
            </a:endParaRPr>
          </a:p>
          <a:p>
            <a:pPr lvl="1" marL="755650" marR="180340" indent="-285750">
              <a:lnSpc>
                <a:spcPct val="120000"/>
              </a:lnSpc>
              <a:spcBef>
                <a:spcPts val="600"/>
              </a:spcBef>
              <a:buClr>
                <a:srgbClr val="0000FF"/>
              </a:buClr>
              <a:buSzPct val="80000"/>
              <a:buFont typeface="Wingdings"/>
              <a:buChar char=""/>
              <a:tabLst>
                <a:tab pos="755650" algn="l"/>
              </a:tabLst>
            </a:pPr>
            <a:r>
              <a:rPr dirty="0" sz="2000">
                <a:latin typeface="UKIJ CJK"/>
                <a:cs typeface="UKIJ CJK"/>
              </a:rPr>
              <a:t>可达性分析是一种常用的验证方法，可达性分析能够发现</a:t>
            </a:r>
            <a:r>
              <a:rPr dirty="0" sz="2000" spc="-685">
                <a:latin typeface="UKIJ CJK"/>
                <a:cs typeface="UKIJ CJK"/>
              </a:rPr>
              <a:t>协</a:t>
            </a:r>
            <a:r>
              <a:rPr dirty="0" sz="2000" spc="5">
                <a:latin typeface="UKIJ CJK"/>
                <a:cs typeface="UKIJ CJK"/>
              </a:rPr>
              <a:t>议 </a:t>
            </a:r>
            <a:r>
              <a:rPr dirty="0" sz="2000">
                <a:latin typeface="UKIJ CJK"/>
                <a:cs typeface="UKIJ CJK"/>
              </a:rPr>
              <a:t>描述中的各种错误</a:t>
            </a:r>
            <a:r>
              <a:rPr dirty="0" sz="2000" spc="5">
                <a:latin typeface="UKIJ CJK"/>
                <a:cs typeface="UKIJ CJK"/>
              </a:rPr>
              <a:t>。</a:t>
            </a:r>
            <a:endParaRPr sz="2000">
              <a:latin typeface="UKIJ CJK"/>
              <a:cs typeface="UKIJ CJK"/>
            </a:endParaRPr>
          </a:p>
          <a:p>
            <a:pPr lvl="2" marL="1155700" indent="-228600">
              <a:lnSpc>
                <a:spcPct val="100000"/>
              </a:lnSpc>
              <a:spcBef>
                <a:spcPts val="960"/>
              </a:spcBef>
              <a:buClr>
                <a:srgbClr val="0000FF"/>
              </a:buClr>
              <a:buSzPct val="75000"/>
              <a:buFont typeface="Wingdings"/>
              <a:buChar char=""/>
              <a:tabLst>
                <a:tab pos="1155700" algn="l"/>
              </a:tabLst>
            </a:pPr>
            <a:r>
              <a:rPr dirty="0" sz="2000">
                <a:latin typeface="UKIJ CJK"/>
                <a:cs typeface="UKIJ CJK"/>
              </a:rPr>
              <a:t>利用图论知识可以解决状态的可达性问题</a:t>
            </a:r>
            <a:r>
              <a:rPr dirty="0" sz="2000" spc="5">
                <a:latin typeface="UKIJ CJK"/>
                <a:cs typeface="UKIJ CJK"/>
              </a:rPr>
              <a:t>；</a:t>
            </a:r>
            <a:endParaRPr sz="2000">
              <a:latin typeface="UKIJ CJK"/>
              <a:cs typeface="UKIJ CJK"/>
            </a:endParaRPr>
          </a:p>
          <a:p>
            <a:pPr lvl="2" marL="1155700" indent="-228600">
              <a:lnSpc>
                <a:spcPct val="100000"/>
              </a:lnSpc>
              <a:spcBef>
                <a:spcPts val="960"/>
              </a:spcBef>
              <a:buClr>
                <a:srgbClr val="0000FF"/>
              </a:buClr>
              <a:buSzPct val="75000"/>
              <a:buFont typeface="Wingdings"/>
              <a:buChar char=""/>
              <a:tabLst>
                <a:tab pos="1155700" algn="l"/>
              </a:tabLst>
            </a:pPr>
            <a:r>
              <a:rPr dirty="0" sz="2000">
                <a:latin typeface="UKIJ CJK"/>
                <a:cs typeface="UKIJ CJK"/>
              </a:rPr>
              <a:t>可达性分析能够用来解决协议的不完整性、死锁和无关变</a:t>
            </a:r>
            <a:r>
              <a:rPr dirty="0" sz="2000" spc="5">
                <a:latin typeface="UKIJ CJK"/>
                <a:cs typeface="UKIJ CJK"/>
              </a:rPr>
              <a:t>迁</a:t>
            </a:r>
            <a:endParaRPr sz="2000">
              <a:latin typeface="UKIJ CJK"/>
              <a:cs typeface="UKIJ CJK"/>
            </a:endParaRPr>
          </a:p>
          <a:p>
            <a:pPr marL="1155700">
              <a:lnSpc>
                <a:spcPct val="100000"/>
              </a:lnSpc>
              <a:spcBef>
                <a:spcPts val="480"/>
              </a:spcBef>
            </a:pPr>
            <a:r>
              <a:rPr dirty="0" sz="2000">
                <a:latin typeface="UKIJ CJK"/>
                <a:cs typeface="UKIJ CJK"/>
              </a:rPr>
              <a:t>（多余的转换）等问题</a:t>
            </a:r>
            <a:r>
              <a:rPr dirty="0" sz="2000" spc="5">
                <a:latin typeface="UKIJ CJK"/>
                <a:cs typeface="UKIJ CJK"/>
              </a:rPr>
              <a:t>。</a:t>
            </a:r>
            <a:endParaRPr sz="2000">
              <a:latin typeface="UKIJ CJK"/>
              <a:cs typeface="UKIJ CJK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600">
              <a:latin typeface="UKIJ CJK"/>
              <a:cs typeface="UKIJ CJK"/>
            </a:endParaRPr>
          </a:p>
          <a:p>
            <a:pPr marL="12700" marR="6350">
              <a:lnSpc>
                <a:spcPct val="119900"/>
              </a:lnSpc>
            </a:pPr>
            <a:r>
              <a:rPr dirty="0" sz="1800" spc="5" b="0">
                <a:latin typeface="Noto Sans CJK JP Medium"/>
                <a:cs typeface="Noto Sans CJK JP Medium"/>
              </a:rPr>
              <a:t>不完全：</a:t>
            </a:r>
            <a:r>
              <a:rPr dirty="0" sz="1800">
                <a:latin typeface="UKIJ CJK"/>
                <a:cs typeface="UKIJ CJK"/>
              </a:rPr>
              <a:t>如果每类帧在某一状态出现是可能的，而有限状态机并没有说应采取 什么行动，描述不完全。</a:t>
            </a:r>
            <a:endParaRPr sz="1800">
              <a:latin typeface="UKIJ CJK"/>
              <a:cs typeface="UKIJ CJK"/>
            </a:endParaRPr>
          </a:p>
          <a:p>
            <a:pPr marL="12700" marR="7620">
              <a:lnSpc>
                <a:spcPct val="119900"/>
              </a:lnSpc>
            </a:pPr>
            <a:r>
              <a:rPr dirty="0" sz="1800" spc="5" b="0">
                <a:latin typeface="Noto Sans CJK JP Medium"/>
                <a:cs typeface="Noto Sans CJK JP Medium"/>
              </a:rPr>
              <a:t>死锁：</a:t>
            </a:r>
            <a:r>
              <a:rPr dirty="0" sz="1800">
                <a:latin typeface="UKIJ CJK"/>
                <a:cs typeface="UKIJ CJK"/>
              </a:rPr>
              <a:t>如果存在某个状态集，从这些状态没有出口，也没有完成任何进展（收 到正确的帧）。</a:t>
            </a:r>
            <a:endParaRPr sz="1800">
              <a:latin typeface="UKIJ CJK"/>
              <a:cs typeface="UKIJ CJK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1800" spc="5" b="0">
                <a:latin typeface="Noto Sans CJK JP Medium"/>
                <a:cs typeface="Noto Sans CJK JP Medium"/>
              </a:rPr>
              <a:t>多余的转换：</a:t>
            </a:r>
            <a:r>
              <a:rPr dirty="0" sz="1800">
                <a:latin typeface="UKIJ CJK"/>
                <a:cs typeface="UKIJ CJK"/>
              </a:rPr>
              <a:t>在一种状态下如何控制一个事件，而这个事件永远不可能发生。</a:t>
            </a:r>
            <a:endParaRPr sz="1800">
              <a:latin typeface="UKIJ CJK"/>
              <a:cs typeface="UKIJ CJK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0509" y="572661"/>
            <a:ext cx="8134984" cy="5404485"/>
          </a:xfrm>
          <a:prstGeom prst="rect">
            <a:avLst/>
          </a:prstGeom>
        </p:spPr>
        <p:txBody>
          <a:bodyPr wrap="square" lIns="0" tIns="18288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440"/>
              </a:spcBef>
              <a:buClr>
                <a:srgbClr val="0000FF"/>
              </a:buClr>
              <a:buSzPct val="85416"/>
              <a:buFont typeface="Wingdings"/>
              <a:buChar char=""/>
              <a:tabLst>
                <a:tab pos="355600" algn="l"/>
              </a:tabLst>
            </a:pPr>
            <a:r>
              <a:rPr dirty="0" sz="2400" spc="5" b="0">
                <a:latin typeface="Noto Sans CJK JP Medium"/>
                <a:cs typeface="Noto Sans CJK JP Medium"/>
              </a:rPr>
              <a:t>形式化描述的意</a:t>
            </a:r>
            <a:r>
              <a:rPr dirty="0" sz="2400" b="0">
                <a:latin typeface="Noto Sans CJK JP Medium"/>
                <a:cs typeface="Noto Sans CJK JP Medium"/>
              </a:rPr>
              <a:t>义</a:t>
            </a:r>
            <a:endParaRPr sz="2400">
              <a:latin typeface="Noto Sans CJK JP Medium"/>
              <a:cs typeface="Noto Sans CJK JP Medium"/>
            </a:endParaRPr>
          </a:p>
          <a:p>
            <a:pPr algn="just" lvl="1" marL="755650" marR="5080" indent="-285750">
              <a:lnSpc>
                <a:spcPct val="120000"/>
              </a:lnSpc>
              <a:spcBef>
                <a:spcPts val="645"/>
              </a:spcBef>
              <a:buClr>
                <a:srgbClr val="0000FF"/>
              </a:buClr>
              <a:buSzPct val="80000"/>
              <a:buFont typeface="Wingdings"/>
              <a:buChar char=""/>
              <a:tabLst>
                <a:tab pos="755650" algn="l"/>
              </a:tabLst>
            </a:pPr>
            <a:r>
              <a:rPr dirty="0" sz="2000">
                <a:latin typeface="UKIJ CJK"/>
                <a:cs typeface="UKIJ CJK"/>
              </a:rPr>
              <a:t>实际使用的协议非常复杂，给协议的理解、验证、实现和测试</a:t>
            </a:r>
            <a:r>
              <a:rPr dirty="0" sz="2000" spc="-680">
                <a:latin typeface="UKIJ CJK"/>
                <a:cs typeface="UKIJ CJK"/>
              </a:rPr>
              <a:t>等</a:t>
            </a:r>
            <a:r>
              <a:rPr dirty="0" sz="2000" spc="5">
                <a:latin typeface="UKIJ CJK"/>
                <a:cs typeface="UKIJ CJK"/>
              </a:rPr>
              <a:t>工 </a:t>
            </a:r>
            <a:r>
              <a:rPr dirty="0" sz="2000">
                <a:latin typeface="UKIJ CJK"/>
                <a:cs typeface="UKIJ CJK"/>
              </a:rPr>
              <a:t>作带来困难，需要采用形式化的、数学的描述方法来描述协议。</a:t>
            </a:r>
            <a:r>
              <a:rPr dirty="0" sz="2000">
                <a:latin typeface="UKIJ CJK"/>
                <a:cs typeface="UKIJ CJK"/>
              </a:rPr>
              <a:t>但 </a:t>
            </a:r>
            <a:r>
              <a:rPr dirty="0" sz="2000">
                <a:latin typeface="UKIJ CJK"/>
                <a:cs typeface="UKIJ CJK"/>
              </a:rPr>
              <a:t>是目前大多数协议还是采用自然语言描述</a:t>
            </a:r>
            <a:r>
              <a:rPr dirty="0" sz="2000" spc="5">
                <a:latin typeface="UKIJ CJK"/>
                <a:cs typeface="UKIJ CJK"/>
              </a:rPr>
              <a:t>。</a:t>
            </a:r>
            <a:endParaRPr sz="2000">
              <a:latin typeface="UKIJ CJK"/>
              <a:cs typeface="UKIJ CJK"/>
            </a:endParaRPr>
          </a:p>
          <a:p>
            <a:pPr marL="355600" indent="-342900">
              <a:lnSpc>
                <a:spcPct val="100000"/>
              </a:lnSpc>
              <a:spcBef>
                <a:spcPts val="1105"/>
              </a:spcBef>
              <a:buClr>
                <a:srgbClr val="0000FF"/>
              </a:buClr>
              <a:buSzPct val="85416"/>
              <a:buFont typeface="Wingdings"/>
              <a:buChar char=""/>
              <a:tabLst>
                <a:tab pos="355600" algn="l"/>
              </a:tabLst>
            </a:pPr>
            <a:r>
              <a:rPr dirty="0" sz="2400" spc="5" b="0">
                <a:latin typeface="Noto Sans CJK JP Medium"/>
                <a:cs typeface="Noto Sans CJK JP Medium"/>
              </a:rPr>
              <a:t>自然语言描述协议的缺</a:t>
            </a:r>
            <a:r>
              <a:rPr dirty="0" sz="2400" b="0">
                <a:latin typeface="Noto Sans CJK JP Medium"/>
                <a:cs typeface="Noto Sans CJK JP Medium"/>
              </a:rPr>
              <a:t>点</a:t>
            </a:r>
            <a:endParaRPr sz="2400">
              <a:latin typeface="Noto Sans CJK JP Medium"/>
              <a:cs typeface="Noto Sans CJK JP Medium"/>
            </a:endParaRPr>
          </a:p>
          <a:p>
            <a:pPr lvl="1" marL="755650" indent="-285750">
              <a:lnSpc>
                <a:spcPct val="100000"/>
              </a:lnSpc>
              <a:spcBef>
                <a:spcPts val="1125"/>
              </a:spcBef>
              <a:buClr>
                <a:srgbClr val="0000FF"/>
              </a:buClr>
              <a:buSzPct val="80000"/>
              <a:buFont typeface="Wingdings"/>
              <a:buChar char=""/>
              <a:tabLst>
                <a:tab pos="755650" algn="l"/>
              </a:tabLst>
            </a:pPr>
            <a:r>
              <a:rPr dirty="0" sz="2000">
                <a:latin typeface="UKIJ CJK"/>
                <a:cs typeface="UKIJ CJK"/>
              </a:rPr>
              <a:t>冗余</a:t>
            </a:r>
            <a:r>
              <a:rPr dirty="0" sz="2000" spc="5">
                <a:latin typeface="UKIJ CJK"/>
                <a:cs typeface="UKIJ CJK"/>
              </a:rPr>
              <a:t>；</a:t>
            </a:r>
            <a:endParaRPr sz="2000">
              <a:latin typeface="UKIJ CJK"/>
              <a:cs typeface="UKIJ CJK"/>
            </a:endParaRPr>
          </a:p>
          <a:p>
            <a:pPr lvl="1" marL="755650" indent="-285750">
              <a:lnSpc>
                <a:spcPct val="100000"/>
              </a:lnSpc>
              <a:spcBef>
                <a:spcPts val="1080"/>
              </a:spcBef>
              <a:buClr>
                <a:srgbClr val="0000FF"/>
              </a:buClr>
              <a:buSzPct val="80000"/>
              <a:buFont typeface="Wingdings"/>
              <a:buChar char=""/>
              <a:tabLst>
                <a:tab pos="755650" algn="l"/>
              </a:tabLst>
            </a:pPr>
            <a:r>
              <a:rPr dirty="0" sz="2000">
                <a:latin typeface="UKIJ CJK"/>
                <a:cs typeface="UKIJ CJK"/>
              </a:rPr>
              <a:t>多义性</a:t>
            </a:r>
            <a:r>
              <a:rPr dirty="0" sz="2000" spc="5">
                <a:latin typeface="UKIJ CJK"/>
                <a:cs typeface="UKIJ CJK"/>
              </a:rPr>
              <a:t>；</a:t>
            </a:r>
            <a:endParaRPr sz="2000">
              <a:latin typeface="UKIJ CJK"/>
              <a:cs typeface="UKIJ CJK"/>
            </a:endParaRPr>
          </a:p>
          <a:p>
            <a:pPr lvl="1" marL="755650" indent="-285750">
              <a:lnSpc>
                <a:spcPct val="100000"/>
              </a:lnSpc>
              <a:spcBef>
                <a:spcPts val="1080"/>
              </a:spcBef>
              <a:buClr>
                <a:srgbClr val="0000FF"/>
              </a:buClr>
              <a:buSzPct val="80000"/>
              <a:buFont typeface="Wingdings"/>
              <a:buChar char=""/>
              <a:tabLst>
                <a:tab pos="755650" algn="l"/>
              </a:tabLst>
            </a:pPr>
            <a:r>
              <a:rPr dirty="0" sz="2000">
                <a:latin typeface="UKIJ CJK"/>
                <a:cs typeface="UKIJ CJK"/>
              </a:rPr>
              <a:t>结构性不好</a:t>
            </a:r>
            <a:r>
              <a:rPr dirty="0" sz="2000" spc="5">
                <a:latin typeface="UKIJ CJK"/>
                <a:cs typeface="UKIJ CJK"/>
              </a:rPr>
              <a:t>；</a:t>
            </a:r>
            <a:endParaRPr sz="2000">
              <a:latin typeface="UKIJ CJK"/>
              <a:cs typeface="UKIJ CJK"/>
            </a:endParaRPr>
          </a:p>
          <a:p>
            <a:pPr lvl="1" marL="755650" indent="-285750">
              <a:lnSpc>
                <a:spcPct val="100000"/>
              </a:lnSpc>
              <a:spcBef>
                <a:spcPts val="1080"/>
              </a:spcBef>
              <a:buClr>
                <a:srgbClr val="0000FF"/>
              </a:buClr>
              <a:buSzPct val="80000"/>
              <a:buFont typeface="Wingdings"/>
              <a:buChar char=""/>
              <a:tabLst>
                <a:tab pos="755650" algn="l"/>
              </a:tabLst>
            </a:pPr>
            <a:r>
              <a:rPr dirty="0" sz="2000">
                <a:latin typeface="UKIJ CJK"/>
                <a:cs typeface="UKIJ CJK"/>
              </a:rPr>
              <a:t>不便于自动验证、测试、实现</a:t>
            </a:r>
            <a:r>
              <a:rPr dirty="0" sz="2000" spc="5">
                <a:latin typeface="UKIJ CJK"/>
                <a:cs typeface="UKIJ CJK"/>
              </a:rPr>
              <a:t>。</a:t>
            </a:r>
            <a:endParaRPr sz="2000">
              <a:latin typeface="UKIJ CJK"/>
              <a:cs typeface="UKIJ CJK"/>
            </a:endParaRPr>
          </a:p>
          <a:p>
            <a:pPr algn="just" marL="355600" marR="29209" indent="-342900">
              <a:lnSpc>
                <a:spcPct val="120000"/>
              </a:lnSpc>
              <a:spcBef>
                <a:spcPts val="530"/>
              </a:spcBef>
              <a:buClr>
                <a:srgbClr val="0000FF"/>
              </a:buClr>
              <a:buSzPct val="85416"/>
              <a:buFont typeface="Wingdings"/>
              <a:buChar char=""/>
              <a:tabLst>
                <a:tab pos="355600" algn="l"/>
              </a:tabLst>
            </a:pPr>
            <a:r>
              <a:rPr dirty="0" sz="2400" spc="5" b="0">
                <a:latin typeface="Noto Sans CJK JP Medium"/>
                <a:cs typeface="Noto Sans CJK JP Medium"/>
              </a:rPr>
              <a:t>形式化描述技术</a:t>
            </a:r>
            <a:r>
              <a:rPr dirty="0" sz="2400" spc="-5" b="1">
                <a:latin typeface="Times New Roman"/>
                <a:cs typeface="Times New Roman"/>
              </a:rPr>
              <a:t>FDT</a:t>
            </a:r>
            <a:r>
              <a:rPr dirty="0" sz="2400" spc="-5" b="0">
                <a:latin typeface="Noto Sans CJK JP Medium"/>
                <a:cs typeface="Noto Sans CJK JP Medium"/>
              </a:rPr>
              <a:t>（</a:t>
            </a:r>
            <a:r>
              <a:rPr dirty="0" sz="2400" spc="-5" b="1">
                <a:latin typeface="Times New Roman"/>
                <a:cs typeface="Times New Roman"/>
              </a:rPr>
              <a:t>Formal</a:t>
            </a:r>
            <a:r>
              <a:rPr dirty="0" sz="2400" spc="-10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Description</a:t>
            </a:r>
            <a:r>
              <a:rPr dirty="0" sz="2400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Technique</a:t>
            </a:r>
            <a:r>
              <a:rPr dirty="0" sz="2400" spc="-5" b="0">
                <a:latin typeface="Noto Sans CJK JP Medium"/>
                <a:cs typeface="Noto Sans CJK JP Medium"/>
              </a:rPr>
              <a:t>）</a:t>
            </a:r>
            <a:r>
              <a:rPr dirty="0" sz="2400" spc="-5" b="1">
                <a:latin typeface="Times New Roman"/>
                <a:cs typeface="Times New Roman"/>
              </a:rPr>
              <a:t>/</a:t>
            </a:r>
            <a:r>
              <a:rPr dirty="0" sz="2400" b="0">
                <a:latin typeface="Noto Sans CJK JP Medium"/>
                <a:cs typeface="Noto Sans CJK JP Medium"/>
              </a:rPr>
              <a:t>形 </a:t>
            </a:r>
            <a:r>
              <a:rPr dirty="0" sz="2400" spc="5" b="0">
                <a:latin typeface="Noto Sans CJK JP Medium"/>
                <a:cs typeface="Noto Sans CJK JP Medium"/>
              </a:rPr>
              <a:t>式化方法</a:t>
            </a:r>
            <a:r>
              <a:rPr dirty="0" sz="2400" spc="-5" b="1">
                <a:latin typeface="Times New Roman"/>
                <a:cs typeface="Times New Roman"/>
              </a:rPr>
              <a:t>FM</a:t>
            </a:r>
            <a:r>
              <a:rPr dirty="0" sz="2400" spc="-5" b="0">
                <a:latin typeface="Noto Sans CJK JP Medium"/>
                <a:cs typeface="Noto Sans CJK JP Medium"/>
              </a:rPr>
              <a:t>（</a:t>
            </a:r>
            <a:r>
              <a:rPr dirty="0" sz="2400" spc="-5" b="1">
                <a:latin typeface="Times New Roman"/>
                <a:cs typeface="Times New Roman"/>
              </a:rPr>
              <a:t>Formal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Method</a:t>
            </a:r>
            <a:r>
              <a:rPr dirty="0" sz="2400" spc="-5" b="0">
                <a:latin typeface="Noto Sans CJK JP Medium"/>
                <a:cs typeface="Noto Sans CJK JP Medium"/>
              </a:rPr>
              <a:t>）</a:t>
            </a:r>
            <a:r>
              <a:rPr dirty="0" sz="2400" spc="5" b="0">
                <a:latin typeface="Noto Sans CJK JP Medium"/>
                <a:cs typeface="Noto Sans CJK JP Medium"/>
              </a:rPr>
              <a:t>广泛应用于协议工程研</a:t>
            </a:r>
            <a:r>
              <a:rPr dirty="0" sz="2400" b="0">
                <a:latin typeface="Noto Sans CJK JP Medium"/>
                <a:cs typeface="Noto Sans CJK JP Medium"/>
              </a:rPr>
              <a:t>究 中</a:t>
            </a:r>
            <a:endParaRPr sz="2400">
              <a:latin typeface="Noto Sans CJK JP Medium"/>
              <a:cs typeface="Noto Sans CJK JP Medium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140" y="656196"/>
            <a:ext cx="7698105" cy="50914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0000FF"/>
              </a:buClr>
              <a:buSzPct val="85416"/>
              <a:buFont typeface="Wingdings"/>
              <a:buChar char=""/>
              <a:tabLst>
                <a:tab pos="355600" algn="l"/>
              </a:tabLst>
            </a:pPr>
            <a:r>
              <a:rPr dirty="0" sz="2400" spc="5" b="0">
                <a:latin typeface="Noto Sans CJK JP Medium"/>
                <a:cs typeface="Noto Sans CJK JP Medium"/>
              </a:rPr>
              <a:t>一种形式化方法总是以一种形式体系为基础，只是在</a:t>
            </a:r>
            <a:r>
              <a:rPr dirty="0" sz="2400" b="0">
                <a:latin typeface="Noto Sans CJK JP Medium"/>
                <a:cs typeface="Noto Sans CJK JP Medium"/>
              </a:rPr>
              <a:t>具 </a:t>
            </a:r>
            <a:r>
              <a:rPr dirty="0" sz="2400" spc="5" b="0">
                <a:latin typeface="Noto Sans CJK JP Medium"/>
                <a:cs typeface="Noto Sans CJK JP Medium"/>
              </a:rPr>
              <a:t>体应用时，大都做了便于描述的改进和扩充</a:t>
            </a:r>
            <a:r>
              <a:rPr dirty="0" sz="2400" b="0">
                <a:latin typeface="Noto Sans CJK JP Medium"/>
                <a:cs typeface="Noto Sans CJK JP Medium"/>
              </a:rPr>
              <a:t>。</a:t>
            </a:r>
            <a:endParaRPr sz="2400">
              <a:latin typeface="Noto Sans CJK JP Medium"/>
              <a:cs typeface="Noto Sans CJK JP Medium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0000FF"/>
              </a:buClr>
              <a:buSzPct val="85416"/>
              <a:buFont typeface="Wingdings"/>
              <a:buChar char=""/>
              <a:tabLst>
                <a:tab pos="355600" algn="l"/>
              </a:tabLst>
            </a:pPr>
            <a:r>
              <a:rPr dirty="0" sz="2400" spc="5" b="0">
                <a:latin typeface="Noto Sans CJK JP Medium"/>
                <a:cs typeface="Noto Sans CJK JP Medium"/>
              </a:rPr>
              <a:t>常用的形式化方</a:t>
            </a:r>
            <a:r>
              <a:rPr dirty="0" sz="2400" b="0">
                <a:latin typeface="Noto Sans CJK JP Medium"/>
                <a:cs typeface="Noto Sans CJK JP Medium"/>
              </a:rPr>
              <a:t>法</a:t>
            </a:r>
            <a:endParaRPr sz="2400">
              <a:latin typeface="Noto Sans CJK JP Medium"/>
              <a:cs typeface="Noto Sans CJK JP Medium"/>
            </a:endParaRPr>
          </a:p>
          <a:p>
            <a:pPr lvl="1" marL="755650" indent="-285750">
              <a:lnSpc>
                <a:spcPct val="100000"/>
              </a:lnSpc>
              <a:spcBef>
                <a:spcPts val="1030"/>
              </a:spcBef>
              <a:buClr>
                <a:srgbClr val="0000FF"/>
              </a:buClr>
              <a:buSzPct val="80000"/>
              <a:buFont typeface="Wingdings"/>
              <a:buChar char=""/>
              <a:tabLst>
                <a:tab pos="755650" algn="l"/>
              </a:tabLst>
            </a:pPr>
            <a:r>
              <a:rPr dirty="0" sz="2000">
                <a:latin typeface="UKIJ CJK"/>
                <a:cs typeface="UKIJ CJK"/>
              </a:rPr>
              <a:t>有限状态机</a:t>
            </a:r>
            <a:r>
              <a:rPr dirty="0" sz="2000" spc="-5">
                <a:latin typeface="Times New Roman"/>
                <a:cs typeface="Times New Roman"/>
              </a:rPr>
              <a:t>FSM</a:t>
            </a:r>
            <a:r>
              <a:rPr dirty="0" sz="2000" spc="-5">
                <a:latin typeface="UKIJ CJK"/>
                <a:cs typeface="UKIJ CJK"/>
              </a:rPr>
              <a:t>（</a:t>
            </a:r>
            <a:r>
              <a:rPr dirty="0" sz="2000" spc="-5">
                <a:latin typeface="Times New Roman"/>
                <a:cs typeface="Times New Roman"/>
              </a:rPr>
              <a:t>Finite State</a:t>
            </a:r>
            <a:r>
              <a:rPr dirty="0" sz="2000">
                <a:latin typeface="Times New Roman"/>
                <a:cs typeface="Times New Roman"/>
              </a:rPr>
              <a:t> Machine</a:t>
            </a:r>
            <a:r>
              <a:rPr dirty="0" sz="2000">
                <a:latin typeface="UKIJ CJK"/>
                <a:cs typeface="UKIJ CJK"/>
              </a:rPr>
              <a:t>）</a:t>
            </a:r>
            <a:endParaRPr sz="2000">
              <a:latin typeface="UKIJ CJK"/>
              <a:cs typeface="UKIJ CJK"/>
            </a:endParaRPr>
          </a:p>
          <a:p>
            <a:pPr lvl="2" marL="1155700" indent="-228600">
              <a:lnSpc>
                <a:spcPct val="100000"/>
              </a:lnSpc>
              <a:spcBef>
                <a:spcPts val="960"/>
              </a:spcBef>
              <a:buClr>
                <a:srgbClr val="0000FF"/>
              </a:buClr>
              <a:buSzPct val="75000"/>
              <a:buFont typeface="Wingdings"/>
              <a:buChar char=""/>
              <a:tabLst>
                <a:tab pos="1155700" algn="l"/>
              </a:tabLst>
            </a:pPr>
            <a:r>
              <a:rPr dirty="0" sz="2000">
                <a:latin typeface="UKIJ CJK"/>
                <a:cs typeface="UKIJ CJK"/>
              </a:rPr>
              <a:t>扩展</a:t>
            </a:r>
            <a:r>
              <a:rPr dirty="0" sz="2000" spc="-5">
                <a:latin typeface="UKIJ CJK"/>
                <a:cs typeface="UKIJ CJK"/>
              </a:rPr>
              <a:t>：</a:t>
            </a:r>
            <a:r>
              <a:rPr dirty="0" sz="2000" spc="-5">
                <a:latin typeface="Times New Roman"/>
                <a:cs typeface="Times New Roman"/>
              </a:rPr>
              <a:t>EFSM</a:t>
            </a:r>
            <a:endParaRPr sz="2000">
              <a:latin typeface="Times New Roman"/>
              <a:cs typeface="Times New Roman"/>
            </a:endParaRPr>
          </a:p>
          <a:p>
            <a:pPr lvl="1" marL="755650" indent="-285750">
              <a:lnSpc>
                <a:spcPct val="100000"/>
              </a:lnSpc>
              <a:spcBef>
                <a:spcPts val="1080"/>
              </a:spcBef>
              <a:buClr>
                <a:srgbClr val="0000FF"/>
              </a:buClr>
              <a:buSzPct val="80000"/>
              <a:buFont typeface="Wingdings"/>
              <a:buChar char=""/>
              <a:tabLst>
                <a:tab pos="755650" algn="l"/>
              </a:tabLst>
            </a:pPr>
            <a:r>
              <a:rPr dirty="0" sz="2000">
                <a:latin typeface="UKIJ CJK"/>
                <a:cs typeface="UKIJ CJK"/>
              </a:rPr>
              <a:t>形式化语言模</a:t>
            </a:r>
            <a:r>
              <a:rPr dirty="0" sz="2000" spc="5">
                <a:latin typeface="UKIJ CJK"/>
                <a:cs typeface="UKIJ CJK"/>
              </a:rPr>
              <a:t>型</a:t>
            </a:r>
            <a:endParaRPr sz="2000">
              <a:latin typeface="UKIJ CJK"/>
              <a:cs typeface="UKIJ CJK"/>
            </a:endParaRPr>
          </a:p>
          <a:p>
            <a:pPr lvl="2" marL="1155700" indent="-228600">
              <a:lnSpc>
                <a:spcPct val="100000"/>
              </a:lnSpc>
              <a:spcBef>
                <a:spcPts val="960"/>
              </a:spcBef>
              <a:buClr>
                <a:srgbClr val="0000FF"/>
              </a:buClr>
              <a:buSzPct val="75000"/>
              <a:buFont typeface="Wingdings"/>
              <a:buChar char=""/>
              <a:tabLst>
                <a:tab pos="1155700" algn="l"/>
              </a:tabLst>
            </a:pPr>
            <a:r>
              <a:rPr dirty="0" sz="2000" spc="-5">
                <a:latin typeface="Times New Roman"/>
                <a:cs typeface="Times New Roman"/>
              </a:rPr>
              <a:t>LOTOS</a:t>
            </a:r>
            <a:r>
              <a:rPr dirty="0" sz="2000" spc="-5">
                <a:latin typeface="UKIJ CJK"/>
                <a:cs typeface="UKIJ CJK"/>
              </a:rPr>
              <a:t>，</a:t>
            </a:r>
            <a:r>
              <a:rPr dirty="0" sz="2000" spc="-5">
                <a:latin typeface="Times New Roman"/>
                <a:cs typeface="Times New Roman"/>
              </a:rPr>
              <a:t>Estelle</a:t>
            </a:r>
            <a:r>
              <a:rPr dirty="0" sz="2000" spc="-5">
                <a:latin typeface="UKIJ CJK"/>
                <a:cs typeface="UKIJ CJK"/>
              </a:rPr>
              <a:t>，</a:t>
            </a:r>
            <a:r>
              <a:rPr dirty="0" sz="2000" spc="-5">
                <a:latin typeface="Times New Roman"/>
                <a:cs typeface="Times New Roman"/>
              </a:rPr>
              <a:t>SDL</a:t>
            </a:r>
            <a:endParaRPr sz="2000">
              <a:latin typeface="Times New Roman"/>
              <a:cs typeface="Times New Roman"/>
            </a:endParaRPr>
          </a:p>
          <a:p>
            <a:pPr lvl="2" marL="1155700" indent="-228600">
              <a:lnSpc>
                <a:spcPct val="100000"/>
              </a:lnSpc>
              <a:spcBef>
                <a:spcPts val="960"/>
              </a:spcBef>
              <a:buClr>
                <a:srgbClr val="0000FF"/>
              </a:buClr>
              <a:buSzPct val="75000"/>
              <a:buFont typeface="Wingdings"/>
              <a:buChar char=""/>
              <a:tabLst>
                <a:tab pos="1155700" algn="l"/>
              </a:tabLst>
            </a:pPr>
            <a:r>
              <a:rPr dirty="0" sz="2000">
                <a:latin typeface="UKIJ CJK"/>
                <a:cs typeface="UKIJ CJK"/>
              </a:rPr>
              <a:t>都有相应扩</a:t>
            </a:r>
            <a:r>
              <a:rPr dirty="0" sz="2000" spc="5">
                <a:latin typeface="UKIJ CJK"/>
                <a:cs typeface="UKIJ CJK"/>
              </a:rPr>
              <a:t>展</a:t>
            </a:r>
            <a:endParaRPr sz="2000">
              <a:latin typeface="UKIJ CJK"/>
              <a:cs typeface="UKIJ CJK"/>
            </a:endParaRPr>
          </a:p>
          <a:p>
            <a:pPr lvl="1" marL="755650" indent="-285750">
              <a:lnSpc>
                <a:spcPct val="100000"/>
              </a:lnSpc>
              <a:spcBef>
                <a:spcPts val="1080"/>
              </a:spcBef>
              <a:buClr>
                <a:srgbClr val="0000FF"/>
              </a:buClr>
              <a:buSzPct val="80000"/>
              <a:buFont typeface="Wingdings"/>
              <a:buChar char=""/>
              <a:tabLst>
                <a:tab pos="755650" algn="l"/>
              </a:tabLst>
            </a:pPr>
            <a:r>
              <a:rPr dirty="0" sz="2000" spc="-5">
                <a:latin typeface="Times New Roman"/>
                <a:cs typeface="Times New Roman"/>
              </a:rPr>
              <a:t>Petri</a:t>
            </a:r>
            <a:r>
              <a:rPr dirty="0" sz="2000" spc="5">
                <a:latin typeface="UKIJ CJK"/>
                <a:cs typeface="UKIJ CJK"/>
              </a:rPr>
              <a:t>网</a:t>
            </a:r>
            <a:endParaRPr sz="2000">
              <a:latin typeface="UKIJ CJK"/>
              <a:cs typeface="UKIJ CJK"/>
            </a:endParaRPr>
          </a:p>
          <a:p>
            <a:pPr lvl="2" marL="1155700" indent="-228600">
              <a:lnSpc>
                <a:spcPct val="100000"/>
              </a:lnSpc>
              <a:spcBef>
                <a:spcPts val="960"/>
              </a:spcBef>
              <a:buClr>
                <a:srgbClr val="0000FF"/>
              </a:buClr>
              <a:buSzPct val="75000"/>
              <a:buFont typeface="Wingdings"/>
              <a:buChar char=""/>
              <a:tabLst>
                <a:tab pos="1155700" algn="l"/>
              </a:tabLst>
            </a:pPr>
            <a:r>
              <a:rPr dirty="0" sz="2000">
                <a:latin typeface="UKIJ CJK"/>
                <a:cs typeface="UKIJ CJK"/>
              </a:rPr>
              <a:t>扩展：时间</a:t>
            </a:r>
            <a:r>
              <a:rPr dirty="0" sz="2000" spc="-5">
                <a:latin typeface="Times New Roman"/>
                <a:cs typeface="Times New Roman"/>
              </a:rPr>
              <a:t>Petri</a:t>
            </a:r>
            <a:r>
              <a:rPr dirty="0" sz="2000">
                <a:latin typeface="UKIJ CJK"/>
                <a:cs typeface="UKIJ CJK"/>
              </a:rPr>
              <a:t>网，随机</a:t>
            </a:r>
            <a:r>
              <a:rPr dirty="0" sz="2000" spc="-5">
                <a:latin typeface="Times New Roman"/>
                <a:cs typeface="Times New Roman"/>
              </a:rPr>
              <a:t>Petri</a:t>
            </a:r>
            <a:r>
              <a:rPr dirty="0" sz="2000">
                <a:latin typeface="UKIJ CJK"/>
                <a:cs typeface="UKIJ CJK"/>
              </a:rPr>
              <a:t>网，高级</a:t>
            </a:r>
            <a:r>
              <a:rPr dirty="0" sz="2000" spc="-5">
                <a:latin typeface="Times New Roman"/>
                <a:cs typeface="Times New Roman"/>
              </a:rPr>
              <a:t>Petri</a:t>
            </a:r>
            <a:r>
              <a:rPr dirty="0" sz="2000" spc="5">
                <a:latin typeface="UKIJ CJK"/>
                <a:cs typeface="UKIJ CJK"/>
              </a:rPr>
              <a:t>网</a:t>
            </a:r>
            <a:endParaRPr sz="2000">
              <a:latin typeface="UKIJ CJK"/>
              <a:cs typeface="UKIJ CJK"/>
            </a:endParaRPr>
          </a:p>
          <a:p>
            <a:pPr lvl="1" marL="755650" indent="-285750">
              <a:lnSpc>
                <a:spcPct val="100000"/>
              </a:lnSpc>
              <a:spcBef>
                <a:spcPts val="1080"/>
              </a:spcBef>
              <a:buClr>
                <a:srgbClr val="0000FF"/>
              </a:buClr>
              <a:buSzPct val="80000"/>
              <a:buFont typeface="Wingdings"/>
              <a:buChar char=""/>
              <a:tabLst>
                <a:tab pos="755650" algn="l"/>
              </a:tabLst>
            </a:pPr>
            <a:r>
              <a:rPr dirty="0" sz="2000">
                <a:latin typeface="UKIJ CJK"/>
                <a:cs typeface="UKIJ CJK"/>
              </a:rPr>
              <a:t>过程代数</a:t>
            </a:r>
            <a:r>
              <a:rPr dirty="0" sz="2000" spc="-5">
                <a:latin typeface="UKIJ CJK"/>
                <a:cs typeface="UKIJ CJK"/>
              </a:rPr>
              <a:t>（</a:t>
            </a:r>
            <a:r>
              <a:rPr dirty="0" sz="2000" spc="-5">
                <a:latin typeface="Times New Roman"/>
                <a:cs typeface="Times New Roman"/>
              </a:rPr>
              <a:t>Process</a:t>
            </a:r>
            <a:r>
              <a:rPr dirty="0" sz="2000" spc="-125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Algebra</a:t>
            </a:r>
            <a:r>
              <a:rPr dirty="0" sz="2000" spc="-5">
                <a:latin typeface="UKIJ CJK"/>
                <a:cs typeface="UKIJ CJK"/>
              </a:rPr>
              <a:t>）</a:t>
            </a:r>
            <a:endParaRPr sz="2000">
              <a:latin typeface="UKIJ CJK"/>
              <a:cs typeface="UKIJ CJK"/>
            </a:endParaRPr>
          </a:p>
          <a:p>
            <a:pPr lvl="2" marL="1155700" indent="-228600">
              <a:lnSpc>
                <a:spcPct val="100000"/>
              </a:lnSpc>
              <a:spcBef>
                <a:spcPts val="960"/>
              </a:spcBef>
              <a:buClr>
                <a:srgbClr val="0000FF"/>
              </a:buClr>
              <a:buSzPct val="75000"/>
              <a:buFont typeface="Wingdings"/>
              <a:buChar char=""/>
              <a:tabLst>
                <a:tab pos="1155700" algn="l"/>
              </a:tabLst>
            </a:pPr>
            <a:r>
              <a:rPr dirty="0" sz="2000">
                <a:latin typeface="UKIJ CJK"/>
                <a:cs typeface="UKIJ CJK"/>
              </a:rPr>
              <a:t>扩展：随机过程代</a:t>
            </a:r>
            <a:r>
              <a:rPr dirty="0" sz="2000" spc="5">
                <a:latin typeface="UKIJ CJK"/>
                <a:cs typeface="UKIJ CJK"/>
              </a:rPr>
              <a:t>数</a:t>
            </a:r>
            <a:endParaRPr sz="2000">
              <a:latin typeface="UKIJ CJK"/>
              <a:cs typeface="UKIJ CJK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2907" y="308069"/>
            <a:ext cx="7645400" cy="1591945"/>
          </a:xfrm>
          <a:prstGeom prst="rect"/>
        </p:spPr>
        <p:txBody>
          <a:bodyPr wrap="square" lIns="0" tIns="72390" rIns="0" bIns="0" rtlCol="0" vert="horz">
            <a:spAutoFit/>
          </a:bodyPr>
          <a:lstStyle/>
          <a:p>
            <a:pPr marL="12700" marR="5080">
              <a:lnSpc>
                <a:spcPct val="128099"/>
              </a:lnSpc>
              <a:spcBef>
                <a:spcPts val="570"/>
              </a:spcBef>
              <a:tabLst>
                <a:tab pos="901065" algn="l"/>
              </a:tabLst>
            </a:pPr>
            <a:r>
              <a:rPr dirty="0" sz="2800" spc="-5" b="1">
                <a:latin typeface="Times New Roman"/>
                <a:cs typeface="Times New Roman"/>
              </a:rPr>
              <a:t>1.3.2	</a:t>
            </a:r>
            <a:r>
              <a:rPr dirty="0" sz="2800" spc="5" b="0">
                <a:latin typeface="Noto Sans CJK JP Medium"/>
                <a:cs typeface="Noto Sans CJK JP Medium"/>
              </a:rPr>
              <a:t>有限状态机模型</a:t>
            </a:r>
            <a:r>
              <a:rPr dirty="0" sz="2800" spc="-5" b="0">
                <a:latin typeface="Noto Sans CJK JP Medium"/>
                <a:cs typeface="Noto Sans CJK JP Medium"/>
              </a:rPr>
              <a:t>（</a:t>
            </a:r>
            <a:r>
              <a:rPr dirty="0" sz="2800" spc="-5" b="1">
                <a:latin typeface="Times New Roman"/>
                <a:cs typeface="Times New Roman"/>
              </a:rPr>
              <a:t>Finite</a:t>
            </a:r>
            <a:r>
              <a:rPr dirty="0" sz="2800" spc="-1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State</a:t>
            </a:r>
            <a:r>
              <a:rPr dirty="0" sz="2800" spc="-1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Machine</a:t>
            </a:r>
            <a:r>
              <a:rPr dirty="0" sz="2800" spc="-5" b="0">
                <a:latin typeface="Noto Sans CJK JP Medium"/>
                <a:cs typeface="Noto Sans CJK JP Medium"/>
              </a:rPr>
              <a:t>）  </a:t>
            </a:r>
            <a:r>
              <a:rPr dirty="0"/>
              <a:t>有限状态机是许多协议模型的一个关键概念。其协议机（ 发送方或接收方）在每一个时刻总是处在一个特定的状态</a:t>
            </a:r>
            <a:endParaRPr sz="2800">
              <a:latin typeface="Noto Sans CJK JP Medium"/>
              <a:cs typeface="Noto Sans CJK JP Medium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2907" y="1798027"/>
            <a:ext cx="7645400" cy="2371725"/>
          </a:xfrm>
          <a:prstGeom prst="rect">
            <a:avLst/>
          </a:prstGeom>
        </p:spPr>
        <p:txBody>
          <a:bodyPr wrap="square" lIns="0" tIns="1619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dirty="0" sz="2400">
                <a:latin typeface="UKIJ CJK"/>
                <a:cs typeface="UKIJ CJK"/>
              </a:rPr>
              <a:t>，其状态是由所有</a:t>
            </a:r>
            <a:r>
              <a:rPr dirty="0" sz="2400">
                <a:solidFill>
                  <a:srgbClr val="C00000"/>
                </a:solidFill>
                <a:latin typeface="UKIJ CJK"/>
                <a:cs typeface="UKIJ CJK"/>
              </a:rPr>
              <a:t>变量值</a:t>
            </a:r>
            <a:r>
              <a:rPr dirty="0" sz="2400">
                <a:latin typeface="UKIJ CJK"/>
                <a:cs typeface="UKIJ CJK"/>
              </a:rPr>
              <a:t>组成的，包括程序计数器在内。</a:t>
            </a:r>
            <a:endParaRPr sz="2400">
              <a:latin typeface="UKIJ CJK"/>
              <a:cs typeface="UKIJ CJK"/>
            </a:endParaRPr>
          </a:p>
          <a:p>
            <a:pPr algn="just" marL="12700" marR="5080">
              <a:lnSpc>
                <a:spcPct val="120000"/>
              </a:lnSpc>
              <a:spcBef>
                <a:spcPts val="600"/>
              </a:spcBef>
            </a:pPr>
            <a:r>
              <a:rPr dirty="0" sz="2400">
                <a:latin typeface="UKIJ CJK"/>
                <a:cs typeface="UKIJ CJK"/>
              </a:rPr>
              <a:t>定义：系统被描述成有限的状态，在一定的前提条件下会 发生一系列的输入事件，这些事件使得系统采取相应的动 作，并从一个状态转换成另一个状态，我们称为</a:t>
            </a:r>
            <a:r>
              <a:rPr dirty="0" sz="2400">
                <a:solidFill>
                  <a:srgbClr val="C00000"/>
                </a:solidFill>
                <a:latin typeface="UKIJ CJK"/>
                <a:cs typeface="UKIJ CJK"/>
              </a:rPr>
              <a:t>状态的变 迁或转换</a:t>
            </a:r>
            <a:r>
              <a:rPr dirty="0" sz="2400" spc="85">
                <a:solidFill>
                  <a:srgbClr val="C00000"/>
                </a:solidFill>
                <a:latin typeface="UKIJ CJK"/>
                <a:cs typeface="UKIJ CJK"/>
              </a:rPr>
              <a:t>（transition）</a:t>
            </a:r>
            <a:r>
              <a:rPr dirty="0" sz="2400" spc="135">
                <a:solidFill>
                  <a:srgbClr val="C00000"/>
                </a:solidFill>
                <a:latin typeface="UKIJ CJK"/>
                <a:cs typeface="UKIJ CJK"/>
              </a:rPr>
              <a:t> </a:t>
            </a:r>
            <a:r>
              <a:rPr dirty="0" sz="2400">
                <a:latin typeface="UKIJ CJK"/>
                <a:cs typeface="UKIJ CJK"/>
              </a:rPr>
              <a:t>。</a:t>
            </a:r>
            <a:endParaRPr sz="2400">
              <a:latin typeface="UKIJ CJK"/>
              <a:cs typeface="UKIJ CJK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49334" y="6423025"/>
            <a:ext cx="20383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">
                <a:latin typeface="Times New Roman"/>
                <a:cs typeface="Times New Roman"/>
              </a:rPr>
              <a:t>6</a:t>
            </a:r>
            <a:r>
              <a:rPr dirty="0" sz="1400">
                <a:latin typeface="Times New Roman"/>
                <a:cs typeface="Times New Roman"/>
              </a:rPr>
              <a:t>3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6928" y="391693"/>
            <a:ext cx="7975600" cy="134175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5400" marR="17780">
              <a:lnSpc>
                <a:spcPct val="120000"/>
              </a:lnSpc>
              <a:spcBef>
                <a:spcPts val="95"/>
              </a:spcBef>
            </a:pPr>
            <a:r>
              <a:rPr dirty="0"/>
              <a:t>各状态总是选择在协议机等待下一个事件发生的时刻。协议 机的状态由其</a:t>
            </a:r>
            <a:r>
              <a:rPr dirty="0">
                <a:solidFill>
                  <a:srgbClr val="C00000"/>
                </a:solidFill>
              </a:rPr>
              <a:t>变量的状态决定</a:t>
            </a:r>
            <a:r>
              <a:rPr dirty="0"/>
              <a:t>，状态数则有</a:t>
            </a:r>
            <a:r>
              <a:rPr dirty="0">
                <a:latin typeface="Times New Roman"/>
                <a:cs typeface="Times New Roman"/>
              </a:rPr>
              <a:t>2</a:t>
            </a:r>
            <a:r>
              <a:rPr dirty="0" baseline="21505" sz="2325">
                <a:latin typeface="Times New Roman"/>
                <a:cs typeface="Times New Roman"/>
              </a:rPr>
              <a:t>n</a:t>
            </a:r>
            <a:r>
              <a:rPr dirty="0" sz="2400"/>
              <a:t>个，这里的</a:t>
            </a:r>
            <a:r>
              <a:rPr dirty="0" sz="2400">
                <a:latin typeface="Times New Roman"/>
                <a:cs typeface="Times New Roman"/>
              </a:rPr>
              <a:t>n  </a:t>
            </a:r>
            <a:r>
              <a:rPr dirty="0" sz="2400"/>
              <a:t>是表示所有状态变量所需位数。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9628" y="1784248"/>
            <a:ext cx="7950200" cy="36118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95"/>
              </a:spcBef>
            </a:pPr>
            <a:r>
              <a:rPr dirty="0" sz="2400">
                <a:latin typeface="UKIJ CJK"/>
                <a:cs typeface="UKIJ CJK"/>
              </a:rPr>
              <a:t>从每个状态，有</a:t>
            </a:r>
            <a:r>
              <a:rPr dirty="0" sz="2400">
                <a:latin typeface="Times New Roman"/>
                <a:cs typeface="Times New Roman"/>
              </a:rPr>
              <a:t>0</a:t>
            </a:r>
            <a:r>
              <a:rPr dirty="0" sz="2400">
                <a:latin typeface="UKIJ CJK"/>
                <a:cs typeface="UKIJ CJK"/>
              </a:rPr>
              <a:t>或多个可能的</a:t>
            </a:r>
            <a:r>
              <a:rPr dirty="0" sz="2400" spc="5" b="0">
                <a:solidFill>
                  <a:srgbClr val="C00000"/>
                </a:solidFill>
                <a:latin typeface="Noto Sans CJK JP Medium"/>
                <a:cs typeface="Noto Sans CJK JP Medium"/>
              </a:rPr>
              <a:t>转换</a:t>
            </a:r>
            <a:r>
              <a:rPr dirty="0" sz="2400">
                <a:latin typeface="UKIJ CJK"/>
                <a:cs typeface="UKIJ CJK"/>
              </a:rPr>
              <a:t>到其他状态。当某些事 件发生了，就会发生转换，对于一个</a:t>
            </a:r>
            <a:r>
              <a:rPr dirty="0" sz="2400">
                <a:solidFill>
                  <a:srgbClr val="C00000"/>
                </a:solidFill>
                <a:latin typeface="UKIJ CJK"/>
                <a:cs typeface="UKIJ CJK"/>
              </a:rPr>
              <a:t>协议机而言</a:t>
            </a:r>
            <a:r>
              <a:rPr dirty="0" sz="2400">
                <a:latin typeface="UKIJ CJK"/>
                <a:cs typeface="UKIJ CJK"/>
              </a:rPr>
              <a:t>，当发送一 帧，接收一帧，计时器超时，产生一个中断等，都可以引起 转换。对于</a:t>
            </a:r>
            <a:r>
              <a:rPr dirty="0" sz="2400">
                <a:solidFill>
                  <a:srgbClr val="C00000"/>
                </a:solidFill>
                <a:latin typeface="UKIJ CJK"/>
                <a:cs typeface="UKIJ CJK"/>
              </a:rPr>
              <a:t>信道而言</a:t>
            </a:r>
            <a:r>
              <a:rPr dirty="0" sz="2400">
                <a:latin typeface="UKIJ CJK"/>
                <a:cs typeface="UKIJ CJK"/>
              </a:rPr>
              <a:t>，典型的事件是协议机将一个新帧插入 信道，传输一帧到协议机，或由于突发噪声而丢失帧。</a:t>
            </a:r>
            <a:endParaRPr sz="2400">
              <a:latin typeface="UKIJ CJK"/>
              <a:cs typeface="UKIJ CJK"/>
            </a:endParaRPr>
          </a:p>
          <a:p>
            <a:pPr algn="just" marL="12700" marR="5080">
              <a:lnSpc>
                <a:spcPct val="120000"/>
              </a:lnSpc>
              <a:spcBef>
                <a:spcPts val="600"/>
              </a:spcBef>
            </a:pPr>
            <a:r>
              <a:rPr dirty="0" sz="2400">
                <a:latin typeface="UKIJ CJK"/>
                <a:cs typeface="UKIJ CJK"/>
              </a:rPr>
              <a:t>从初始状态通过一系列转换，可以到达某些状态，或许是全 部状态。利用图论中可传递封闭包就可以确定哪些状态是可 达的，哪些是不可达的。这项技术称做</a:t>
            </a:r>
            <a:r>
              <a:rPr dirty="0" sz="2400" spc="5" b="0">
                <a:solidFill>
                  <a:srgbClr val="C00000"/>
                </a:solidFill>
                <a:latin typeface="Noto Sans CJK JP Medium"/>
                <a:cs typeface="Noto Sans CJK JP Medium"/>
              </a:rPr>
              <a:t>可行性分析</a:t>
            </a:r>
            <a:r>
              <a:rPr dirty="0" sz="2400" b="0">
                <a:latin typeface="Noto Sans CJK JP Medium"/>
                <a:cs typeface="Noto Sans CJK JP Medium"/>
              </a:rPr>
              <a:t>。</a:t>
            </a:r>
            <a:endParaRPr sz="2400">
              <a:latin typeface="Noto Sans CJK JP Medium"/>
              <a:cs typeface="Noto Sans CJK JP Medium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5274" y="604583"/>
            <a:ext cx="7950200" cy="529082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2400">
                <a:latin typeface="UKIJ CJK"/>
                <a:cs typeface="UKIJ CJK"/>
              </a:rPr>
              <a:t>有限状态机可以把协议形式化为一个四元组模型</a:t>
            </a:r>
            <a:r>
              <a:rPr dirty="0" sz="2400">
                <a:latin typeface="Times New Roman"/>
                <a:cs typeface="Times New Roman"/>
              </a:rPr>
              <a:t>(S,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M,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I,</a:t>
            </a:r>
            <a:r>
              <a:rPr dirty="0" sz="2400" spc="-6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T)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2400">
                <a:latin typeface="UKIJ CJK"/>
                <a:cs typeface="UKIJ CJK"/>
              </a:rPr>
              <a:t>，其中：</a:t>
            </a:r>
            <a:endParaRPr sz="2400">
              <a:latin typeface="UKIJ CJK"/>
              <a:cs typeface="UKIJ CJK"/>
            </a:endParaRPr>
          </a:p>
          <a:p>
            <a:pPr marL="698500" marR="2198370">
              <a:lnSpc>
                <a:spcPts val="3460"/>
              </a:lnSpc>
              <a:spcBef>
                <a:spcPts val="204"/>
              </a:spcBef>
            </a:pPr>
            <a:r>
              <a:rPr dirty="0" sz="2400">
                <a:latin typeface="Times New Roman"/>
                <a:cs typeface="Times New Roman"/>
              </a:rPr>
              <a:t>S</a:t>
            </a:r>
            <a:r>
              <a:rPr dirty="0" sz="2400">
                <a:latin typeface="UKIJ CJK"/>
                <a:cs typeface="UKIJ CJK"/>
              </a:rPr>
              <a:t>是进程和信道可能进入的状态集合，  </a:t>
            </a:r>
            <a:r>
              <a:rPr dirty="0" sz="2400">
                <a:latin typeface="Times New Roman"/>
                <a:cs typeface="Times New Roman"/>
              </a:rPr>
              <a:t>M</a:t>
            </a:r>
            <a:r>
              <a:rPr dirty="0" sz="2400">
                <a:latin typeface="UKIJ CJK"/>
                <a:cs typeface="UKIJ CJK"/>
              </a:rPr>
              <a:t>是在信道上进行交换的帧的集合，</a:t>
            </a:r>
            <a:endParaRPr sz="2400">
              <a:latin typeface="UKIJ CJK"/>
              <a:cs typeface="UKIJ CJK"/>
            </a:endParaRPr>
          </a:p>
          <a:p>
            <a:pPr marL="698500">
              <a:lnSpc>
                <a:spcPct val="100000"/>
              </a:lnSpc>
              <a:spcBef>
                <a:spcPts val="359"/>
              </a:spcBef>
            </a:pPr>
            <a:r>
              <a:rPr dirty="0" sz="2400">
                <a:latin typeface="Times New Roman"/>
                <a:cs typeface="Times New Roman"/>
              </a:rPr>
              <a:t>I</a:t>
            </a:r>
            <a:r>
              <a:rPr dirty="0" sz="2400">
                <a:latin typeface="UKIJ CJK"/>
                <a:cs typeface="UKIJ CJK"/>
              </a:rPr>
              <a:t>是进程初始状态的集合，</a:t>
            </a:r>
            <a:endParaRPr sz="2400">
              <a:latin typeface="UKIJ CJK"/>
              <a:cs typeface="UKIJ CJK"/>
            </a:endParaRPr>
          </a:p>
          <a:p>
            <a:pPr marL="698500">
              <a:lnSpc>
                <a:spcPct val="100000"/>
              </a:lnSpc>
              <a:spcBef>
                <a:spcPts val="575"/>
              </a:spcBef>
            </a:pPr>
            <a:r>
              <a:rPr dirty="0" sz="2400" spc="-5">
                <a:latin typeface="Times New Roman"/>
                <a:cs typeface="Times New Roman"/>
              </a:rPr>
              <a:t>T</a:t>
            </a:r>
            <a:r>
              <a:rPr dirty="0" sz="2400">
                <a:latin typeface="UKIJ CJK"/>
                <a:cs typeface="UKIJ CJK"/>
              </a:rPr>
              <a:t>是两两状态之间转换的集合。</a:t>
            </a:r>
            <a:endParaRPr sz="2400">
              <a:latin typeface="UKIJ CJK"/>
              <a:cs typeface="UKIJ CJK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50">
              <a:latin typeface="UKIJ CJK"/>
              <a:cs typeface="UKIJ CJK"/>
            </a:endParaRPr>
          </a:p>
          <a:p>
            <a:pPr algn="just" marL="12700" marR="5080">
              <a:lnSpc>
                <a:spcPct val="120000"/>
              </a:lnSpc>
            </a:pPr>
            <a:r>
              <a:rPr dirty="0" sz="2400">
                <a:latin typeface="UKIJ CJK"/>
                <a:cs typeface="UKIJ CJK"/>
              </a:rPr>
              <a:t>起初，所有的进程都处于初始状态。然后事件开始发生，诸 如有帧可供传输，或计时器到点。每个事件可能引起一个进 程或信道采取行动，从而转换成新的状态，通过仔细计算每 个状态的每个可能的后继，就能建造出可达性图，并且分析 这个协议。</a:t>
            </a:r>
            <a:endParaRPr sz="2400">
              <a:latin typeface="UKIJ CJK"/>
              <a:cs typeface="UKIJ CJK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65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532625" y="754888"/>
            <a:ext cx="7778750" cy="404812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006FC0"/>
              </a:buClr>
              <a:buSzPct val="85416"/>
              <a:buFont typeface="Wingdings"/>
              <a:buChar char=""/>
              <a:tabLst>
                <a:tab pos="355600" algn="l"/>
              </a:tabLst>
            </a:pPr>
            <a:r>
              <a:rPr dirty="0" sz="2400" spc="5" b="0">
                <a:latin typeface="Noto Sans CJK JP Medium"/>
                <a:cs typeface="Noto Sans CJK JP Medium"/>
              </a:rPr>
              <a:t>通信协议建</a:t>
            </a:r>
            <a:r>
              <a:rPr dirty="0" sz="2400" b="0">
                <a:latin typeface="Noto Sans CJK JP Medium"/>
                <a:cs typeface="Noto Sans CJK JP Medium"/>
              </a:rPr>
              <a:t>模</a:t>
            </a:r>
            <a:endParaRPr sz="2400">
              <a:latin typeface="Noto Sans CJK JP Medium"/>
              <a:cs typeface="Noto Sans CJK JP Medium"/>
            </a:endParaRPr>
          </a:p>
          <a:p>
            <a:pPr lvl="1" marL="755015" marR="5080" indent="-285750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75000"/>
              <a:buFont typeface="Wingdings"/>
              <a:buChar char=""/>
              <a:tabLst>
                <a:tab pos="755650" algn="l"/>
              </a:tabLst>
            </a:pPr>
            <a:r>
              <a:rPr dirty="0" sz="2400">
                <a:latin typeface="UKIJ CJK"/>
                <a:cs typeface="UKIJ CJK"/>
              </a:rPr>
              <a:t>基本出发点：认为通信协议主要是由响应多个</a:t>
            </a:r>
            <a:r>
              <a:rPr dirty="0" sz="2400" spc="1525">
                <a:latin typeface="UKIJ CJK"/>
                <a:cs typeface="UKIJ CJK"/>
              </a:rPr>
              <a:t>“</a:t>
            </a:r>
            <a:r>
              <a:rPr dirty="0" sz="2400" spc="-615">
                <a:latin typeface="UKIJ CJK"/>
                <a:cs typeface="UKIJ CJK"/>
              </a:rPr>
              <a:t>事</a:t>
            </a:r>
            <a:r>
              <a:rPr dirty="0" sz="2400">
                <a:latin typeface="UKIJ CJK"/>
                <a:cs typeface="UKIJ CJK"/>
              </a:rPr>
              <a:t>件 </a:t>
            </a:r>
            <a:r>
              <a:rPr dirty="0" sz="2400" spc="1525">
                <a:latin typeface="UKIJ CJK"/>
                <a:cs typeface="UKIJ CJK"/>
              </a:rPr>
              <a:t>”</a:t>
            </a:r>
            <a:r>
              <a:rPr dirty="0" sz="2400">
                <a:latin typeface="UKIJ CJK"/>
                <a:cs typeface="UKIJ CJK"/>
              </a:rPr>
              <a:t>的相对简单的处理过程组成；</a:t>
            </a:r>
            <a:endParaRPr sz="2400">
              <a:latin typeface="UKIJ CJK"/>
              <a:cs typeface="UKIJ CJK"/>
            </a:endParaRPr>
          </a:p>
          <a:p>
            <a:pPr lvl="1" marL="755650" indent="-286385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75000"/>
              <a:buFont typeface="Wingdings"/>
              <a:buChar char=""/>
              <a:tabLst>
                <a:tab pos="755650" algn="l"/>
              </a:tabLst>
            </a:pPr>
            <a:r>
              <a:rPr dirty="0" sz="2400">
                <a:latin typeface="UKIJ CJK"/>
                <a:cs typeface="UKIJ CJK"/>
              </a:rPr>
              <a:t>事件</a:t>
            </a:r>
            <a:endParaRPr sz="2400">
              <a:latin typeface="UKIJ CJK"/>
              <a:cs typeface="UKIJ CJK"/>
            </a:endParaRPr>
          </a:p>
          <a:p>
            <a:pPr lvl="2" marL="1155700" indent="-228600">
              <a:lnSpc>
                <a:spcPct val="100000"/>
              </a:lnSpc>
              <a:spcBef>
                <a:spcPts val="509"/>
              </a:spcBef>
              <a:buFont typeface="Times New Roman"/>
              <a:buChar char="•"/>
              <a:tabLst>
                <a:tab pos="1155065" algn="l"/>
                <a:tab pos="1155700" algn="l"/>
              </a:tabLst>
            </a:pPr>
            <a:r>
              <a:rPr dirty="0" sz="2000">
                <a:latin typeface="UKIJ CJK"/>
                <a:cs typeface="UKIJ CJK"/>
              </a:rPr>
              <a:t>命令（来自用户</a:t>
            </a:r>
            <a:r>
              <a:rPr dirty="0" sz="2000" spc="5">
                <a:latin typeface="UKIJ CJK"/>
                <a:cs typeface="UKIJ CJK"/>
              </a:rPr>
              <a:t>）</a:t>
            </a:r>
            <a:endParaRPr sz="2000">
              <a:latin typeface="UKIJ CJK"/>
              <a:cs typeface="UKIJ CJK"/>
            </a:endParaRPr>
          </a:p>
          <a:p>
            <a:pPr lvl="2" marL="1155700" indent="-228600">
              <a:lnSpc>
                <a:spcPct val="100000"/>
              </a:lnSpc>
              <a:spcBef>
                <a:spcPts val="480"/>
              </a:spcBef>
              <a:buFont typeface="Times New Roman"/>
              <a:buChar char="•"/>
              <a:tabLst>
                <a:tab pos="1155065" algn="l"/>
                <a:tab pos="1155700" algn="l"/>
              </a:tabLst>
            </a:pPr>
            <a:r>
              <a:rPr dirty="0" sz="2000">
                <a:latin typeface="UKIJ CJK"/>
                <a:cs typeface="UKIJ CJK"/>
              </a:rPr>
              <a:t>信息到达（来自低层</a:t>
            </a:r>
            <a:r>
              <a:rPr dirty="0" sz="2000" spc="5">
                <a:latin typeface="UKIJ CJK"/>
                <a:cs typeface="UKIJ CJK"/>
              </a:rPr>
              <a:t>）</a:t>
            </a:r>
            <a:endParaRPr sz="2000">
              <a:latin typeface="UKIJ CJK"/>
              <a:cs typeface="UKIJ CJK"/>
            </a:endParaRPr>
          </a:p>
          <a:p>
            <a:pPr lvl="2" marL="1155700" indent="-228600">
              <a:lnSpc>
                <a:spcPct val="100000"/>
              </a:lnSpc>
              <a:spcBef>
                <a:spcPts val="480"/>
              </a:spcBef>
              <a:buFont typeface="Times New Roman"/>
              <a:buChar char="•"/>
              <a:tabLst>
                <a:tab pos="1155065" algn="l"/>
                <a:tab pos="1155700" algn="l"/>
              </a:tabLst>
            </a:pPr>
            <a:r>
              <a:rPr dirty="0" sz="2000">
                <a:latin typeface="UKIJ CJK"/>
                <a:cs typeface="UKIJ CJK"/>
              </a:rPr>
              <a:t>内部超</a:t>
            </a:r>
            <a:r>
              <a:rPr dirty="0" sz="2000" spc="5">
                <a:latin typeface="UKIJ CJK"/>
                <a:cs typeface="UKIJ CJK"/>
              </a:rPr>
              <a:t>时</a:t>
            </a:r>
            <a:endParaRPr sz="2000">
              <a:latin typeface="UKIJ CJK"/>
              <a:cs typeface="UKIJ CJK"/>
            </a:endParaRPr>
          </a:p>
          <a:p>
            <a:pPr lvl="1" marL="755650" indent="-286385">
              <a:lnSpc>
                <a:spcPct val="100000"/>
              </a:lnSpc>
              <a:spcBef>
                <a:spcPts val="545"/>
              </a:spcBef>
              <a:buClr>
                <a:srgbClr val="3333CC"/>
              </a:buClr>
              <a:buSzPct val="75000"/>
              <a:buFont typeface="Wingdings"/>
              <a:buChar char=""/>
              <a:tabLst>
                <a:tab pos="755650" algn="l"/>
              </a:tabLst>
            </a:pPr>
            <a:r>
              <a:rPr dirty="0" sz="2400">
                <a:latin typeface="UKIJ CJK"/>
                <a:cs typeface="UKIJ CJK"/>
              </a:rPr>
              <a:t>优点：简单明了，比较精确；</a:t>
            </a:r>
            <a:endParaRPr sz="2400">
              <a:latin typeface="UKIJ CJK"/>
              <a:cs typeface="UKIJ CJK"/>
            </a:endParaRPr>
          </a:p>
          <a:p>
            <a:pPr lvl="1" marL="755015" marR="5080" indent="-285750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75000"/>
              <a:buFont typeface="Wingdings"/>
              <a:buChar char=""/>
              <a:tabLst>
                <a:tab pos="755650" algn="l"/>
              </a:tabLst>
            </a:pPr>
            <a:r>
              <a:rPr dirty="0" sz="2400">
                <a:latin typeface="UKIJ CJK"/>
                <a:cs typeface="UKIJ CJK"/>
              </a:rPr>
              <a:t>缺点：对许多复杂的协议，事件数和状态数会剧</a:t>
            </a:r>
            <a:r>
              <a:rPr dirty="0" sz="2400" spc="-615">
                <a:latin typeface="UKIJ CJK"/>
                <a:cs typeface="UKIJ CJK"/>
              </a:rPr>
              <a:t>增</a:t>
            </a:r>
            <a:r>
              <a:rPr dirty="0" sz="2400">
                <a:latin typeface="UKIJ CJK"/>
                <a:cs typeface="UKIJ CJK"/>
              </a:rPr>
              <a:t>，  处理困难。</a:t>
            </a:r>
            <a:endParaRPr sz="2400">
              <a:latin typeface="UKIJ CJK"/>
              <a:cs typeface="UKIJ CJK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65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6943" y="422084"/>
            <a:ext cx="4475480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01065" algn="l"/>
              </a:tabLst>
            </a:pPr>
            <a:r>
              <a:rPr dirty="0" sz="2800" spc="-5" b="1">
                <a:latin typeface="Times New Roman"/>
                <a:cs typeface="Times New Roman"/>
              </a:rPr>
              <a:t>1.3.3</a:t>
            </a:r>
            <a:r>
              <a:rPr dirty="0" sz="2800" spc="-5" b="1">
                <a:latin typeface="Times New Roman"/>
                <a:cs typeface="Times New Roman"/>
              </a:rPr>
              <a:t>	</a:t>
            </a:r>
            <a:r>
              <a:rPr dirty="0" sz="2800" spc="5" b="0">
                <a:latin typeface="Noto Sans CJK JP Medium"/>
                <a:cs typeface="Noto Sans CJK JP Medium"/>
              </a:rPr>
              <a:t>停等协议的有限状态</a:t>
            </a:r>
            <a:r>
              <a:rPr dirty="0" sz="2800" spc="-5" b="0">
                <a:latin typeface="Noto Sans CJK JP Medium"/>
                <a:cs typeface="Noto Sans CJK JP Medium"/>
              </a:rPr>
              <a:t>机</a:t>
            </a:r>
            <a:endParaRPr sz="2800">
              <a:latin typeface="Noto Sans CJK JP Medium"/>
              <a:cs typeface="Noto Sans CJK JP Medium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6265" y="1051166"/>
            <a:ext cx="7992745" cy="4126865"/>
          </a:xfrm>
          <a:prstGeom prst="rect">
            <a:avLst/>
          </a:prstGeom>
        </p:spPr>
        <p:txBody>
          <a:bodyPr wrap="square" lIns="0" tIns="1619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dirty="0" sz="2400" spc="45" b="0">
                <a:latin typeface="Noto Sans CJK JP Medium"/>
                <a:cs typeface="Noto Sans CJK JP Medium"/>
              </a:rPr>
              <a:t>（1）</a:t>
            </a:r>
            <a:r>
              <a:rPr dirty="0" sz="2400" spc="5" b="0">
                <a:latin typeface="Noto Sans CJK JP Medium"/>
                <a:cs typeface="Noto Sans CJK JP Medium"/>
              </a:rPr>
              <a:t>半双工信道的停止等待协</a:t>
            </a:r>
            <a:r>
              <a:rPr dirty="0" sz="2400" b="0">
                <a:latin typeface="Noto Sans CJK JP Medium"/>
                <a:cs typeface="Noto Sans CJK JP Medium"/>
              </a:rPr>
              <a:t>议</a:t>
            </a:r>
            <a:endParaRPr sz="2400">
              <a:latin typeface="Noto Sans CJK JP Medium"/>
              <a:cs typeface="Noto Sans CJK JP Medium"/>
            </a:endParaRPr>
          </a:p>
          <a:p>
            <a:pPr marL="12700" marR="5080">
              <a:lnSpc>
                <a:spcPct val="120000"/>
              </a:lnSpc>
              <a:spcBef>
                <a:spcPts val="595"/>
              </a:spcBef>
            </a:pPr>
            <a:r>
              <a:rPr dirty="0" sz="2400">
                <a:latin typeface="UKIJ CJK"/>
                <a:cs typeface="UKIJ CJK"/>
              </a:rPr>
              <a:t>设通信双方进行半双工通信，发送方发送信息帧，接收方回 送确认帧。双方约定采用停等协议，因此发送方仅需</a:t>
            </a:r>
            <a:r>
              <a:rPr dirty="0" sz="2400" spc="165">
                <a:latin typeface="UKIJ CJK"/>
                <a:cs typeface="UKIJ CJK"/>
              </a:rPr>
              <a:t>1</a:t>
            </a:r>
            <a:r>
              <a:rPr dirty="0" sz="2400">
                <a:latin typeface="UKIJ CJK"/>
                <a:cs typeface="UKIJ CJK"/>
              </a:rPr>
              <a:t>比特 来编号，下面将</a:t>
            </a:r>
            <a:r>
              <a:rPr dirty="0" sz="2400" spc="165">
                <a:latin typeface="UKIJ CJK"/>
                <a:cs typeface="UKIJ CJK"/>
              </a:rPr>
              <a:t>0</a:t>
            </a:r>
            <a:r>
              <a:rPr dirty="0" sz="2400">
                <a:latin typeface="UKIJ CJK"/>
                <a:cs typeface="UKIJ CJK"/>
              </a:rPr>
              <a:t>号帧和</a:t>
            </a:r>
            <a:r>
              <a:rPr dirty="0" sz="2400" spc="165">
                <a:latin typeface="UKIJ CJK"/>
                <a:cs typeface="UKIJ CJK"/>
              </a:rPr>
              <a:t>1</a:t>
            </a:r>
            <a:r>
              <a:rPr dirty="0" sz="2400">
                <a:latin typeface="UKIJ CJK"/>
                <a:cs typeface="UKIJ CJK"/>
              </a:rPr>
              <a:t>号帧分别记为帧</a:t>
            </a:r>
            <a:r>
              <a:rPr dirty="0" sz="2400" spc="165">
                <a:latin typeface="UKIJ CJK"/>
                <a:cs typeface="UKIJ CJK"/>
              </a:rPr>
              <a:t>0</a:t>
            </a:r>
            <a:r>
              <a:rPr dirty="0" sz="2400">
                <a:latin typeface="UKIJ CJK"/>
                <a:cs typeface="UKIJ CJK"/>
              </a:rPr>
              <a:t>和帧</a:t>
            </a:r>
            <a:r>
              <a:rPr dirty="0" sz="2400" spc="165">
                <a:latin typeface="UKIJ CJK"/>
                <a:cs typeface="UKIJ CJK"/>
              </a:rPr>
              <a:t>1</a:t>
            </a:r>
            <a:r>
              <a:rPr dirty="0" sz="2400">
                <a:latin typeface="UKIJ CJK"/>
                <a:cs typeface="UKIJ CJK"/>
              </a:rPr>
              <a:t>。当收到 有差错的帧时，则丢弃此帧，同时不发送任何应答帧。当收 到序号不正确但无差错的帧时，要发送确认帧，同时丢弃此 帧，不发送给主机。我们还假定接收方在准备发送确认帧 </a:t>
            </a:r>
            <a:r>
              <a:rPr dirty="0" sz="2400" spc="160">
                <a:latin typeface="UKIJ CJK"/>
                <a:cs typeface="UKIJ CJK"/>
              </a:rPr>
              <a:t>A</a:t>
            </a:r>
            <a:r>
              <a:rPr dirty="0" sz="2400" spc="325">
                <a:latin typeface="UKIJ CJK"/>
                <a:cs typeface="UKIJ CJK"/>
              </a:rPr>
              <a:t>C</a:t>
            </a:r>
            <a:r>
              <a:rPr dirty="0" sz="2400" spc="340">
                <a:latin typeface="UKIJ CJK"/>
                <a:cs typeface="UKIJ CJK"/>
              </a:rPr>
              <a:t>K</a:t>
            </a:r>
            <a:r>
              <a:rPr dirty="0" sz="2400">
                <a:latin typeface="UKIJ CJK"/>
                <a:cs typeface="UKIJ CJK"/>
              </a:rPr>
              <a:t>时，暂不接收外面发来的帧。这样就得到甲乙双方各自 的有限状态机。</a:t>
            </a:r>
            <a:endParaRPr sz="2400">
              <a:latin typeface="UKIJ CJK"/>
              <a:cs typeface="UKIJ CJK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49334" y="6423025"/>
            <a:ext cx="20383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">
                <a:latin typeface="Times New Roman"/>
                <a:cs typeface="Times New Roman"/>
              </a:rPr>
              <a:t>6</a:t>
            </a:r>
            <a:r>
              <a:rPr dirty="0" sz="1400">
                <a:latin typeface="Times New Roman"/>
                <a:cs typeface="Times New Roman"/>
              </a:rPr>
              <a:t>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75258" y="332231"/>
            <a:ext cx="7023277" cy="33969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51014" y="3738562"/>
            <a:ext cx="8255000" cy="2585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UKIJ CJK"/>
                <a:cs typeface="UKIJ CJK"/>
              </a:rPr>
              <a:t>图中椭圆表示状态符号，其右方数字为状态标号，椭圆内的字 表示状态的意义。带箭头的直线或弧线表示状态的变迁，而直 线或弧线旁边的字代表协议机的输入事件，例如，甲方协议机 中的</a:t>
            </a:r>
            <a:r>
              <a:rPr dirty="0" sz="2400" spc="1525">
                <a:latin typeface="UKIJ CJK"/>
                <a:cs typeface="UKIJ CJK"/>
              </a:rPr>
              <a:t>“</a:t>
            </a:r>
            <a:r>
              <a:rPr dirty="0" sz="2400">
                <a:latin typeface="UKIJ CJK"/>
                <a:cs typeface="UKIJ CJK"/>
              </a:rPr>
              <a:t>发帧</a:t>
            </a:r>
            <a:r>
              <a:rPr dirty="0" sz="2400" spc="844">
                <a:latin typeface="UKIJ CJK"/>
                <a:cs typeface="UKIJ CJK"/>
              </a:rPr>
              <a:t>0”</a:t>
            </a:r>
            <a:r>
              <a:rPr dirty="0" sz="2400">
                <a:latin typeface="UKIJ CJK"/>
                <a:cs typeface="UKIJ CJK"/>
              </a:rPr>
              <a:t>就是一个输入事件。图中在某些方面进行了一 些简化。例如，当乙方处于</a:t>
            </a:r>
            <a:r>
              <a:rPr dirty="0" sz="2400" spc="1525">
                <a:latin typeface="UKIJ CJK"/>
                <a:cs typeface="UKIJ CJK"/>
              </a:rPr>
              <a:t>“</a:t>
            </a:r>
            <a:r>
              <a:rPr dirty="0" sz="2400">
                <a:latin typeface="UKIJ CJK"/>
                <a:cs typeface="UKIJ CJK"/>
              </a:rPr>
              <a:t>期望收帧</a:t>
            </a:r>
            <a:r>
              <a:rPr dirty="0" sz="2400" spc="844">
                <a:latin typeface="UKIJ CJK"/>
                <a:cs typeface="UKIJ CJK"/>
              </a:rPr>
              <a:t>0”</a:t>
            </a:r>
            <a:r>
              <a:rPr dirty="0" sz="2400">
                <a:latin typeface="UKIJ CJK"/>
                <a:cs typeface="UKIJ CJK"/>
              </a:rPr>
              <a:t>的状态时，若收到 无差错的帧</a:t>
            </a:r>
            <a:r>
              <a:rPr dirty="0" sz="2400" spc="165">
                <a:latin typeface="UKIJ CJK"/>
                <a:cs typeface="UKIJ CJK"/>
              </a:rPr>
              <a:t>1</a:t>
            </a:r>
            <a:r>
              <a:rPr dirty="0" sz="2400">
                <a:latin typeface="UKIJ CJK"/>
                <a:cs typeface="UKIJ CJK"/>
              </a:rPr>
              <a:t>帧，仍然应当先进入</a:t>
            </a:r>
            <a:r>
              <a:rPr dirty="0" sz="2400" spc="1525">
                <a:latin typeface="UKIJ CJK"/>
                <a:cs typeface="UKIJ CJK"/>
              </a:rPr>
              <a:t>“</a:t>
            </a:r>
            <a:r>
              <a:rPr dirty="0" sz="2400">
                <a:latin typeface="UKIJ CJK"/>
                <a:cs typeface="UKIJ CJK"/>
              </a:rPr>
              <a:t>准备发</a:t>
            </a:r>
            <a:r>
              <a:rPr dirty="0" sz="2400" spc="590">
                <a:latin typeface="UKIJ CJK"/>
                <a:cs typeface="UKIJ CJK"/>
              </a:rPr>
              <a:t>ACK”</a:t>
            </a:r>
            <a:r>
              <a:rPr dirty="0" sz="2400">
                <a:latin typeface="UKIJ CJK"/>
                <a:cs typeface="UKIJ CJK"/>
              </a:rPr>
              <a:t>状态，然后 才发出</a:t>
            </a:r>
            <a:r>
              <a:rPr dirty="0" sz="2400" spc="275">
                <a:latin typeface="UKIJ CJK"/>
                <a:cs typeface="UKIJ CJK"/>
              </a:rPr>
              <a:t>ACK</a:t>
            </a:r>
            <a:r>
              <a:rPr dirty="0" sz="2400">
                <a:latin typeface="UKIJ CJK"/>
                <a:cs typeface="UKIJ CJK"/>
              </a:rPr>
              <a:t>。但这里就将</a:t>
            </a:r>
            <a:r>
              <a:rPr dirty="0" sz="2400" spc="1525">
                <a:latin typeface="UKIJ CJK"/>
                <a:cs typeface="UKIJ CJK"/>
              </a:rPr>
              <a:t>“</a:t>
            </a:r>
            <a:r>
              <a:rPr dirty="0" sz="2400">
                <a:latin typeface="UKIJ CJK"/>
                <a:cs typeface="UKIJ CJK"/>
              </a:rPr>
              <a:t>收帧</a:t>
            </a:r>
            <a:r>
              <a:rPr dirty="0" sz="2400" spc="844">
                <a:latin typeface="UKIJ CJK"/>
                <a:cs typeface="UKIJ CJK"/>
              </a:rPr>
              <a:t>1”</a:t>
            </a:r>
            <a:r>
              <a:rPr dirty="0" sz="2400">
                <a:latin typeface="UKIJ CJK"/>
                <a:cs typeface="UKIJ CJK"/>
              </a:rPr>
              <a:t>与</a:t>
            </a:r>
            <a:r>
              <a:rPr dirty="0" sz="2400" spc="1525">
                <a:latin typeface="UKIJ CJK"/>
                <a:cs typeface="UKIJ CJK"/>
              </a:rPr>
              <a:t>“</a:t>
            </a:r>
            <a:r>
              <a:rPr dirty="0" sz="2400">
                <a:latin typeface="UKIJ CJK"/>
                <a:cs typeface="UKIJ CJK"/>
              </a:rPr>
              <a:t>发</a:t>
            </a:r>
            <a:r>
              <a:rPr dirty="0" sz="2400" spc="590">
                <a:latin typeface="UKIJ CJK"/>
                <a:cs typeface="UKIJ CJK"/>
              </a:rPr>
              <a:t>ACK”</a:t>
            </a:r>
            <a:r>
              <a:rPr dirty="0" sz="2400">
                <a:latin typeface="UKIJ CJK"/>
                <a:cs typeface="UKIJ CJK"/>
              </a:rPr>
              <a:t>合并成为一</a:t>
            </a:r>
            <a:endParaRPr sz="2400">
              <a:latin typeface="UKIJ CJK"/>
              <a:cs typeface="UKIJ CJ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1014" y="6298882"/>
            <a:ext cx="6121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UKIJ CJK"/>
                <a:cs typeface="UKIJ CJK"/>
              </a:rPr>
              <a:t>个事件，其余部分都很清楚，此处不再解释。</a:t>
            </a:r>
            <a:endParaRPr sz="2400">
              <a:latin typeface="UKIJ CJK"/>
              <a:cs typeface="UKIJ CJK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49334" y="6423025"/>
            <a:ext cx="20383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">
                <a:latin typeface="Times New Roman"/>
                <a:cs typeface="Times New Roman"/>
              </a:rPr>
              <a:t>6</a:t>
            </a:r>
            <a:r>
              <a:rPr dirty="0" sz="1400">
                <a:latin typeface="Times New Roman"/>
                <a:cs typeface="Times New Roman"/>
              </a:rPr>
              <a:t>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5074" y="462444"/>
            <a:ext cx="8190230" cy="58058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>
              <a:lnSpc>
                <a:spcPct val="120000"/>
              </a:lnSpc>
              <a:spcBef>
                <a:spcPts val="100"/>
              </a:spcBef>
            </a:pPr>
            <a:r>
              <a:rPr dirty="0" sz="2400">
                <a:latin typeface="UKIJ CJK"/>
                <a:cs typeface="UKIJ CJK"/>
              </a:rPr>
              <a:t>发送方和接收方各自的有限状态机实际上并不是</a:t>
            </a:r>
            <a:r>
              <a:rPr dirty="0" sz="2400">
                <a:solidFill>
                  <a:srgbClr val="FF0000"/>
                </a:solidFill>
                <a:latin typeface="UKIJ CJK"/>
                <a:cs typeface="UKIJ CJK"/>
              </a:rPr>
              <a:t>孤立地工作 </a:t>
            </a:r>
            <a:r>
              <a:rPr dirty="0" sz="2400">
                <a:latin typeface="UKIJ CJK"/>
                <a:cs typeface="UKIJ CJK"/>
              </a:rPr>
              <a:t>而是</a:t>
            </a:r>
            <a:r>
              <a:rPr dirty="0" sz="2400">
                <a:solidFill>
                  <a:srgbClr val="FF0000"/>
                </a:solidFill>
                <a:latin typeface="UKIJ CJK"/>
                <a:cs typeface="UKIJ CJK"/>
              </a:rPr>
              <a:t>协调在一起工作</a:t>
            </a:r>
            <a:r>
              <a:rPr dirty="0" sz="2400">
                <a:latin typeface="UKIJ CJK"/>
                <a:cs typeface="UKIJ CJK"/>
              </a:rPr>
              <a:t>的。如果将双方各自的有限状态机合在 一起，用一个有限状态机来描述整个系统。在这种情况下，  状态数目将大大增加。这是因为</a:t>
            </a:r>
            <a:r>
              <a:rPr dirty="0" sz="2400">
                <a:solidFill>
                  <a:srgbClr val="FF0000"/>
                </a:solidFill>
                <a:latin typeface="UKIJ CJK"/>
                <a:cs typeface="UKIJ CJK"/>
              </a:rPr>
              <a:t>发送方</a:t>
            </a:r>
            <a:r>
              <a:rPr dirty="0" sz="2400">
                <a:latin typeface="UKIJ CJK"/>
                <a:cs typeface="UKIJ CJK"/>
              </a:rPr>
              <a:t>和</a:t>
            </a:r>
            <a:r>
              <a:rPr dirty="0" sz="2400">
                <a:solidFill>
                  <a:srgbClr val="FF0000"/>
                </a:solidFill>
                <a:latin typeface="UKIJ CJK"/>
                <a:cs typeface="UKIJ CJK"/>
              </a:rPr>
              <a:t>接收方</a:t>
            </a:r>
            <a:r>
              <a:rPr dirty="0" sz="2400">
                <a:latin typeface="UKIJ CJK"/>
                <a:cs typeface="UKIJ CJK"/>
              </a:rPr>
              <a:t>的状态各有</a:t>
            </a:r>
            <a:r>
              <a:rPr dirty="0" sz="2400" spc="120">
                <a:latin typeface="UKIJ CJK"/>
                <a:cs typeface="UKIJ CJK"/>
              </a:rPr>
              <a:t>4 </a:t>
            </a:r>
            <a:r>
              <a:rPr dirty="0" sz="2400" spc="120">
                <a:latin typeface="UKIJ CJK"/>
                <a:cs typeface="UKIJ CJK"/>
              </a:rPr>
              <a:t>个，而</a:t>
            </a:r>
            <a:r>
              <a:rPr dirty="0" sz="2400" spc="120">
                <a:solidFill>
                  <a:srgbClr val="FF0000"/>
                </a:solidFill>
                <a:latin typeface="UKIJ CJK"/>
                <a:cs typeface="UKIJ CJK"/>
              </a:rPr>
              <a:t>信道</a:t>
            </a:r>
            <a:r>
              <a:rPr dirty="0" sz="2400" spc="120">
                <a:latin typeface="UKIJ CJK"/>
                <a:cs typeface="UKIJ CJK"/>
              </a:rPr>
              <a:t>上的状态也有</a:t>
            </a:r>
            <a:r>
              <a:rPr dirty="0" sz="2400" spc="165">
                <a:latin typeface="UKIJ CJK"/>
                <a:cs typeface="UKIJ CJK"/>
              </a:rPr>
              <a:t>4</a:t>
            </a:r>
            <a:r>
              <a:rPr dirty="0" sz="2400">
                <a:latin typeface="UKIJ CJK"/>
                <a:cs typeface="UKIJ CJK"/>
              </a:rPr>
              <a:t>个</a:t>
            </a:r>
            <a:r>
              <a:rPr dirty="0" sz="2400" spc="80">
                <a:latin typeface="UKIJ CJK"/>
                <a:cs typeface="UKIJ CJK"/>
              </a:rPr>
              <a:t>（0，1，A</a:t>
            </a:r>
            <a:r>
              <a:rPr dirty="0" sz="2400">
                <a:latin typeface="UKIJ CJK"/>
                <a:cs typeface="UKIJ CJK"/>
              </a:rPr>
              <a:t>或</a:t>
            </a:r>
            <a:r>
              <a:rPr dirty="0" sz="2400" spc="120">
                <a:latin typeface="UKIJ CJK"/>
                <a:cs typeface="UKIJ CJK"/>
              </a:rPr>
              <a:t> </a:t>
            </a:r>
            <a:r>
              <a:rPr dirty="0" sz="2400" spc="365">
                <a:latin typeface="UKIJ CJK"/>
                <a:cs typeface="UKIJ CJK"/>
              </a:rPr>
              <a:t>-/</a:t>
            </a:r>
            <a:r>
              <a:rPr dirty="0" sz="2400" spc="125">
                <a:latin typeface="UKIJ CJK"/>
                <a:cs typeface="UKIJ CJK"/>
              </a:rPr>
              <a:t> </a:t>
            </a:r>
            <a:r>
              <a:rPr dirty="0" sz="2400" spc="165">
                <a:latin typeface="UKIJ CJK"/>
                <a:cs typeface="UKIJ CJK"/>
              </a:rPr>
              <a:t>S（</a:t>
            </a:r>
            <a:r>
              <a:rPr dirty="0" sz="2400" spc="125">
                <a:latin typeface="UKIJ CJK"/>
                <a:cs typeface="UKIJ CJK"/>
              </a:rPr>
              <a:t> </a:t>
            </a:r>
            <a:r>
              <a:rPr dirty="0" sz="2400">
                <a:latin typeface="UKIJ CJK"/>
                <a:cs typeface="UKIJ CJK"/>
              </a:rPr>
              <a:t>空）），  这样就共有</a:t>
            </a:r>
            <a:r>
              <a:rPr dirty="0" sz="2400" spc="145">
                <a:latin typeface="UKIJ CJK"/>
                <a:cs typeface="UKIJ CJK"/>
              </a:rPr>
              <a:t>4</a:t>
            </a:r>
            <a:r>
              <a:rPr dirty="0" baseline="21505" sz="2325" spc="217">
                <a:latin typeface="UKIJ CJK"/>
                <a:cs typeface="UKIJ CJK"/>
              </a:rPr>
              <a:t>3</a:t>
            </a:r>
            <a:r>
              <a:rPr dirty="0" sz="2400" spc="145">
                <a:latin typeface="UKIJ CJK"/>
                <a:cs typeface="UKIJ CJK"/>
              </a:rPr>
              <a:t>=64</a:t>
            </a:r>
            <a:r>
              <a:rPr dirty="0" sz="2400">
                <a:latin typeface="UKIJ CJK"/>
                <a:cs typeface="UKIJ CJK"/>
              </a:rPr>
              <a:t>种状态，用状态图很难清楚的表示出来。</a:t>
            </a:r>
            <a:endParaRPr sz="2400">
              <a:latin typeface="UKIJ CJK"/>
              <a:cs typeface="UKIJ CJK"/>
            </a:endParaRPr>
          </a:p>
          <a:p>
            <a:pPr marL="38100">
              <a:lnSpc>
                <a:spcPct val="100000"/>
              </a:lnSpc>
              <a:spcBef>
                <a:spcPts val="1175"/>
              </a:spcBef>
            </a:pPr>
            <a:r>
              <a:rPr dirty="0" sz="2400">
                <a:latin typeface="UKIJ CJK"/>
                <a:cs typeface="UKIJ CJK"/>
              </a:rPr>
              <a:t>比较实用的办法是合并一些状态，即不考虑一些次要的细节</a:t>
            </a:r>
            <a:endParaRPr sz="2400">
              <a:latin typeface="UKIJ CJK"/>
              <a:cs typeface="UKIJ CJK"/>
            </a:endParaRPr>
          </a:p>
          <a:p>
            <a:pPr marL="38100" marR="29845">
              <a:lnSpc>
                <a:spcPts val="3460"/>
              </a:lnSpc>
              <a:spcBef>
                <a:spcPts val="204"/>
              </a:spcBef>
            </a:pPr>
            <a:r>
              <a:rPr dirty="0" sz="2400">
                <a:latin typeface="UKIJ CJK"/>
                <a:cs typeface="UKIJ CJK"/>
              </a:rPr>
              <a:t>。例如发送方的状态</a:t>
            </a:r>
            <a:r>
              <a:rPr dirty="0" sz="2400" spc="165">
                <a:latin typeface="UKIJ CJK"/>
                <a:cs typeface="UKIJ CJK"/>
              </a:rPr>
              <a:t>1</a:t>
            </a:r>
            <a:r>
              <a:rPr dirty="0" sz="2400">
                <a:latin typeface="UKIJ CJK"/>
                <a:cs typeface="UKIJ CJK"/>
              </a:rPr>
              <a:t>和状态</a:t>
            </a:r>
            <a:r>
              <a:rPr dirty="0" sz="2400" spc="80">
                <a:latin typeface="UKIJ CJK"/>
                <a:cs typeface="UKIJ CJK"/>
              </a:rPr>
              <a:t>2，</a:t>
            </a:r>
            <a:r>
              <a:rPr dirty="0" sz="2400">
                <a:latin typeface="UKIJ CJK"/>
                <a:cs typeface="UKIJ CJK"/>
              </a:rPr>
              <a:t>状态</a:t>
            </a:r>
            <a:r>
              <a:rPr dirty="0" sz="2400" spc="165">
                <a:latin typeface="UKIJ CJK"/>
                <a:cs typeface="UKIJ CJK"/>
              </a:rPr>
              <a:t>3</a:t>
            </a:r>
            <a:r>
              <a:rPr dirty="0" sz="2400">
                <a:latin typeface="UKIJ CJK"/>
                <a:cs typeface="UKIJ CJK"/>
              </a:rPr>
              <a:t>和状态</a:t>
            </a:r>
            <a:r>
              <a:rPr dirty="0" sz="2400" spc="165">
                <a:latin typeface="UKIJ CJK"/>
                <a:cs typeface="UKIJ CJK"/>
              </a:rPr>
              <a:t>4</a:t>
            </a:r>
            <a:r>
              <a:rPr dirty="0" sz="2400">
                <a:latin typeface="UKIJ CJK"/>
                <a:cs typeface="UKIJ CJK"/>
              </a:rPr>
              <a:t>可以合并。接 收方的状态</a:t>
            </a:r>
            <a:r>
              <a:rPr dirty="0" sz="2400" spc="165">
                <a:latin typeface="UKIJ CJK"/>
                <a:cs typeface="UKIJ CJK"/>
              </a:rPr>
              <a:t>1</a:t>
            </a:r>
            <a:r>
              <a:rPr dirty="0" sz="2400">
                <a:latin typeface="UKIJ CJK"/>
                <a:cs typeface="UKIJ CJK"/>
              </a:rPr>
              <a:t>和状态</a:t>
            </a:r>
            <a:r>
              <a:rPr dirty="0" sz="2400" spc="80">
                <a:latin typeface="UKIJ CJK"/>
                <a:cs typeface="UKIJ CJK"/>
              </a:rPr>
              <a:t>4，</a:t>
            </a:r>
            <a:r>
              <a:rPr dirty="0" sz="2400">
                <a:latin typeface="UKIJ CJK"/>
                <a:cs typeface="UKIJ CJK"/>
              </a:rPr>
              <a:t>状态</a:t>
            </a:r>
            <a:r>
              <a:rPr dirty="0" sz="2400" spc="165">
                <a:latin typeface="UKIJ CJK"/>
                <a:cs typeface="UKIJ CJK"/>
              </a:rPr>
              <a:t>2</a:t>
            </a:r>
            <a:r>
              <a:rPr dirty="0" sz="2400">
                <a:latin typeface="UKIJ CJK"/>
                <a:cs typeface="UKIJ CJK"/>
              </a:rPr>
              <a:t>和状态</a:t>
            </a:r>
            <a:r>
              <a:rPr dirty="0" sz="2400" spc="165">
                <a:latin typeface="UKIJ CJK"/>
                <a:cs typeface="UKIJ CJK"/>
              </a:rPr>
              <a:t>3</a:t>
            </a:r>
            <a:r>
              <a:rPr dirty="0" sz="2400">
                <a:latin typeface="UKIJ CJK"/>
                <a:cs typeface="UKIJ CJK"/>
              </a:rPr>
              <a:t>也可以合并。</a:t>
            </a:r>
            <a:r>
              <a:rPr dirty="0" sz="2400">
                <a:solidFill>
                  <a:srgbClr val="C00000"/>
                </a:solidFill>
                <a:latin typeface="UKIJ CJK"/>
                <a:cs typeface="UKIJ CJK"/>
              </a:rPr>
              <a:t>整个系统 的状态是通信双方两个协议和信道的所有状态的组合</a:t>
            </a:r>
            <a:r>
              <a:rPr dirty="0" sz="2400">
                <a:latin typeface="UKIJ CJK"/>
                <a:cs typeface="UKIJ CJK"/>
              </a:rPr>
              <a:t>，信道 状态由其内容决定的，例如，如果帧</a:t>
            </a:r>
            <a:r>
              <a:rPr dirty="0" sz="2400" spc="165">
                <a:latin typeface="UKIJ CJK"/>
                <a:cs typeface="UKIJ CJK"/>
              </a:rPr>
              <a:t>0</a:t>
            </a:r>
            <a:r>
              <a:rPr dirty="0" sz="2400">
                <a:latin typeface="UKIJ CJK"/>
                <a:cs typeface="UKIJ CJK"/>
              </a:rPr>
              <a:t>正在信道上（即帧已被 部分地发送出去，部分地被接收，但在接收方主机上还未处 理），则信道的状态为</a:t>
            </a:r>
            <a:r>
              <a:rPr dirty="0" sz="2400" spc="165">
                <a:latin typeface="UKIJ CJK"/>
                <a:cs typeface="UKIJ CJK"/>
              </a:rPr>
              <a:t>0</a:t>
            </a:r>
            <a:r>
              <a:rPr dirty="0" sz="2400">
                <a:latin typeface="UKIJ CJK"/>
                <a:cs typeface="UKIJ CJK"/>
              </a:rPr>
              <a:t>。</a:t>
            </a:r>
            <a:endParaRPr sz="2400">
              <a:latin typeface="UKIJ CJK"/>
              <a:cs typeface="UKIJ CJK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42835" y="579361"/>
            <a:ext cx="6153785" cy="4820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8450" marR="5080" indent="-298450">
              <a:lnSpc>
                <a:spcPct val="123300"/>
              </a:lnSpc>
              <a:spcBef>
                <a:spcPts val="100"/>
              </a:spcBef>
              <a:buClr>
                <a:srgbClr val="0000FF"/>
              </a:buClr>
              <a:buSzPct val="80000"/>
              <a:buFont typeface="Wingdings"/>
              <a:buChar char=""/>
              <a:tabLst>
                <a:tab pos="298450" algn="l"/>
              </a:tabLst>
            </a:pPr>
            <a:r>
              <a:rPr dirty="0" sz="2000">
                <a:latin typeface="UKIJ CJK"/>
                <a:cs typeface="UKIJ CJK"/>
              </a:rPr>
              <a:t>系统状态：（发送方状态、接收方状态、信道状</a:t>
            </a:r>
            <a:r>
              <a:rPr dirty="0" sz="2000" spc="-680">
                <a:latin typeface="UKIJ CJK"/>
                <a:cs typeface="UKIJ CJK"/>
              </a:rPr>
              <a:t>态</a:t>
            </a:r>
            <a:r>
              <a:rPr dirty="0" sz="2000" spc="5">
                <a:latin typeface="UKIJ CJK"/>
                <a:cs typeface="UKIJ CJK"/>
              </a:rPr>
              <a:t>）  </a:t>
            </a:r>
            <a:r>
              <a:rPr dirty="0" sz="2000">
                <a:latin typeface="UKIJ CJK"/>
                <a:cs typeface="UKIJ CJK"/>
              </a:rPr>
              <a:t>每个状态用三个字母表示：</a:t>
            </a:r>
            <a:r>
              <a:rPr dirty="0" sz="2000">
                <a:latin typeface="Times New Roman"/>
                <a:cs typeface="Times New Roman"/>
              </a:rPr>
              <a:t>XYZ</a:t>
            </a:r>
            <a:endParaRPr sz="2000">
              <a:latin typeface="Times New Roman"/>
              <a:cs typeface="Times New Roman"/>
            </a:endParaRPr>
          </a:p>
          <a:p>
            <a:pPr marL="469900" marR="1040765">
              <a:lnSpc>
                <a:spcPct val="120000"/>
              </a:lnSpc>
            </a:pPr>
            <a:r>
              <a:rPr dirty="0" sz="2000" spc="-5">
                <a:latin typeface="Times New Roman"/>
                <a:cs typeface="Times New Roman"/>
              </a:rPr>
              <a:t>X</a:t>
            </a:r>
            <a:r>
              <a:rPr dirty="0" sz="2000" spc="-5">
                <a:latin typeface="UKIJ CJK"/>
                <a:cs typeface="UKIJ CJK"/>
              </a:rPr>
              <a:t>：</a:t>
            </a:r>
            <a:r>
              <a:rPr dirty="0" sz="2000">
                <a:latin typeface="UKIJ CJK"/>
                <a:cs typeface="UKIJ CJK"/>
              </a:rPr>
              <a:t>发送方正发送的帧序号，为</a:t>
            </a:r>
            <a:r>
              <a:rPr dirty="0" sz="2000" spc="-5">
                <a:latin typeface="Times New Roman"/>
                <a:cs typeface="Times New Roman"/>
              </a:rPr>
              <a:t>0</a:t>
            </a:r>
            <a:r>
              <a:rPr dirty="0" sz="2000">
                <a:latin typeface="UKIJ CJK"/>
                <a:cs typeface="UKIJ CJK"/>
              </a:rPr>
              <a:t>或</a:t>
            </a:r>
            <a:r>
              <a:rPr dirty="0" sz="2000">
                <a:latin typeface="Times New Roman"/>
                <a:cs typeface="Times New Roman"/>
              </a:rPr>
              <a:t>1</a:t>
            </a:r>
            <a:r>
              <a:rPr dirty="0" sz="2000">
                <a:latin typeface="UKIJ CJK"/>
                <a:cs typeface="UKIJ CJK"/>
              </a:rPr>
              <a:t>；  </a:t>
            </a:r>
            <a:r>
              <a:rPr dirty="0" sz="2000" spc="-5">
                <a:latin typeface="Times New Roman"/>
                <a:cs typeface="Times New Roman"/>
              </a:rPr>
              <a:t>Y</a:t>
            </a:r>
            <a:r>
              <a:rPr dirty="0" sz="2000" spc="-5">
                <a:latin typeface="UKIJ CJK"/>
                <a:cs typeface="UKIJ CJK"/>
              </a:rPr>
              <a:t>：</a:t>
            </a:r>
            <a:r>
              <a:rPr dirty="0" sz="2000">
                <a:latin typeface="UKIJ CJK"/>
                <a:cs typeface="UKIJ CJK"/>
              </a:rPr>
              <a:t>接收方正等待的帧序号，为</a:t>
            </a:r>
            <a:r>
              <a:rPr dirty="0" sz="2000" spc="-5">
                <a:latin typeface="Times New Roman"/>
                <a:cs typeface="Times New Roman"/>
              </a:rPr>
              <a:t>0</a:t>
            </a:r>
            <a:r>
              <a:rPr dirty="0" sz="2000">
                <a:latin typeface="UKIJ CJK"/>
                <a:cs typeface="UKIJ CJK"/>
              </a:rPr>
              <a:t>或</a:t>
            </a:r>
            <a:r>
              <a:rPr dirty="0" sz="2000">
                <a:latin typeface="Times New Roman"/>
                <a:cs typeface="Times New Roman"/>
              </a:rPr>
              <a:t>1</a:t>
            </a:r>
            <a:r>
              <a:rPr dirty="0" sz="2000">
                <a:latin typeface="UKIJ CJK"/>
                <a:cs typeface="UKIJ CJK"/>
              </a:rPr>
              <a:t>；  </a:t>
            </a:r>
            <a:r>
              <a:rPr dirty="0" sz="2000" spc="-5">
                <a:latin typeface="Times New Roman"/>
                <a:cs typeface="Times New Roman"/>
              </a:rPr>
              <a:t>Z</a:t>
            </a:r>
            <a:r>
              <a:rPr dirty="0" sz="2000" spc="-5">
                <a:latin typeface="UKIJ CJK"/>
                <a:cs typeface="UKIJ CJK"/>
              </a:rPr>
              <a:t>：</a:t>
            </a:r>
            <a:r>
              <a:rPr dirty="0" sz="2000">
                <a:latin typeface="UKIJ CJK"/>
                <a:cs typeface="UKIJ CJK"/>
              </a:rPr>
              <a:t>信道状态，为</a:t>
            </a:r>
            <a:r>
              <a:rPr dirty="0" sz="2000" spc="-5">
                <a:latin typeface="Times New Roman"/>
                <a:cs typeface="Times New Roman"/>
              </a:rPr>
              <a:t>0</a:t>
            </a:r>
            <a:r>
              <a:rPr dirty="0" sz="2000" spc="-5">
                <a:latin typeface="UKIJ CJK"/>
                <a:cs typeface="UKIJ CJK"/>
              </a:rPr>
              <a:t>，</a:t>
            </a:r>
            <a:r>
              <a:rPr dirty="0" sz="2000" spc="-5">
                <a:latin typeface="Times New Roman"/>
                <a:cs typeface="Times New Roman"/>
              </a:rPr>
              <a:t>1</a:t>
            </a:r>
            <a:r>
              <a:rPr dirty="0" sz="2000" spc="-5">
                <a:latin typeface="UKIJ CJK"/>
                <a:cs typeface="UKIJ CJK"/>
              </a:rPr>
              <a:t>，</a:t>
            </a:r>
            <a:r>
              <a:rPr dirty="0" sz="2000" spc="-5">
                <a:latin typeface="Times New Roman"/>
                <a:cs typeface="Times New Roman"/>
              </a:rPr>
              <a:t>A</a:t>
            </a:r>
            <a:r>
              <a:rPr dirty="0" sz="2000" spc="5">
                <a:latin typeface="UKIJ CJK"/>
                <a:cs typeface="UKIJ CJK"/>
              </a:rPr>
              <a:t>或</a:t>
            </a:r>
            <a:r>
              <a:rPr dirty="0" sz="2000" spc="-50">
                <a:latin typeface="UKIJ CJK"/>
                <a:cs typeface="UKIJ CJK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-/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S</a:t>
            </a:r>
            <a:r>
              <a:rPr dirty="0" sz="2000" spc="-5">
                <a:latin typeface="UKIJ CJK"/>
                <a:cs typeface="UKIJ CJK"/>
              </a:rPr>
              <a:t>（</a:t>
            </a:r>
            <a:r>
              <a:rPr dirty="0" sz="2000" spc="-50">
                <a:latin typeface="UKIJ CJK"/>
                <a:cs typeface="UKIJ CJK"/>
              </a:rPr>
              <a:t> </a:t>
            </a:r>
            <a:r>
              <a:rPr dirty="0" sz="2000">
                <a:latin typeface="UKIJ CJK"/>
                <a:cs typeface="UKIJ CJK"/>
              </a:rPr>
              <a:t>空）</a:t>
            </a:r>
            <a:r>
              <a:rPr dirty="0" sz="2000" spc="5">
                <a:latin typeface="UKIJ CJK"/>
                <a:cs typeface="UKIJ CJK"/>
              </a:rPr>
              <a:t>。 </a:t>
            </a:r>
            <a:r>
              <a:rPr dirty="0" sz="2000">
                <a:latin typeface="UKIJ CJK"/>
                <a:cs typeface="UKIJ CJK"/>
              </a:rPr>
              <a:t>初始状态为</a:t>
            </a:r>
            <a:r>
              <a:rPr dirty="0" sz="2000" spc="-5">
                <a:latin typeface="UKIJ CJK"/>
                <a:cs typeface="UKIJ CJK"/>
              </a:rPr>
              <a:t>（</a:t>
            </a:r>
            <a:r>
              <a:rPr dirty="0" sz="2000" spc="-5">
                <a:latin typeface="Times New Roman"/>
                <a:cs typeface="Times New Roman"/>
              </a:rPr>
              <a:t>000</a:t>
            </a:r>
            <a:r>
              <a:rPr dirty="0" sz="2000" spc="-5">
                <a:latin typeface="UKIJ CJK"/>
                <a:cs typeface="UKIJ CJK"/>
              </a:rPr>
              <a:t>）</a:t>
            </a:r>
            <a:endParaRPr sz="2000">
              <a:latin typeface="UKIJ CJK"/>
              <a:cs typeface="UKIJ CJK"/>
            </a:endParaRPr>
          </a:p>
          <a:p>
            <a:pPr marL="298450" indent="-285750">
              <a:lnSpc>
                <a:spcPct val="100000"/>
              </a:lnSpc>
              <a:spcBef>
                <a:spcPts val="1000"/>
              </a:spcBef>
              <a:buClr>
                <a:srgbClr val="0000FF"/>
              </a:buClr>
              <a:buSzPct val="80000"/>
              <a:buFont typeface="Wingdings"/>
              <a:buChar char=""/>
              <a:tabLst>
                <a:tab pos="298450" algn="l"/>
              </a:tabLst>
            </a:pPr>
            <a:r>
              <a:rPr dirty="0" sz="2000">
                <a:latin typeface="UKIJ CJK"/>
                <a:cs typeface="UKIJ CJK"/>
              </a:rPr>
              <a:t>发送方状态由发送方发送帧号状态标志位的取</a:t>
            </a:r>
            <a:r>
              <a:rPr dirty="0" sz="2000" spc="5">
                <a:latin typeface="UKIJ CJK"/>
                <a:cs typeface="UKIJ CJK"/>
              </a:rPr>
              <a:t>值</a:t>
            </a:r>
            <a:endParaRPr sz="2000">
              <a:latin typeface="UKIJ CJK"/>
              <a:cs typeface="UKIJ CJK"/>
            </a:endParaRPr>
          </a:p>
          <a:p>
            <a:pPr lvl="1" marL="698500" indent="-228600">
              <a:lnSpc>
                <a:spcPct val="100000"/>
              </a:lnSpc>
              <a:spcBef>
                <a:spcPts val="960"/>
              </a:spcBef>
              <a:buClr>
                <a:srgbClr val="0000FF"/>
              </a:buClr>
              <a:buSzPct val="75000"/>
              <a:buFont typeface="Wingdings"/>
              <a:buChar char=""/>
              <a:tabLst>
                <a:tab pos="698500" algn="l"/>
              </a:tabLst>
            </a:pPr>
            <a:r>
              <a:rPr dirty="0" sz="2000" spc="-5">
                <a:latin typeface="Times New Roman"/>
                <a:cs typeface="Times New Roman"/>
              </a:rPr>
              <a:t>0——</a:t>
            </a:r>
            <a:r>
              <a:rPr dirty="0" sz="2000">
                <a:latin typeface="UKIJ CJK"/>
                <a:cs typeface="UKIJ CJK"/>
              </a:rPr>
              <a:t>对应于发送了</a:t>
            </a:r>
            <a:r>
              <a:rPr dirty="0" sz="2000" spc="-5">
                <a:latin typeface="Times New Roman"/>
                <a:cs typeface="Times New Roman"/>
              </a:rPr>
              <a:t>0</a:t>
            </a:r>
            <a:r>
              <a:rPr dirty="0" sz="2000">
                <a:latin typeface="UKIJ CJK"/>
                <a:cs typeface="UKIJ CJK"/>
              </a:rPr>
              <a:t>号</a:t>
            </a:r>
            <a:r>
              <a:rPr dirty="0" sz="2000" spc="5">
                <a:latin typeface="UKIJ CJK"/>
                <a:cs typeface="UKIJ CJK"/>
              </a:rPr>
              <a:t>帧</a:t>
            </a:r>
            <a:endParaRPr sz="2000">
              <a:latin typeface="UKIJ CJK"/>
              <a:cs typeface="UKIJ CJK"/>
            </a:endParaRPr>
          </a:p>
          <a:p>
            <a:pPr lvl="1" marL="698500" indent="-228600">
              <a:lnSpc>
                <a:spcPct val="100000"/>
              </a:lnSpc>
              <a:spcBef>
                <a:spcPts val="960"/>
              </a:spcBef>
              <a:buClr>
                <a:srgbClr val="0000FF"/>
              </a:buClr>
              <a:buSzPct val="75000"/>
              <a:buFont typeface="Wingdings"/>
              <a:buChar char=""/>
              <a:tabLst>
                <a:tab pos="698500" algn="l"/>
              </a:tabLst>
            </a:pPr>
            <a:r>
              <a:rPr dirty="0" sz="2000" spc="-5">
                <a:latin typeface="Times New Roman"/>
                <a:cs typeface="Times New Roman"/>
              </a:rPr>
              <a:t>1——</a:t>
            </a:r>
            <a:r>
              <a:rPr dirty="0" sz="2000">
                <a:latin typeface="UKIJ CJK"/>
                <a:cs typeface="UKIJ CJK"/>
              </a:rPr>
              <a:t>对应于发送了</a:t>
            </a:r>
            <a:r>
              <a:rPr dirty="0" sz="2000" spc="-5">
                <a:latin typeface="Times New Roman"/>
                <a:cs typeface="Times New Roman"/>
              </a:rPr>
              <a:t>1</a:t>
            </a:r>
            <a:r>
              <a:rPr dirty="0" sz="2000">
                <a:latin typeface="UKIJ CJK"/>
                <a:cs typeface="UKIJ CJK"/>
              </a:rPr>
              <a:t>号</a:t>
            </a:r>
            <a:r>
              <a:rPr dirty="0" sz="2000" spc="5">
                <a:latin typeface="UKIJ CJK"/>
                <a:cs typeface="UKIJ CJK"/>
              </a:rPr>
              <a:t>帧</a:t>
            </a:r>
            <a:endParaRPr sz="2000">
              <a:latin typeface="UKIJ CJK"/>
              <a:cs typeface="UKIJ CJK"/>
            </a:endParaRPr>
          </a:p>
          <a:p>
            <a:pPr marL="298450" indent="-285750">
              <a:lnSpc>
                <a:spcPct val="100000"/>
              </a:lnSpc>
              <a:spcBef>
                <a:spcPts val="1080"/>
              </a:spcBef>
              <a:buClr>
                <a:srgbClr val="0000FF"/>
              </a:buClr>
              <a:buSzPct val="80000"/>
              <a:buFont typeface="Wingdings"/>
              <a:buChar char=""/>
              <a:tabLst>
                <a:tab pos="298450" algn="l"/>
              </a:tabLst>
            </a:pPr>
            <a:r>
              <a:rPr dirty="0" sz="2000">
                <a:latin typeface="UKIJ CJK"/>
                <a:cs typeface="UKIJ CJK"/>
              </a:rPr>
              <a:t>接收方状态由期待帧号状态标志位的取</a:t>
            </a:r>
            <a:r>
              <a:rPr dirty="0" sz="2000" spc="5">
                <a:latin typeface="UKIJ CJK"/>
                <a:cs typeface="UKIJ CJK"/>
              </a:rPr>
              <a:t>值</a:t>
            </a:r>
            <a:endParaRPr sz="2000">
              <a:latin typeface="UKIJ CJK"/>
              <a:cs typeface="UKIJ CJK"/>
            </a:endParaRPr>
          </a:p>
          <a:p>
            <a:pPr lvl="1" marL="698500" indent="-228600">
              <a:lnSpc>
                <a:spcPct val="100000"/>
              </a:lnSpc>
              <a:spcBef>
                <a:spcPts val="960"/>
              </a:spcBef>
              <a:buClr>
                <a:srgbClr val="0000FF"/>
              </a:buClr>
              <a:buSzPct val="75000"/>
              <a:buFont typeface="Wingdings"/>
              <a:buChar char=""/>
              <a:tabLst>
                <a:tab pos="698500" algn="l"/>
              </a:tabLst>
            </a:pPr>
            <a:r>
              <a:rPr dirty="0" sz="2000" spc="-5">
                <a:latin typeface="Times New Roman"/>
                <a:cs typeface="Times New Roman"/>
              </a:rPr>
              <a:t>0——</a:t>
            </a:r>
            <a:r>
              <a:rPr dirty="0" sz="2000">
                <a:latin typeface="UKIJ CJK"/>
                <a:cs typeface="UKIJ CJK"/>
              </a:rPr>
              <a:t>对应于期待接收</a:t>
            </a:r>
            <a:r>
              <a:rPr dirty="0" sz="2000" spc="-5">
                <a:latin typeface="Times New Roman"/>
                <a:cs typeface="Times New Roman"/>
              </a:rPr>
              <a:t>0</a:t>
            </a:r>
            <a:r>
              <a:rPr dirty="0" sz="2000">
                <a:latin typeface="UKIJ CJK"/>
                <a:cs typeface="UKIJ CJK"/>
              </a:rPr>
              <a:t>号</a:t>
            </a:r>
            <a:r>
              <a:rPr dirty="0" sz="2000" spc="5">
                <a:latin typeface="UKIJ CJK"/>
                <a:cs typeface="UKIJ CJK"/>
              </a:rPr>
              <a:t>帧</a:t>
            </a:r>
            <a:endParaRPr sz="2000">
              <a:latin typeface="UKIJ CJK"/>
              <a:cs typeface="UKIJ CJK"/>
            </a:endParaRPr>
          </a:p>
          <a:p>
            <a:pPr lvl="1" marL="698500" indent="-228600">
              <a:lnSpc>
                <a:spcPct val="100000"/>
              </a:lnSpc>
              <a:spcBef>
                <a:spcPts val="960"/>
              </a:spcBef>
              <a:buClr>
                <a:srgbClr val="0000FF"/>
              </a:buClr>
              <a:buSzPct val="75000"/>
              <a:buFont typeface="Wingdings"/>
              <a:buChar char=""/>
              <a:tabLst>
                <a:tab pos="698500" algn="l"/>
              </a:tabLst>
            </a:pPr>
            <a:r>
              <a:rPr dirty="0" sz="2000" spc="-5">
                <a:latin typeface="Times New Roman"/>
                <a:cs typeface="Times New Roman"/>
              </a:rPr>
              <a:t>1——</a:t>
            </a:r>
            <a:r>
              <a:rPr dirty="0" sz="2000">
                <a:latin typeface="UKIJ CJK"/>
                <a:cs typeface="UKIJ CJK"/>
              </a:rPr>
              <a:t>对应于期待接收</a:t>
            </a:r>
            <a:r>
              <a:rPr dirty="0" sz="2000" spc="-5">
                <a:latin typeface="Times New Roman"/>
                <a:cs typeface="Times New Roman"/>
              </a:rPr>
              <a:t>1</a:t>
            </a:r>
            <a:r>
              <a:rPr dirty="0" sz="2000">
                <a:latin typeface="UKIJ CJK"/>
                <a:cs typeface="UKIJ CJK"/>
              </a:rPr>
              <a:t>号</a:t>
            </a:r>
            <a:r>
              <a:rPr dirty="0" sz="2000" spc="5">
                <a:latin typeface="UKIJ CJK"/>
                <a:cs typeface="UKIJ CJK"/>
              </a:rPr>
              <a:t>帧</a:t>
            </a:r>
            <a:endParaRPr sz="2000">
              <a:latin typeface="UKIJ CJK"/>
              <a:cs typeface="UKIJ CJK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5595" y="680148"/>
            <a:ext cx="5488305" cy="215900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60"/>
              </a:spcBef>
              <a:buClr>
                <a:srgbClr val="0000FF"/>
              </a:buClr>
              <a:buSzPct val="80000"/>
              <a:buFont typeface="Wingdings"/>
              <a:buChar char=""/>
              <a:tabLst>
                <a:tab pos="298450" algn="l"/>
              </a:tabLst>
            </a:pPr>
            <a:r>
              <a:rPr dirty="0" sz="2000">
                <a:latin typeface="UKIJ CJK"/>
                <a:cs typeface="UKIJ CJK"/>
              </a:rPr>
              <a:t>信道状态则有四</a:t>
            </a:r>
            <a:r>
              <a:rPr dirty="0" sz="2000" spc="5">
                <a:latin typeface="UKIJ CJK"/>
                <a:cs typeface="UKIJ CJK"/>
              </a:rPr>
              <a:t>种</a:t>
            </a:r>
            <a:endParaRPr sz="2000">
              <a:latin typeface="UKIJ CJK"/>
              <a:cs typeface="UKIJ CJK"/>
            </a:endParaRPr>
          </a:p>
          <a:p>
            <a:pPr marL="508000">
              <a:lnSpc>
                <a:spcPct val="100000"/>
              </a:lnSpc>
              <a:spcBef>
                <a:spcPts val="960"/>
              </a:spcBef>
            </a:pPr>
            <a:r>
              <a:rPr dirty="0" sz="2000" spc="-5">
                <a:latin typeface="Times New Roman"/>
                <a:cs typeface="Times New Roman"/>
              </a:rPr>
              <a:t>0——</a:t>
            </a:r>
            <a:r>
              <a:rPr dirty="0" sz="2000">
                <a:latin typeface="UKIJ CJK"/>
                <a:cs typeface="UKIJ CJK"/>
              </a:rPr>
              <a:t>表示信道上有</a:t>
            </a:r>
            <a:r>
              <a:rPr dirty="0" sz="2000" spc="-5">
                <a:latin typeface="Times New Roman"/>
                <a:cs typeface="Times New Roman"/>
              </a:rPr>
              <a:t>0</a:t>
            </a:r>
            <a:r>
              <a:rPr dirty="0" sz="2000">
                <a:latin typeface="UKIJ CJK"/>
                <a:cs typeface="UKIJ CJK"/>
              </a:rPr>
              <a:t>号</a:t>
            </a:r>
            <a:r>
              <a:rPr dirty="0" sz="2000" spc="5">
                <a:latin typeface="UKIJ CJK"/>
                <a:cs typeface="UKIJ CJK"/>
              </a:rPr>
              <a:t>帧</a:t>
            </a:r>
            <a:endParaRPr sz="2000">
              <a:latin typeface="UKIJ CJK"/>
              <a:cs typeface="UKIJ CJK"/>
            </a:endParaRPr>
          </a:p>
          <a:p>
            <a:pPr marL="492759" marR="2093595" indent="14604">
              <a:lnSpc>
                <a:spcPct val="140000"/>
              </a:lnSpc>
            </a:pPr>
            <a:r>
              <a:rPr dirty="0" sz="2000" spc="-5">
                <a:latin typeface="Times New Roman"/>
                <a:cs typeface="Times New Roman"/>
              </a:rPr>
              <a:t>1——</a:t>
            </a:r>
            <a:r>
              <a:rPr dirty="0" sz="2000">
                <a:latin typeface="UKIJ CJK"/>
                <a:cs typeface="UKIJ CJK"/>
              </a:rPr>
              <a:t>表示信道上有</a:t>
            </a:r>
            <a:r>
              <a:rPr dirty="0" sz="2000" spc="-5">
                <a:latin typeface="Times New Roman"/>
                <a:cs typeface="Times New Roman"/>
              </a:rPr>
              <a:t>1</a:t>
            </a:r>
            <a:r>
              <a:rPr dirty="0" sz="2000">
                <a:latin typeface="UKIJ CJK"/>
                <a:cs typeface="UKIJ CJK"/>
              </a:rPr>
              <a:t>号</a:t>
            </a:r>
            <a:r>
              <a:rPr dirty="0" sz="2000" spc="5">
                <a:latin typeface="UKIJ CJK"/>
                <a:cs typeface="UKIJ CJK"/>
              </a:rPr>
              <a:t>帧 </a:t>
            </a:r>
            <a:r>
              <a:rPr dirty="0" sz="2000" spc="-5">
                <a:latin typeface="Times New Roman"/>
                <a:cs typeface="Times New Roman"/>
              </a:rPr>
              <a:t>A——</a:t>
            </a:r>
            <a:r>
              <a:rPr dirty="0" sz="2000">
                <a:latin typeface="UKIJ CJK"/>
                <a:cs typeface="UKIJ CJK"/>
              </a:rPr>
              <a:t>表示信道上有</a:t>
            </a:r>
            <a:r>
              <a:rPr dirty="0" sz="2000" spc="-5">
                <a:latin typeface="Times New Roman"/>
                <a:cs typeface="Times New Roman"/>
              </a:rPr>
              <a:t>A</a:t>
            </a:r>
            <a:r>
              <a:rPr dirty="0" sz="2000">
                <a:latin typeface="Times New Roman"/>
                <a:cs typeface="Times New Roman"/>
              </a:rPr>
              <a:t>c</a:t>
            </a:r>
            <a:r>
              <a:rPr dirty="0" sz="2000" spc="-5">
                <a:latin typeface="Times New Roman"/>
                <a:cs typeface="Times New Roman"/>
              </a:rPr>
              <a:t>k</a:t>
            </a:r>
            <a:r>
              <a:rPr dirty="0" sz="2000" spc="5">
                <a:latin typeface="UKIJ CJK"/>
                <a:cs typeface="UKIJ CJK"/>
              </a:rPr>
              <a:t>帧</a:t>
            </a:r>
            <a:endParaRPr sz="2000">
              <a:latin typeface="UKIJ CJK"/>
              <a:cs typeface="UKIJ CJK"/>
            </a:endParaRPr>
          </a:p>
          <a:p>
            <a:pPr marL="508000">
              <a:lnSpc>
                <a:spcPct val="100000"/>
              </a:lnSpc>
              <a:spcBef>
                <a:spcPts val="960"/>
              </a:spcBef>
            </a:pPr>
            <a:r>
              <a:rPr dirty="0" sz="2000" spc="-10">
                <a:latin typeface="Times New Roman"/>
                <a:cs typeface="Times New Roman"/>
              </a:rPr>
              <a:t>S</a:t>
            </a:r>
            <a:r>
              <a:rPr dirty="0" sz="2000">
                <a:latin typeface="Times New Roman"/>
                <a:cs typeface="Times New Roman"/>
              </a:rPr>
              <a:t>——</a:t>
            </a:r>
            <a:r>
              <a:rPr dirty="0" sz="2000">
                <a:latin typeface="UKIJ CJK"/>
                <a:cs typeface="UKIJ CJK"/>
              </a:rPr>
              <a:t>表示信道上没有任何帧，即处于空状</a:t>
            </a:r>
            <a:r>
              <a:rPr dirty="0" sz="2000" spc="5">
                <a:latin typeface="UKIJ CJK"/>
                <a:cs typeface="UKIJ CJK"/>
              </a:rPr>
              <a:t>态</a:t>
            </a:r>
            <a:endParaRPr sz="2000">
              <a:latin typeface="UKIJ CJK"/>
              <a:cs typeface="UKIJ CJK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09506" y="5604167"/>
            <a:ext cx="270319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5">
                <a:solidFill>
                  <a:srgbClr val="3333CC"/>
                </a:solidFill>
                <a:latin typeface="Noto Sans CJK JP Black"/>
                <a:cs typeface="Noto Sans CJK JP Black"/>
              </a:rPr>
              <a:t>图</a:t>
            </a:r>
            <a:r>
              <a:rPr dirty="0" sz="2000" spc="440">
                <a:solidFill>
                  <a:srgbClr val="3333CC"/>
                </a:solidFill>
                <a:latin typeface="Noto Sans CJK JP Black"/>
                <a:cs typeface="Noto Sans CJK JP Black"/>
              </a:rPr>
              <a:t> </a:t>
            </a:r>
            <a:r>
              <a:rPr dirty="0" sz="2000" spc="10" b="0">
                <a:solidFill>
                  <a:srgbClr val="3333CC"/>
                </a:solidFill>
                <a:latin typeface="Noto Sans CJK JP Medium"/>
                <a:cs typeface="Noto Sans CJK JP Medium"/>
              </a:rPr>
              <a:t>停止等待协议状态</a:t>
            </a:r>
            <a:r>
              <a:rPr dirty="0" sz="2000" spc="5" b="0">
                <a:solidFill>
                  <a:srgbClr val="3333CC"/>
                </a:solidFill>
                <a:latin typeface="Noto Sans CJK JP Medium"/>
                <a:cs typeface="Noto Sans CJK JP Medium"/>
              </a:rPr>
              <a:t>图</a:t>
            </a:r>
            <a:endParaRPr sz="2000">
              <a:latin typeface="Noto Sans CJK JP Medium"/>
              <a:cs typeface="Noto Sans CJK JP Medium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212848" y="512063"/>
            <a:ext cx="5072380" cy="2688590"/>
            <a:chOff x="2212848" y="512063"/>
            <a:chExt cx="5072380" cy="2688590"/>
          </a:xfrm>
        </p:grpSpPr>
        <p:sp>
          <p:nvSpPr>
            <p:cNvPr id="4" name="object 4"/>
            <p:cNvSpPr/>
            <p:nvPr/>
          </p:nvSpPr>
          <p:spPr>
            <a:xfrm>
              <a:off x="5570219" y="1976627"/>
              <a:ext cx="1109472" cy="5349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942076" y="2493263"/>
              <a:ext cx="502920" cy="70713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331464" y="1889760"/>
              <a:ext cx="2089221" cy="48226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212848" y="943355"/>
              <a:ext cx="1435608" cy="117195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305812" y="1976627"/>
              <a:ext cx="1109472" cy="57759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823460" y="512063"/>
              <a:ext cx="2461260" cy="1516379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1467611" y="2665476"/>
            <a:ext cx="5303520" cy="2731135"/>
            <a:chOff x="1467611" y="2665476"/>
            <a:chExt cx="5303520" cy="2731135"/>
          </a:xfrm>
        </p:grpSpPr>
        <p:sp>
          <p:nvSpPr>
            <p:cNvPr id="11" name="object 11"/>
            <p:cNvSpPr/>
            <p:nvPr/>
          </p:nvSpPr>
          <p:spPr>
            <a:xfrm>
              <a:off x="5570220" y="3354324"/>
              <a:ext cx="1109472" cy="57759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305811" y="3441192"/>
              <a:ext cx="1082039" cy="542543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425951" y="3354324"/>
              <a:ext cx="2098548" cy="412874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828205" y="2665476"/>
              <a:ext cx="372533" cy="69799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382767" y="3785616"/>
              <a:ext cx="1388364" cy="117195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467611" y="3870960"/>
              <a:ext cx="2703576" cy="1525524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49334" y="6423025"/>
            <a:ext cx="20383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">
                <a:latin typeface="Times New Roman"/>
                <a:cs typeface="Times New Roman"/>
              </a:rPr>
              <a:t>7</a:t>
            </a:r>
            <a:r>
              <a:rPr dirty="0" sz="1400"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20000"/>
              </a:lnSpc>
              <a:spcBef>
                <a:spcPts val="100"/>
              </a:spcBef>
            </a:pPr>
            <a:r>
              <a:rPr dirty="0"/>
              <a:t>假设系统一开始处在（</a:t>
            </a:r>
            <a:r>
              <a:rPr dirty="0">
                <a:latin typeface="Times New Roman"/>
                <a:cs typeface="Times New Roman"/>
              </a:rPr>
              <a:t>000</a:t>
            </a:r>
            <a:r>
              <a:rPr dirty="0"/>
              <a:t>）状态。这表示发送方发完帧</a:t>
            </a:r>
            <a:r>
              <a:rPr dirty="0">
                <a:latin typeface="Times New Roman"/>
                <a:cs typeface="Times New Roman"/>
              </a:rPr>
              <a:t>0</a:t>
            </a:r>
            <a:r>
              <a:rPr dirty="0"/>
              <a:t>， 接收方期望收到帧</a:t>
            </a:r>
            <a:r>
              <a:rPr dirty="0">
                <a:latin typeface="Times New Roman"/>
                <a:cs typeface="Times New Roman"/>
              </a:rPr>
              <a:t>0</a:t>
            </a:r>
            <a:r>
              <a:rPr dirty="0"/>
              <a:t>，而信道上传送的也是帧</a:t>
            </a:r>
            <a:r>
              <a:rPr dirty="0">
                <a:latin typeface="Times New Roman"/>
                <a:cs typeface="Times New Roman"/>
              </a:rPr>
              <a:t>0</a:t>
            </a:r>
            <a:r>
              <a:rPr dirty="0"/>
              <a:t>。在无差错的 情况下，系统的状态仅在</a:t>
            </a:r>
            <a:r>
              <a:rPr dirty="0">
                <a:latin typeface="Times New Roman"/>
                <a:cs typeface="Times New Roman"/>
              </a:rPr>
              <a:t>4</a:t>
            </a:r>
            <a:r>
              <a:rPr dirty="0"/>
              <a:t>个状态中循环：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619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dirty="0" spc="-10">
                <a:solidFill>
                  <a:srgbClr val="000000"/>
                </a:solidFill>
                <a:latin typeface="UKIJ CJK"/>
                <a:cs typeface="UKIJ CJK"/>
              </a:rPr>
              <a:t>（</a:t>
            </a:r>
            <a:r>
              <a:rPr dirty="0" spc="-10"/>
              <a:t>000</a:t>
            </a:r>
            <a:r>
              <a:rPr dirty="0" spc="-10">
                <a:latin typeface="UKIJ CJK"/>
                <a:cs typeface="UKIJ CJK"/>
              </a:rPr>
              <a:t>）</a:t>
            </a:r>
            <a:r>
              <a:rPr dirty="0" spc="-10"/>
              <a:t>→</a:t>
            </a:r>
            <a:r>
              <a:rPr dirty="0" spc="-10">
                <a:latin typeface="UKIJ CJK"/>
                <a:cs typeface="UKIJ CJK"/>
              </a:rPr>
              <a:t>（</a:t>
            </a:r>
            <a:r>
              <a:rPr dirty="0" spc="-10"/>
              <a:t>01A</a:t>
            </a:r>
            <a:r>
              <a:rPr dirty="0" spc="-10">
                <a:latin typeface="UKIJ CJK"/>
                <a:cs typeface="UKIJ CJK"/>
              </a:rPr>
              <a:t>）</a:t>
            </a:r>
            <a:r>
              <a:rPr dirty="0" spc="-10"/>
              <a:t>→</a:t>
            </a:r>
            <a:r>
              <a:rPr dirty="0" spc="-10">
                <a:latin typeface="UKIJ CJK"/>
                <a:cs typeface="UKIJ CJK"/>
              </a:rPr>
              <a:t>（</a:t>
            </a:r>
            <a:r>
              <a:rPr dirty="0" spc="-10"/>
              <a:t>111</a:t>
            </a:r>
            <a:r>
              <a:rPr dirty="0" spc="-10">
                <a:latin typeface="UKIJ CJK"/>
                <a:cs typeface="UKIJ CJK"/>
              </a:rPr>
              <a:t>）</a:t>
            </a:r>
            <a:r>
              <a:rPr dirty="0" spc="-10"/>
              <a:t>→</a:t>
            </a:r>
            <a:r>
              <a:rPr dirty="0" spc="-10">
                <a:latin typeface="UKIJ CJK"/>
                <a:cs typeface="UKIJ CJK"/>
              </a:rPr>
              <a:t>（</a:t>
            </a:r>
            <a:r>
              <a:rPr dirty="0" spc="-10"/>
              <a:t>10A</a:t>
            </a:r>
            <a:r>
              <a:rPr dirty="0" spc="-10">
                <a:latin typeface="UKIJ CJK"/>
                <a:cs typeface="UKIJ CJK"/>
              </a:rPr>
              <a:t>）</a:t>
            </a:r>
            <a:r>
              <a:rPr dirty="0" spc="-10"/>
              <a:t>→</a:t>
            </a:r>
            <a:r>
              <a:rPr dirty="0" spc="-10">
                <a:latin typeface="UKIJ CJK"/>
                <a:cs typeface="UKIJ CJK"/>
              </a:rPr>
              <a:t>（</a:t>
            </a:r>
            <a:r>
              <a:rPr dirty="0" spc="-10"/>
              <a:t>000</a:t>
            </a:r>
            <a:r>
              <a:rPr dirty="0" spc="-10">
                <a:latin typeface="UKIJ CJK"/>
                <a:cs typeface="UKIJ CJK"/>
              </a:rPr>
              <a:t>）</a:t>
            </a:r>
            <a:r>
              <a:rPr dirty="0" spc="-10">
                <a:solidFill>
                  <a:srgbClr val="000000"/>
                </a:solidFill>
              </a:rPr>
              <a:t>→…</a:t>
            </a:r>
            <a:r>
              <a:rPr dirty="0">
                <a:solidFill>
                  <a:srgbClr val="000000"/>
                </a:solidFill>
                <a:latin typeface="UKIJ CJK"/>
                <a:cs typeface="UKIJ CJK"/>
              </a:rPr>
              <a:t>。</a:t>
            </a:r>
          </a:p>
          <a:p>
            <a:pPr marL="12700" marR="5080">
              <a:lnSpc>
                <a:spcPct val="120700"/>
              </a:lnSpc>
              <a:spcBef>
                <a:spcPts val="575"/>
              </a:spcBef>
            </a:pPr>
            <a:r>
              <a:rPr dirty="0">
                <a:solidFill>
                  <a:srgbClr val="000000"/>
                </a:solidFill>
                <a:latin typeface="UKIJ CJK"/>
                <a:cs typeface="UKIJ CJK"/>
              </a:rPr>
              <a:t>如果信道丢失了帧</a:t>
            </a:r>
            <a:r>
              <a:rPr dirty="0">
                <a:solidFill>
                  <a:srgbClr val="000000"/>
                </a:solidFill>
              </a:rPr>
              <a:t>0</a:t>
            </a:r>
            <a:r>
              <a:rPr dirty="0">
                <a:solidFill>
                  <a:srgbClr val="000000"/>
                </a:solidFill>
                <a:latin typeface="UKIJ CJK"/>
                <a:cs typeface="UKIJ CJK"/>
              </a:rPr>
              <a:t>，则进行从状态（</a:t>
            </a:r>
            <a:r>
              <a:rPr dirty="0">
                <a:solidFill>
                  <a:srgbClr val="000000"/>
                </a:solidFill>
              </a:rPr>
              <a:t>000</a:t>
            </a:r>
            <a:r>
              <a:rPr dirty="0">
                <a:solidFill>
                  <a:srgbClr val="000000"/>
                </a:solidFill>
                <a:latin typeface="UKIJ CJK"/>
                <a:cs typeface="UKIJ CJK"/>
              </a:rPr>
              <a:t>）到状态（</a:t>
            </a:r>
            <a:r>
              <a:rPr dirty="0">
                <a:solidFill>
                  <a:srgbClr val="000000"/>
                </a:solidFill>
              </a:rPr>
              <a:t>00-</a:t>
            </a:r>
            <a:r>
              <a:rPr dirty="0">
                <a:solidFill>
                  <a:srgbClr val="000000"/>
                </a:solidFill>
                <a:latin typeface="UKIJ CJK"/>
                <a:cs typeface="UKIJ CJK"/>
              </a:rPr>
              <a:t>）的 转换。最终，发送过程超时（转换</a:t>
            </a:r>
            <a:r>
              <a:rPr dirty="0">
                <a:solidFill>
                  <a:srgbClr val="000000"/>
                </a:solidFill>
              </a:rPr>
              <a:t>7</a:t>
            </a:r>
            <a:r>
              <a:rPr dirty="0">
                <a:solidFill>
                  <a:srgbClr val="000000"/>
                </a:solidFill>
                <a:latin typeface="UKIJ CJK"/>
                <a:cs typeface="UKIJ CJK"/>
              </a:rPr>
              <a:t>），且系统回到状态（  </a:t>
            </a:r>
            <a:r>
              <a:rPr dirty="0">
                <a:solidFill>
                  <a:srgbClr val="000000"/>
                </a:solidFill>
              </a:rPr>
              <a:t>000</a:t>
            </a:r>
            <a:r>
              <a:rPr dirty="0">
                <a:solidFill>
                  <a:srgbClr val="000000"/>
                </a:solidFill>
                <a:latin typeface="UKIJ CJK"/>
                <a:cs typeface="UKIJ CJK"/>
              </a:rPr>
              <a:t>）。确认帧的丢失更为复杂，需要两种转换：</a:t>
            </a:r>
            <a:r>
              <a:rPr dirty="0">
                <a:solidFill>
                  <a:srgbClr val="000000"/>
                </a:solidFill>
              </a:rPr>
              <a:t>7</a:t>
            </a:r>
            <a:r>
              <a:rPr dirty="0">
                <a:solidFill>
                  <a:srgbClr val="000000"/>
                </a:solidFill>
                <a:latin typeface="UKIJ CJK"/>
                <a:cs typeface="UKIJ CJK"/>
              </a:rPr>
              <a:t>和</a:t>
            </a:r>
            <a:r>
              <a:rPr dirty="0">
                <a:solidFill>
                  <a:srgbClr val="000000"/>
                </a:solidFill>
              </a:rPr>
              <a:t>5</a:t>
            </a:r>
            <a:r>
              <a:rPr dirty="0">
                <a:solidFill>
                  <a:srgbClr val="000000"/>
                </a:solidFill>
                <a:latin typeface="UKIJ CJK"/>
                <a:cs typeface="UKIJ CJK"/>
              </a:rPr>
              <a:t>，或</a:t>
            </a:r>
            <a:r>
              <a:rPr dirty="0">
                <a:solidFill>
                  <a:srgbClr val="000000"/>
                </a:solidFill>
              </a:rPr>
              <a:t>8  </a:t>
            </a:r>
            <a:r>
              <a:rPr dirty="0">
                <a:solidFill>
                  <a:srgbClr val="000000"/>
                </a:solidFill>
                <a:latin typeface="UKIJ CJK"/>
                <a:cs typeface="UKIJ CJK"/>
              </a:rPr>
              <a:t>和</a:t>
            </a:r>
            <a:r>
              <a:rPr dirty="0">
                <a:solidFill>
                  <a:srgbClr val="000000"/>
                </a:solidFill>
              </a:rPr>
              <a:t>6</a:t>
            </a:r>
            <a:r>
              <a:rPr dirty="0">
                <a:solidFill>
                  <a:srgbClr val="000000"/>
                </a:solidFill>
                <a:latin typeface="UKIJ CJK"/>
                <a:cs typeface="UKIJ CJK"/>
              </a:rPr>
              <a:t>，直到修复损坏。从理论上讲，应当共有</a:t>
            </a:r>
            <a:r>
              <a:rPr dirty="0" spc="-5">
                <a:solidFill>
                  <a:srgbClr val="000000"/>
                </a:solidFill>
              </a:rPr>
              <a:t>2</a:t>
            </a:r>
            <a:r>
              <a:rPr dirty="0" spc="-5">
                <a:solidFill>
                  <a:srgbClr val="000000"/>
                </a:solidFill>
                <a:latin typeface="Symbol"/>
                <a:cs typeface="Symbol"/>
              </a:rPr>
              <a:t></a:t>
            </a:r>
            <a:r>
              <a:rPr dirty="0" spc="-5">
                <a:solidFill>
                  <a:srgbClr val="000000"/>
                </a:solidFill>
              </a:rPr>
              <a:t>2</a:t>
            </a:r>
            <a:r>
              <a:rPr dirty="0" spc="-5">
                <a:solidFill>
                  <a:srgbClr val="000000"/>
                </a:solidFill>
                <a:latin typeface="Symbol"/>
                <a:cs typeface="Symbol"/>
              </a:rPr>
              <a:t></a:t>
            </a:r>
            <a:r>
              <a:rPr dirty="0" spc="-5">
                <a:solidFill>
                  <a:srgbClr val="000000"/>
                </a:solidFill>
              </a:rPr>
              <a:t>4</a:t>
            </a:r>
            <a:r>
              <a:rPr dirty="0" spc="-3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=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16</a:t>
            </a:r>
            <a:r>
              <a:rPr dirty="0">
                <a:solidFill>
                  <a:srgbClr val="000000"/>
                </a:solidFill>
                <a:latin typeface="UKIJ CJK"/>
                <a:cs typeface="UKIJ CJK"/>
              </a:rPr>
              <a:t>种不 同的状态。去掉没有意义的组合后，还剩下</a:t>
            </a:r>
            <a:r>
              <a:rPr dirty="0">
                <a:solidFill>
                  <a:srgbClr val="000000"/>
                </a:solidFill>
              </a:rPr>
              <a:t>10</a:t>
            </a:r>
            <a:r>
              <a:rPr dirty="0">
                <a:solidFill>
                  <a:srgbClr val="000000"/>
                </a:solidFill>
                <a:latin typeface="UKIJ CJK"/>
                <a:cs typeface="UKIJ CJK"/>
              </a:rPr>
              <a:t>种状态，而导 致状态变迁的输入事件共有</a:t>
            </a:r>
            <a:r>
              <a:rPr dirty="0">
                <a:solidFill>
                  <a:srgbClr val="000000"/>
                </a:solidFill>
              </a:rPr>
              <a:t>9</a:t>
            </a:r>
            <a:r>
              <a:rPr dirty="0">
                <a:solidFill>
                  <a:srgbClr val="000000"/>
                </a:solidFill>
                <a:latin typeface="UKIJ CJK"/>
                <a:cs typeface="UKIJ CJK"/>
              </a:rPr>
              <a:t>种（标号</a:t>
            </a:r>
            <a:r>
              <a:rPr dirty="0" spc="-5">
                <a:solidFill>
                  <a:srgbClr val="000000"/>
                </a:solidFill>
              </a:rPr>
              <a:t>0</a:t>
            </a:r>
            <a:r>
              <a:rPr dirty="0" spc="-5">
                <a:solidFill>
                  <a:srgbClr val="000000"/>
                </a:solidFill>
                <a:latin typeface="Symbol"/>
                <a:cs typeface="Symbol"/>
              </a:rPr>
              <a:t></a:t>
            </a:r>
            <a:r>
              <a:rPr dirty="0" spc="-5">
                <a:solidFill>
                  <a:srgbClr val="000000"/>
                </a:solidFill>
              </a:rPr>
              <a:t>8</a:t>
            </a:r>
            <a:r>
              <a:rPr dirty="0" spc="-5">
                <a:solidFill>
                  <a:srgbClr val="000000"/>
                </a:solidFill>
                <a:latin typeface="UKIJ CJK"/>
                <a:cs typeface="UKIJ CJK"/>
              </a:rPr>
              <a:t>）</a:t>
            </a:r>
            <a:r>
              <a:rPr dirty="0">
                <a:solidFill>
                  <a:srgbClr val="000000"/>
                </a:solidFill>
                <a:latin typeface="UKIJ CJK"/>
                <a:cs typeface="UKIJ CJK"/>
              </a:rPr>
              <a:t>。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9089" y="424091"/>
            <a:ext cx="5146675" cy="3314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84835" algn="l"/>
              </a:tabLst>
            </a:pPr>
            <a:r>
              <a:rPr dirty="0" sz="2000" spc="10" b="0">
                <a:latin typeface="Noto Sans CJK JP Medium"/>
                <a:cs typeface="Noto Sans CJK JP Medium"/>
              </a:rPr>
              <a:t>表</a:t>
            </a:r>
            <a:r>
              <a:rPr dirty="0" sz="2000" b="1">
                <a:latin typeface="Times New Roman"/>
                <a:cs typeface="Times New Roman"/>
              </a:rPr>
              <a:t>1</a:t>
            </a:r>
            <a:r>
              <a:rPr dirty="0" sz="2000" b="1">
                <a:latin typeface="Times New Roman"/>
                <a:cs typeface="Times New Roman"/>
              </a:rPr>
              <a:t>	</a:t>
            </a:r>
            <a:r>
              <a:rPr dirty="0" sz="2000" spc="10" b="0">
                <a:latin typeface="Noto Sans CJK JP Medium"/>
                <a:cs typeface="Noto Sans CJK JP Medium"/>
              </a:rPr>
              <a:t>事件及状态变迁表</a:t>
            </a:r>
            <a:r>
              <a:rPr dirty="0" sz="1600">
                <a:latin typeface="Noto Sans CJK JP Black"/>
                <a:cs typeface="Noto Sans CJK JP Black"/>
              </a:rPr>
              <a:t>（注</a:t>
            </a:r>
            <a:r>
              <a:rPr dirty="0" sz="1600" spc="-5">
                <a:latin typeface="Times New Roman"/>
                <a:cs typeface="Times New Roman"/>
              </a:rPr>
              <a:t>:</a:t>
            </a:r>
            <a:r>
              <a:rPr dirty="0" sz="1600">
                <a:latin typeface="Noto Sans CJK JP Black"/>
                <a:cs typeface="Noto Sans CJK JP Black"/>
              </a:rPr>
              <a:t>表中</a:t>
            </a:r>
            <a:r>
              <a:rPr dirty="0" sz="1600" spc="-5">
                <a:latin typeface="Times New Roman"/>
                <a:cs typeface="Times New Roman"/>
              </a:rPr>
              <a:t>X</a:t>
            </a:r>
            <a:r>
              <a:rPr dirty="0" sz="1600">
                <a:latin typeface="Noto Sans CJK JP Black"/>
                <a:cs typeface="Noto Sans CJK JP Black"/>
              </a:rPr>
              <a:t>代表为任何状态</a:t>
            </a:r>
            <a:r>
              <a:rPr dirty="0" sz="1600" spc="-5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08934" y="1289507"/>
            <a:ext cx="48323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5" b="0">
                <a:latin typeface="Noto Sans CJK JP Medium"/>
                <a:cs typeface="Noto Sans CJK JP Medium"/>
              </a:rPr>
              <a:t>络</a:t>
            </a:r>
            <a:r>
              <a:rPr dirty="0" sz="1800" b="0">
                <a:latin typeface="Noto Sans CJK JP Medium"/>
                <a:cs typeface="Noto Sans CJK JP Medium"/>
              </a:rPr>
              <a:t>层</a:t>
            </a:r>
            <a:endParaRPr sz="1800">
              <a:latin typeface="Noto Sans CJK JP Medium"/>
              <a:cs typeface="Noto Sans CJK JP Medium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62229" y="1045032"/>
          <a:ext cx="8340090" cy="5428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8655"/>
                <a:gridCol w="685800"/>
                <a:gridCol w="694690"/>
                <a:gridCol w="694689"/>
                <a:gridCol w="687070"/>
                <a:gridCol w="4912995"/>
              </a:tblGrid>
              <a:tr h="721994">
                <a:tc>
                  <a:txBody>
                    <a:bodyPr/>
                    <a:lstStyle/>
                    <a:p>
                      <a:pPr algn="ctr" marR="635">
                        <a:lnSpc>
                          <a:spcPts val="2025"/>
                        </a:lnSpc>
                      </a:pPr>
                      <a:r>
                        <a:rPr dirty="0" sz="1800" spc="5" b="0">
                          <a:latin typeface="Noto Sans CJK JP Medium"/>
                          <a:cs typeface="Noto Sans CJK JP Medium"/>
                        </a:rPr>
                        <a:t>序</a:t>
                      </a:r>
                      <a:r>
                        <a:rPr dirty="0" sz="1800" b="0">
                          <a:latin typeface="Noto Sans CJK JP Medium"/>
                          <a:cs typeface="Noto Sans CJK JP Medium"/>
                        </a:rPr>
                        <a:t>号</a:t>
                      </a:r>
                      <a:endParaRPr sz="1800">
                        <a:latin typeface="Noto Sans CJK JP Medium"/>
                        <a:cs typeface="Noto Sans CJK JP Medium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ts val="2025"/>
                        </a:lnSpc>
                      </a:pPr>
                      <a:r>
                        <a:rPr dirty="0" sz="1800" spc="5" b="0">
                          <a:latin typeface="Noto Sans CJK JP Medium"/>
                          <a:cs typeface="Noto Sans CJK JP Medium"/>
                        </a:rPr>
                        <a:t>执</a:t>
                      </a:r>
                      <a:r>
                        <a:rPr dirty="0" sz="1800" b="0">
                          <a:latin typeface="Noto Sans CJK JP Medium"/>
                          <a:cs typeface="Noto Sans CJK JP Medium"/>
                        </a:rPr>
                        <a:t>行</a:t>
                      </a:r>
                      <a:endParaRPr sz="1800">
                        <a:latin typeface="Noto Sans CJK JP Medium"/>
                        <a:cs typeface="Noto Sans CJK JP Medium"/>
                      </a:endParaRPr>
                    </a:p>
                    <a:p>
                      <a:pPr marL="224154">
                        <a:lnSpc>
                          <a:spcPct val="100000"/>
                        </a:lnSpc>
                      </a:pPr>
                      <a:r>
                        <a:rPr dirty="0" sz="1800" b="0">
                          <a:latin typeface="Noto Sans CJK JP Medium"/>
                          <a:cs typeface="Noto Sans CJK JP Medium"/>
                        </a:rPr>
                        <a:t>方</a:t>
                      </a:r>
                      <a:endParaRPr sz="1800">
                        <a:latin typeface="Noto Sans CJK JP Medium"/>
                        <a:cs typeface="Noto Sans CJK JP Medium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2025"/>
                        </a:lnSpc>
                      </a:pPr>
                      <a:r>
                        <a:rPr dirty="0" sz="1800" spc="5" b="0">
                          <a:latin typeface="Noto Sans CJK JP Medium"/>
                          <a:cs typeface="Noto Sans CJK JP Medium"/>
                        </a:rPr>
                        <a:t>接</a:t>
                      </a:r>
                      <a:r>
                        <a:rPr dirty="0" sz="1800" b="0">
                          <a:latin typeface="Noto Sans CJK JP Medium"/>
                          <a:cs typeface="Noto Sans CJK JP Medium"/>
                        </a:rPr>
                        <a:t>收</a:t>
                      </a:r>
                      <a:endParaRPr sz="1800">
                        <a:latin typeface="Noto Sans CJK JP Medium"/>
                        <a:cs typeface="Noto Sans CJK JP Medium"/>
                      </a:endParaRPr>
                    </a:p>
                    <a:p>
                      <a:pPr marL="117475">
                        <a:lnSpc>
                          <a:spcPct val="100000"/>
                        </a:lnSpc>
                      </a:pPr>
                      <a:r>
                        <a:rPr dirty="0" sz="1800" spc="5" b="0">
                          <a:latin typeface="Noto Sans CJK JP Medium"/>
                          <a:cs typeface="Noto Sans CJK JP Medium"/>
                        </a:rPr>
                        <a:t>的</a:t>
                      </a:r>
                      <a:r>
                        <a:rPr dirty="0" sz="1800" b="0">
                          <a:latin typeface="Noto Sans CJK JP Medium"/>
                          <a:cs typeface="Noto Sans CJK JP Medium"/>
                        </a:rPr>
                        <a:t>帧</a:t>
                      </a:r>
                      <a:endParaRPr sz="1800">
                        <a:latin typeface="Noto Sans CJK JP Medium"/>
                        <a:cs typeface="Noto Sans CJK JP Medium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2025"/>
                        </a:lnSpc>
                      </a:pPr>
                      <a:r>
                        <a:rPr dirty="0" sz="1800" spc="5" b="0">
                          <a:latin typeface="Noto Sans CJK JP Medium"/>
                          <a:cs typeface="Noto Sans CJK JP Medium"/>
                        </a:rPr>
                        <a:t>发</a:t>
                      </a:r>
                      <a:r>
                        <a:rPr dirty="0" sz="1800" b="0">
                          <a:latin typeface="Noto Sans CJK JP Medium"/>
                          <a:cs typeface="Noto Sans CJK JP Medium"/>
                        </a:rPr>
                        <a:t>送</a:t>
                      </a:r>
                      <a:endParaRPr sz="1800">
                        <a:latin typeface="Noto Sans CJK JP Medium"/>
                        <a:cs typeface="Noto Sans CJK JP Medium"/>
                      </a:endParaRPr>
                    </a:p>
                    <a:p>
                      <a:pPr marL="117475">
                        <a:lnSpc>
                          <a:spcPct val="100000"/>
                        </a:lnSpc>
                      </a:pPr>
                      <a:r>
                        <a:rPr dirty="0" sz="1800" spc="5" b="0">
                          <a:latin typeface="Noto Sans CJK JP Medium"/>
                          <a:cs typeface="Noto Sans CJK JP Medium"/>
                        </a:rPr>
                        <a:t>的</a:t>
                      </a:r>
                      <a:r>
                        <a:rPr dirty="0" sz="1800" b="0">
                          <a:latin typeface="Noto Sans CJK JP Medium"/>
                          <a:cs typeface="Noto Sans CJK JP Medium"/>
                        </a:rPr>
                        <a:t>帧</a:t>
                      </a:r>
                      <a:endParaRPr sz="1800">
                        <a:latin typeface="Noto Sans CJK JP Medium"/>
                        <a:cs typeface="Noto Sans CJK JP Medium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ts val="2025"/>
                        </a:lnSpc>
                      </a:pPr>
                      <a:r>
                        <a:rPr dirty="0" sz="1800" spc="5" b="0">
                          <a:latin typeface="Noto Sans CJK JP Medium"/>
                          <a:cs typeface="Noto Sans CJK JP Medium"/>
                        </a:rPr>
                        <a:t>送</a:t>
                      </a:r>
                      <a:r>
                        <a:rPr dirty="0" sz="1800" b="0">
                          <a:latin typeface="Noto Sans CJK JP Medium"/>
                          <a:cs typeface="Noto Sans CJK JP Medium"/>
                        </a:rPr>
                        <a:t>网</a:t>
                      </a:r>
                      <a:endParaRPr sz="1800">
                        <a:latin typeface="Noto Sans CJK JP Medium"/>
                        <a:cs typeface="Noto Sans CJK JP Medium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935">
                        <a:lnSpc>
                          <a:spcPts val="2025"/>
                        </a:lnSpc>
                        <a:tabLst>
                          <a:tab pos="2923540" algn="l"/>
                        </a:tabLst>
                      </a:pPr>
                      <a:r>
                        <a:rPr dirty="0" sz="1800" spc="5" b="0">
                          <a:latin typeface="Noto Sans CJK JP Medium"/>
                          <a:cs typeface="Noto Sans CJK JP Medium"/>
                        </a:rPr>
                        <a:t>状态变</a:t>
                      </a:r>
                      <a:r>
                        <a:rPr dirty="0" sz="1800" b="0">
                          <a:latin typeface="Noto Sans CJK JP Medium"/>
                          <a:cs typeface="Noto Sans CJK JP Medium"/>
                        </a:rPr>
                        <a:t>迁	</a:t>
                      </a:r>
                      <a:r>
                        <a:rPr dirty="0" sz="1800" spc="5" b="0">
                          <a:latin typeface="Noto Sans CJK JP Medium"/>
                          <a:cs typeface="Noto Sans CJK JP Medium"/>
                        </a:rPr>
                        <a:t>说</a:t>
                      </a:r>
                      <a:r>
                        <a:rPr dirty="0" sz="1800" b="0">
                          <a:latin typeface="Noto Sans CJK JP Medium"/>
                          <a:cs typeface="Noto Sans CJK JP Medium"/>
                        </a:rPr>
                        <a:t>明</a:t>
                      </a:r>
                      <a:endParaRPr sz="1800">
                        <a:latin typeface="Noto Sans CJK JP Medium"/>
                        <a:cs typeface="Noto Sans CJK JP Medium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3641">
                <a:tc>
                  <a:txBody>
                    <a:bodyPr/>
                    <a:lstStyle/>
                    <a:p>
                      <a:pPr algn="ctr">
                        <a:lnSpc>
                          <a:spcPts val="2055"/>
                        </a:lnSpc>
                      </a:pPr>
                      <a:r>
                        <a:rPr dirty="0" sz="1800" b="1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09855">
                        <a:lnSpc>
                          <a:spcPts val="2055"/>
                        </a:lnSpc>
                        <a:tabLst>
                          <a:tab pos="1463040" algn="l"/>
                        </a:tabLst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XXX→XXS	</a:t>
                      </a:r>
                      <a:r>
                        <a:rPr dirty="0" baseline="1543" sz="2700">
                          <a:latin typeface="UKIJ CJK"/>
                          <a:cs typeface="UKIJ CJK"/>
                        </a:rPr>
                        <a:t>丢失帧，帧</a:t>
                      </a:r>
                      <a:r>
                        <a:rPr dirty="0" baseline="1543" sz="270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dirty="0" baseline="1543" sz="2700">
                          <a:latin typeface="UKIJ CJK"/>
                          <a:cs typeface="UKIJ CJK"/>
                        </a:rPr>
                        <a:t>、帧</a:t>
                      </a:r>
                      <a:r>
                        <a:rPr dirty="0" baseline="1543" sz="270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baseline="1543" sz="2700">
                          <a:latin typeface="UKIJ CJK"/>
                          <a:cs typeface="UKIJ CJK"/>
                        </a:rPr>
                        <a:t>或确认帧</a:t>
                      </a:r>
                      <a:r>
                        <a:rPr dirty="0" baseline="1543" sz="2700" spc="-7">
                          <a:latin typeface="Times New Roman"/>
                          <a:cs typeface="Times New Roman"/>
                        </a:rPr>
                        <a:t>ACK</a:t>
                      </a:r>
                      <a:endParaRPr baseline="1543"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5665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800" b="1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4450"/>
                </a:tc>
                <a:tc>
                  <a:txBody>
                    <a:bodyPr/>
                    <a:lstStyle/>
                    <a:p>
                      <a:pPr marL="26225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445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4450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4450"/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800">
                          <a:latin typeface="UKIJ CJK"/>
                          <a:cs typeface="UKIJ CJK"/>
                        </a:rPr>
                        <a:t>是</a:t>
                      </a:r>
                      <a:endParaRPr sz="1800">
                        <a:latin typeface="UKIJ CJK"/>
                        <a:cs typeface="UKIJ CJK"/>
                      </a:endParaRPr>
                    </a:p>
                  </a:txBody>
                  <a:tcPr marL="0" marR="0" marB="0" marT="40640"/>
                </a:tc>
                <a:tc>
                  <a:txBody>
                    <a:bodyPr/>
                    <a:lstStyle/>
                    <a:p>
                      <a:pPr algn="ctr" marL="149860">
                        <a:lnSpc>
                          <a:spcPts val="2145"/>
                        </a:lnSpc>
                        <a:spcBef>
                          <a:spcPts val="350"/>
                        </a:spcBef>
                        <a:tabLst>
                          <a:tab pos="1394460" algn="l"/>
                        </a:tabLst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000→01A	</a:t>
                      </a:r>
                      <a:r>
                        <a:rPr dirty="0" baseline="1543" sz="2700" spc="150">
                          <a:latin typeface="UKIJ CJK"/>
                          <a:cs typeface="UKIJ CJK"/>
                        </a:rPr>
                        <a:t>收到帧</a:t>
                      </a:r>
                      <a:r>
                        <a:rPr dirty="0" baseline="1543" sz="2700" spc="15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dirty="0" baseline="1543" sz="2700" spc="150">
                          <a:latin typeface="UKIJ CJK"/>
                          <a:cs typeface="UKIJ CJK"/>
                        </a:rPr>
                        <a:t>，期待帧</a:t>
                      </a:r>
                      <a:r>
                        <a:rPr dirty="0" baseline="1543" sz="2700" spc="15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baseline="1543" sz="2700" spc="150">
                          <a:latin typeface="UKIJ CJK"/>
                          <a:cs typeface="UKIJ CJK"/>
                        </a:rPr>
                        <a:t>，向</a:t>
                      </a:r>
                      <a:r>
                        <a:rPr dirty="0" baseline="1543" sz="2700" spc="157">
                          <a:latin typeface="UKIJ CJK"/>
                          <a:cs typeface="UKIJ CJK"/>
                        </a:rPr>
                        <a:t>信道发</a:t>
                      </a:r>
                      <a:r>
                        <a:rPr dirty="0" baseline="1543" sz="2700">
                          <a:latin typeface="UKIJ CJK"/>
                          <a:cs typeface="UKIJ CJK"/>
                        </a:rPr>
                        <a:t>送</a:t>
                      </a:r>
                      <a:endParaRPr baseline="1543" sz="2700">
                        <a:latin typeface="UKIJ CJK"/>
                        <a:cs typeface="UKIJ CJK"/>
                      </a:endParaRPr>
                    </a:p>
                    <a:p>
                      <a:pPr algn="ctr" marR="9525">
                        <a:lnSpc>
                          <a:spcPts val="1864"/>
                        </a:lnSpc>
                      </a:pPr>
                      <a:r>
                        <a:rPr dirty="0" sz="1800" spc="-5">
                          <a:latin typeface="Times New Roman"/>
                          <a:cs typeface="Times New Roman"/>
                        </a:rPr>
                        <a:t>ACK</a:t>
                      </a:r>
                      <a:r>
                        <a:rPr dirty="0" sz="1800" spc="-5">
                          <a:latin typeface="UKIJ CJK"/>
                          <a:cs typeface="UKIJ CJK"/>
                        </a:rPr>
                        <a:t>，</a:t>
                      </a:r>
                      <a:r>
                        <a:rPr dirty="0" sz="1800">
                          <a:latin typeface="UKIJ CJK"/>
                          <a:cs typeface="UKIJ CJK"/>
                        </a:rPr>
                        <a:t>帧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dirty="0" sz="1800">
                          <a:latin typeface="UKIJ CJK"/>
                          <a:cs typeface="UKIJ CJK"/>
                        </a:rPr>
                        <a:t>送网络层</a:t>
                      </a:r>
                      <a:endParaRPr sz="1800">
                        <a:latin typeface="UKIJ CJK"/>
                        <a:cs typeface="UKIJ CJK"/>
                      </a:endParaRPr>
                    </a:p>
                  </a:txBody>
                  <a:tcPr marL="0" marR="0" marB="0" marT="44450"/>
                </a:tc>
              </a:tr>
              <a:tr h="5167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70"/>
                        </a:spcBef>
                      </a:pPr>
                      <a:r>
                        <a:rPr dirty="0" sz="1800" b="1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9390"/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157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939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7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9390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57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9390"/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157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-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9390"/>
                </a:tc>
                <a:tc>
                  <a:txBody>
                    <a:bodyPr/>
                    <a:lstStyle/>
                    <a:p>
                      <a:pPr marL="226695">
                        <a:lnSpc>
                          <a:spcPct val="100000"/>
                        </a:lnSpc>
                        <a:spcBef>
                          <a:spcPts val="1570"/>
                        </a:spcBef>
                        <a:tabLst>
                          <a:tab pos="1463040" algn="l"/>
                        </a:tabLst>
                      </a:pP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01A→111	</a:t>
                      </a:r>
                      <a:r>
                        <a:rPr dirty="0" baseline="1543" sz="2700">
                          <a:latin typeface="UKIJ CJK"/>
                          <a:cs typeface="UKIJ CJK"/>
                        </a:rPr>
                        <a:t>收到</a:t>
                      </a:r>
                      <a:r>
                        <a:rPr dirty="0" baseline="1543" sz="2700" spc="-7">
                          <a:latin typeface="Times New Roman"/>
                          <a:cs typeface="Times New Roman"/>
                        </a:rPr>
                        <a:t>ACK</a:t>
                      </a:r>
                      <a:r>
                        <a:rPr dirty="0" baseline="1543" sz="2700" spc="-7">
                          <a:latin typeface="UKIJ CJK"/>
                          <a:cs typeface="UKIJ CJK"/>
                        </a:rPr>
                        <a:t>，</a:t>
                      </a:r>
                      <a:r>
                        <a:rPr dirty="0" baseline="1543" sz="2700">
                          <a:latin typeface="UKIJ CJK"/>
                          <a:cs typeface="UKIJ CJK"/>
                        </a:rPr>
                        <a:t>向信道发送帧</a:t>
                      </a:r>
                      <a:r>
                        <a:rPr dirty="0" baseline="1543" sz="2700">
                          <a:latin typeface="Times New Roman"/>
                          <a:cs typeface="Times New Roman"/>
                        </a:rPr>
                        <a:t>1</a:t>
                      </a:r>
                      <a:endParaRPr baseline="1543"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9390"/>
                </a:tc>
              </a:tr>
              <a:tr h="5665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800" b="1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4450"/>
                </a:tc>
                <a:tc>
                  <a:txBody>
                    <a:bodyPr/>
                    <a:lstStyle/>
                    <a:p>
                      <a:pPr marL="26225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445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4450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4450"/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800">
                          <a:latin typeface="UKIJ CJK"/>
                          <a:cs typeface="UKIJ CJK"/>
                        </a:rPr>
                        <a:t>是</a:t>
                      </a:r>
                      <a:endParaRPr sz="1800">
                        <a:latin typeface="UKIJ CJK"/>
                        <a:cs typeface="UKIJ CJK"/>
                      </a:endParaRPr>
                    </a:p>
                  </a:txBody>
                  <a:tcPr marL="0" marR="0" marB="0" marT="40640"/>
                </a:tc>
                <a:tc>
                  <a:txBody>
                    <a:bodyPr/>
                    <a:lstStyle/>
                    <a:p>
                      <a:pPr algn="ctr" marL="158750">
                        <a:lnSpc>
                          <a:spcPts val="2145"/>
                        </a:lnSpc>
                        <a:spcBef>
                          <a:spcPts val="350"/>
                        </a:spcBef>
                        <a:tabLst>
                          <a:tab pos="1394460" algn="l"/>
                        </a:tabLst>
                      </a:pP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111→10A	</a:t>
                      </a:r>
                      <a:r>
                        <a:rPr dirty="0" baseline="1543" sz="2700" spc="150">
                          <a:latin typeface="UKIJ CJK"/>
                          <a:cs typeface="UKIJ CJK"/>
                        </a:rPr>
                        <a:t>收到帧</a:t>
                      </a:r>
                      <a:r>
                        <a:rPr dirty="0" baseline="1543" sz="2700" spc="15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baseline="1543" sz="2700" spc="150">
                          <a:latin typeface="UKIJ CJK"/>
                          <a:cs typeface="UKIJ CJK"/>
                        </a:rPr>
                        <a:t>，期待帧</a:t>
                      </a:r>
                      <a:r>
                        <a:rPr dirty="0" baseline="1543" sz="2700" spc="15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dirty="0" baseline="1543" sz="2700" spc="150">
                          <a:latin typeface="UKIJ CJK"/>
                          <a:cs typeface="UKIJ CJK"/>
                        </a:rPr>
                        <a:t>，向</a:t>
                      </a:r>
                      <a:r>
                        <a:rPr dirty="0" baseline="1543" sz="2700" spc="157">
                          <a:latin typeface="UKIJ CJK"/>
                          <a:cs typeface="UKIJ CJK"/>
                        </a:rPr>
                        <a:t>信道发</a:t>
                      </a:r>
                      <a:r>
                        <a:rPr dirty="0" baseline="1543" sz="2700">
                          <a:latin typeface="UKIJ CJK"/>
                          <a:cs typeface="UKIJ CJK"/>
                        </a:rPr>
                        <a:t>送</a:t>
                      </a:r>
                      <a:endParaRPr baseline="1543" sz="2700">
                        <a:latin typeface="UKIJ CJK"/>
                        <a:cs typeface="UKIJ CJK"/>
                      </a:endParaRPr>
                    </a:p>
                    <a:p>
                      <a:pPr algn="ctr" marR="9525">
                        <a:lnSpc>
                          <a:spcPts val="1864"/>
                        </a:lnSpc>
                      </a:pPr>
                      <a:r>
                        <a:rPr dirty="0" sz="1800" spc="-5">
                          <a:latin typeface="Times New Roman"/>
                          <a:cs typeface="Times New Roman"/>
                        </a:rPr>
                        <a:t>ACK</a:t>
                      </a:r>
                      <a:r>
                        <a:rPr dirty="0" sz="1800" spc="-5">
                          <a:latin typeface="UKIJ CJK"/>
                          <a:cs typeface="UKIJ CJK"/>
                        </a:rPr>
                        <a:t>，</a:t>
                      </a:r>
                      <a:r>
                        <a:rPr dirty="0" sz="1800">
                          <a:latin typeface="UKIJ CJK"/>
                          <a:cs typeface="UKIJ CJK"/>
                        </a:rPr>
                        <a:t>帧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1800">
                          <a:latin typeface="UKIJ CJK"/>
                          <a:cs typeface="UKIJ CJK"/>
                        </a:rPr>
                        <a:t>送网络层</a:t>
                      </a:r>
                      <a:endParaRPr sz="1800">
                        <a:latin typeface="UKIJ CJK"/>
                        <a:cs typeface="UKIJ CJK"/>
                      </a:endParaRPr>
                    </a:p>
                  </a:txBody>
                  <a:tcPr marL="0" marR="0" marB="0" marT="44450"/>
                </a:tc>
              </a:tr>
              <a:tr h="5167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70"/>
                        </a:spcBef>
                      </a:pPr>
                      <a:r>
                        <a:rPr dirty="0" sz="1800" b="1"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9390"/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157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939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7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9390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57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9390"/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157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-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9390"/>
                </a:tc>
                <a:tc>
                  <a:txBody>
                    <a:bodyPr/>
                    <a:lstStyle/>
                    <a:p>
                      <a:pPr marL="217804">
                        <a:lnSpc>
                          <a:spcPct val="100000"/>
                        </a:lnSpc>
                        <a:spcBef>
                          <a:spcPts val="1570"/>
                        </a:spcBef>
                        <a:tabLst>
                          <a:tab pos="1463040" algn="l"/>
                        </a:tabLst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10A→000	</a:t>
                      </a:r>
                      <a:r>
                        <a:rPr dirty="0" baseline="1543" sz="2700">
                          <a:latin typeface="UKIJ CJK"/>
                          <a:cs typeface="UKIJ CJK"/>
                        </a:rPr>
                        <a:t>收到</a:t>
                      </a:r>
                      <a:r>
                        <a:rPr dirty="0" baseline="1543" sz="2700" spc="-7">
                          <a:latin typeface="Times New Roman"/>
                          <a:cs typeface="Times New Roman"/>
                        </a:rPr>
                        <a:t>ACK</a:t>
                      </a:r>
                      <a:r>
                        <a:rPr dirty="0" baseline="1543" sz="2700" spc="-7">
                          <a:latin typeface="UKIJ CJK"/>
                          <a:cs typeface="UKIJ CJK"/>
                        </a:rPr>
                        <a:t>，</a:t>
                      </a:r>
                      <a:r>
                        <a:rPr dirty="0" baseline="1543" sz="2700">
                          <a:latin typeface="UKIJ CJK"/>
                          <a:cs typeface="UKIJ CJK"/>
                        </a:rPr>
                        <a:t>向信道发送帧</a:t>
                      </a:r>
                      <a:r>
                        <a:rPr dirty="0" baseline="1543" sz="2700">
                          <a:latin typeface="Times New Roman"/>
                          <a:cs typeface="Times New Roman"/>
                        </a:rPr>
                        <a:t>0</a:t>
                      </a:r>
                      <a:endParaRPr baseline="1543"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9390"/>
                </a:tc>
              </a:tr>
              <a:tr h="55137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800" b="1">
                          <a:latin typeface="Times New Roman"/>
                          <a:cs typeface="Times New Roman"/>
                        </a:rPr>
                        <a:t>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4450"/>
                </a:tc>
                <a:tc>
                  <a:txBody>
                    <a:bodyPr/>
                    <a:lstStyle/>
                    <a:p>
                      <a:pPr marL="26225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445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4450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4450"/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800">
                          <a:latin typeface="UKIJ CJK"/>
                          <a:cs typeface="UKIJ CJK"/>
                        </a:rPr>
                        <a:t>否</a:t>
                      </a:r>
                      <a:endParaRPr sz="1800">
                        <a:latin typeface="UKIJ CJK"/>
                        <a:cs typeface="UKIJ CJK"/>
                      </a:endParaRPr>
                    </a:p>
                  </a:txBody>
                  <a:tcPr marL="0" marR="0" marB="0" marT="40640"/>
                </a:tc>
                <a:tc>
                  <a:txBody>
                    <a:bodyPr/>
                    <a:lstStyle/>
                    <a:p>
                      <a:pPr marL="1463040" marR="100965" indent="-1245235">
                        <a:lnSpc>
                          <a:spcPts val="2130"/>
                        </a:lnSpc>
                        <a:spcBef>
                          <a:spcPts val="445"/>
                        </a:spcBef>
                        <a:tabLst>
                          <a:tab pos="1463040" algn="l"/>
                        </a:tabLst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010→01A	</a:t>
                      </a:r>
                      <a:r>
                        <a:rPr dirty="0" baseline="1543" sz="2700">
                          <a:latin typeface="UKIJ CJK"/>
                          <a:cs typeface="UKIJ CJK"/>
                        </a:rPr>
                        <a:t>收到帧</a:t>
                      </a:r>
                      <a:r>
                        <a:rPr dirty="0" baseline="1543" sz="270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dirty="0" baseline="1543" sz="2700">
                          <a:latin typeface="UKIJ CJK"/>
                          <a:cs typeface="UKIJ CJK"/>
                        </a:rPr>
                        <a:t>并丢弃，向信道发送</a:t>
                      </a:r>
                      <a:r>
                        <a:rPr dirty="0" baseline="1543" sz="27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baseline="1543" sz="2700" spc="-7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dirty="0" baseline="1543" sz="2700">
                          <a:latin typeface="Times New Roman"/>
                          <a:cs typeface="Times New Roman"/>
                        </a:rPr>
                        <a:t>K </a:t>
                      </a:r>
                      <a:r>
                        <a:rPr dirty="0" sz="1800">
                          <a:latin typeface="UKIJ CJK"/>
                          <a:cs typeface="UKIJ CJK"/>
                        </a:rPr>
                        <a:t>不向信道发送帧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6515"/>
                </a:tc>
              </a:tr>
              <a:tr h="7371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89"/>
                        </a:spcBef>
                      </a:pPr>
                      <a:r>
                        <a:rPr dirty="0" sz="1800" b="1">
                          <a:latin typeface="Times New Roman"/>
                          <a:cs typeface="Times New Roman"/>
                        </a:rPr>
                        <a:t>6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14629"/>
                </a:tc>
                <a:tc>
                  <a:txBody>
                    <a:bodyPr/>
                    <a:lstStyle/>
                    <a:p>
                      <a:pPr marL="262255">
                        <a:lnSpc>
                          <a:spcPct val="100000"/>
                        </a:lnSpc>
                        <a:spcBef>
                          <a:spcPts val="1689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1462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89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14629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689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14629"/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1660"/>
                        </a:spcBef>
                      </a:pPr>
                      <a:r>
                        <a:rPr dirty="0" sz="1800">
                          <a:latin typeface="UKIJ CJK"/>
                          <a:cs typeface="UKIJ CJK"/>
                        </a:rPr>
                        <a:t>否</a:t>
                      </a:r>
                      <a:endParaRPr sz="1800">
                        <a:latin typeface="UKIJ CJK"/>
                        <a:cs typeface="UKIJ CJK"/>
                      </a:endParaRPr>
                    </a:p>
                  </a:txBody>
                  <a:tcPr marL="0" marR="0" marB="0" marT="210820"/>
                </a:tc>
                <a:tc>
                  <a:txBody>
                    <a:bodyPr/>
                    <a:lstStyle/>
                    <a:p>
                      <a:pPr marL="1463040" marR="100965" indent="-1245235">
                        <a:lnSpc>
                          <a:spcPts val="2130"/>
                        </a:lnSpc>
                        <a:spcBef>
                          <a:spcPts val="1785"/>
                        </a:spcBef>
                        <a:tabLst>
                          <a:tab pos="1463040" algn="l"/>
                        </a:tabLst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010→10A	</a:t>
                      </a:r>
                      <a:r>
                        <a:rPr dirty="0" baseline="1543" sz="2700">
                          <a:latin typeface="UKIJ CJK"/>
                          <a:cs typeface="UKIJ CJK"/>
                        </a:rPr>
                        <a:t>收到帧</a:t>
                      </a:r>
                      <a:r>
                        <a:rPr dirty="0" baseline="1543" sz="270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baseline="1543" sz="2700">
                          <a:latin typeface="UKIJ CJK"/>
                          <a:cs typeface="UKIJ CJK"/>
                        </a:rPr>
                        <a:t>并丢弃，向信道发送</a:t>
                      </a:r>
                      <a:r>
                        <a:rPr dirty="0" baseline="1543" sz="27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baseline="1543" sz="2700" spc="-7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dirty="0" baseline="1543" sz="2700">
                          <a:latin typeface="Times New Roman"/>
                          <a:cs typeface="Times New Roman"/>
                        </a:rPr>
                        <a:t>K </a:t>
                      </a:r>
                      <a:r>
                        <a:rPr dirty="0" sz="1800">
                          <a:latin typeface="UKIJ CJK"/>
                          <a:cs typeface="UKIJ CJK"/>
                        </a:rPr>
                        <a:t>不向信道发送帧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6695"/>
                </a:tc>
              </a:tr>
              <a:tr h="53193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70"/>
                        </a:spcBef>
                      </a:pPr>
                      <a:r>
                        <a:rPr dirty="0" sz="1800" b="1">
                          <a:latin typeface="Times New Roman"/>
                          <a:cs typeface="Times New Roman"/>
                        </a:rPr>
                        <a:t>7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9390"/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157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939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7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9390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57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9390"/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157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-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9390"/>
                </a:tc>
                <a:tc>
                  <a:txBody>
                    <a:bodyPr/>
                    <a:lstStyle/>
                    <a:p>
                      <a:pPr marL="186055">
                        <a:lnSpc>
                          <a:spcPct val="100000"/>
                        </a:lnSpc>
                        <a:spcBef>
                          <a:spcPts val="1570"/>
                        </a:spcBef>
                        <a:tabLst>
                          <a:tab pos="1463040" algn="l"/>
                        </a:tabLst>
                      </a:pPr>
                      <a:r>
                        <a:rPr dirty="0" sz="1800" spc="-5">
                          <a:latin typeface="Times New Roman"/>
                          <a:cs typeface="Times New Roman"/>
                        </a:rPr>
                        <a:t>0XS→0X0	</a:t>
                      </a:r>
                      <a:r>
                        <a:rPr dirty="0" baseline="1543" sz="2700">
                          <a:latin typeface="UKIJ CJK"/>
                          <a:cs typeface="UKIJ CJK"/>
                        </a:rPr>
                        <a:t>等待超时，重发帧</a:t>
                      </a:r>
                      <a:r>
                        <a:rPr dirty="0" baseline="1543" sz="2700">
                          <a:latin typeface="Times New Roman"/>
                          <a:cs typeface="Times New Roman"/>
                        </a:rPr>
                        <a:t>0</a:t>
                      </a:r>
                      <a:endParaRPr baseline="1543"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9390"/>
                </a:tc>
              </a:tr>
              <a:tr h="40320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800" b="1">
                          <a:latin typeface="Times New Roman"/>
                          <a:cs typeface="Times New Roman"/>
                        </a:rPr>
                        <a:t>8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209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209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209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209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-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209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6055">
                        <a:lnSpc>
                          <a:spcPct val="100000"/>
                        </a:lnSpc>
                        <a:spcBef>
                          <a:spcPts val="229"/>
                        </a:spcBef>
                        <a:tabLst>
                          <a:tab pos="1463040" algn="l"/>
                        </a:tabLst>
                      </a:pPr>
                      <a:r>
                        <a:rPr dirty="0" sz="1800" spc="-5">
                          <a:latin typeface="Times New Roman"/>
                          <a:cs typeface="Times New Roman"/>
                        </a:rPr>
                        <a:t>1XS→1X1	</a:t>
                      </a:r>
                      <a:r>
                        <a:rPr dirty="0" baseline="1543" sz="2700">
                          <a:latin typeface="UKIJ CJK"/>
                          <a:cs typeface="UKIJ CJK"/>
                        </a:rPr>
                        <a:t>等待超时，重发帧</a:t>
                      </a:r>
                      <a:r>
                        <a:rPr dirty="0" baseline="1543" sz="2700">
                          <a:latin typeface="Times New Roman"/>
                          <a:cs typeface="Times New Roman"/>
                        </a:rPr>
                        <a:t>1</a:t>
                      </a:r>
                      <a:endParaRPr baseline="1543"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209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842" y="304381"/>
            <a:ext cx="415099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65" b="0">
                <a:latin typeface="Noto Sans CJK JP Medium"/>
                <a:cs typeface="Noto Sans CJK JP Medium"/>
              </a:rPr>
              <a:t>（2)</a:t>
            </a:r>
            <a:r>
              <a:rPr dirty="0" spc="585" b="0">
                <a:latin typeface="Noto Sans CJK JP Medium"/>
                <a:cs typeface="Noto Sans CJK JP Medium"/>
              </a:rPr>
              <a:t> </a:t>
            </a:r>
            <a:r>
              <a:rPr dirty="0" spc="5" b="0">
                <a:latin typeface="Noto Sans CJK JP Medium"/>
                <a:cs typeface="Noto Sans CJK JP Medium"/>
              </a:rPr>
              <a:t>全双工信道的停等协议</a:t>
            </a:r>
            <a:r>
              <a:rPr dirty="0"/>
              <a:t>，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842" y="746341"/>
            <a:ext cx="7880984" cy="57461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88900">
              <a:lnSpc>
                <a:spcPct val="120000"/>
              </a:lnSpc>
              <a:spcBef>
                <a:spcPts val="95"/>
              </a:spcBef>
            </a:pPr>
            <a:r>
              <a:rPr dirty="0" sz="2400">
                <a:latin typeface="UKIJ CJK"/>
                <a:cs typeface="UKIJ CJK"/>
              </a:rPr>
              <a:t>传送数据帧的正向信道和传送</a:t>
            </a:r>
            <a:r>
              <a:rPr dirty="0" sz="2400" spc="-5">
                <a:latin typeface="Times New Roman"/>
                <a:cs typeface="Times New Roman"/>
              </a:rPr>
              <a:t>Ack</a:t>
            </a:r>
            <a:r>
              <a:rPr dirty="0" sz="2400">
                <a:latin typeface="UKIJ CJK"/>
                <a:cs typeface="UKIJ CJK"/>
              </a:rPr>
              <a:t>帧的反向信道分开</a:t>
            </a:r>
            <a:r>
              <a:rPr dirty="0" sz="2400" spc="-95">
                <a:latin typeface="UKIJ CJK"/>
                <a:cs typeface="UKIJ CJK"/>
              </a:rPr>
              <a:t> </a:t>
            </a:r>
            <a:r>
              <a:rPr dirty="0" sz="2400" spc="-135">
                <a:latin typeface="UKIJ CJK"/>
                <a:cs typeface="UKIJ CJK"/>
              </a:rPr>
              <a:t>，</a:t>
            </a:r>
            <a:r>
              <a:rPr dirty="0" sz="2400" spc="-135">
                <a:latin typeface="Noto Sans CJK JP Black"/>
                <a:cs typeface="Noto Sans CJK JP Black"/>
              </a:rPr>
              <a:t>2</a:t>
            </a:r>
            <a:r>
              <a:rPr dirty="0" sz="2400">
                <a:latin typeface="UKIJ CJK"/>
                <a:cs typeface="UKIJ CJK"/>
              </a:rPr>
              <a:t>个 协议机的状态和</a:t>
            </a:r>
            <a:r>
              <a:rPr dirty="0" sz="2400" spc="-265">
                <a:latin typeface="Noto Sans CJK JP Black"/>
                <a:cs typeface="Noto Sans CJK JP Black"/>
              </a:rPr>
              <a:t>2</a:t>
            </a:r>
            <a:r>
              <a:rPr dirty="0" sz="2400">
                <a:latin typeface="UKIJ CJK"/>
                <a:cs typeface="UKIJ CJK"/>
              </a:rPr>
              <a:t>条信道的状态的合成状态来描述该协议。 转换与半双工一样，只有当数据帧和确认帧同时出现在信 道上时，才稍有不同。全双工通信的停止等待协议状态变 迁图如下。</a:t>
            </a:r>
            <a:endParaRPr sz="2400">
              <a:latin typeface="UKIJ CJK"/>
              <a:cs typeface="UKIJ CJK"/>
            </a:endParaRPr>
          </a:p>
          <a:p>
            <a:pPr marL="755650" marR="5080" indent="-285750">
              <a:lnSpc>
                <a:spcPct val="120000"/>
              </a:lnSpc>
              <a:spcBef>
                <a:spcPts val="645"/>
              </a:spcBef>
              <a:buClr>
                <a:srgbClr val="0000FF"/>
              </a:buClr>
              <a:buSzPct val="80000"/>
              <a:buFont typeface="Wingdings"/>
              <a:buChar char=""/>
              <a:tabLst>
                <a:tab pos="755650" algn="l"/>
              </a:tabLst>
            </a:pPr>
            <a:r>
              <a:rPr dirty="0" sz="2000">
                <a:latin typeface="UKIJ CJK"/>
                <a:cs typeface="UKIJ CJK"/>
              </a:rPr>
              <a:t>系统状态：（发送方状态、接收方状态、正向数据信道状态</a:t>
            </a:r>
            <a:r>
              <a:rPr dirty="0" sz="2000" spc="-680">
                <a:latin typeface="UKIJ CJK"/>
                <a:cs typeface="UKIJ CJK"/>
              </a:rPr>
              <a:t>、</a:t>
            </a:r>
            <a:r>
              <a:rPr dirty="0" sz="2000" spc="5">
                <a:latin typeface="UKIJ CJK"/>
                <a:cs typeface="UKIJ CJK"/>
              </a:rPr>
              <a:t>反 </a:t>
            </a:r>
            <a:r>
              <a:rPr dirty="0" sz="2000">
                <a:latin typeface="UKIJ CJK"/>
                <a:cs typeface="UKIJ CJK"/>
              </a:rPr>
              <a:t>向</a:t>
            </a:r>
            <a:r>
              <a:rPr dirty="0" sz="2000" spc="-5">
                <a:latin typeface="Times New Roman"/>
                <a:cs typeface="Times New Roman"/>
              </a:rPr>
              <a:t>Ack</a:t>
            </a:r>
            <a:r>
              <a:rPr dirty="0" sz="2000">
                <a:latin typeface="UKIJ CJK"/>
                <a:cs typeface="UKIJ CJK"/>
              </a:rPr>
              <a:t>信道状态</a:t>
            </a:r>
            <a:r>
              <a:rPr dirty="0" sz="2000" spc="5">
                <a:latin typeface="UKIJ CJK"/>
                <a:cs typeface="UKIJ CJK"/>
              </a:rPr>
              <a:t>）</a:t>
            </a:r>
            <a:endParaRPr sz="2000">
              <a:latin typeface="UKIJ CJK"/>
              <a:cs typeface="UKIJ CJK"/>
            </a:endParaRPr>
          </a:p>
          <a:p>
            <a:pPr marL="755650" indent="-285750">
              <a:lnSpc>
                <a:spcPct val="100000"/>
              </a:lnSpc>
              <a:spcBef>
                <a:spcPts val="1080"/>
              </a:spcBef>
              <a:buClr>
                <a:srgbClr val="0000FF"/>
              </a:buClr>
              <a:buSzPct val="80000"/>
              <a:buFont typeface="Wingdings"/>
              <a:buChar char=""/>
              <a:tabLst>
                <a:tab pos="755650" algn="l"/>
              </a:tabLst>
            </a:pPr>
            <a:r>
              <a:rPr dirty="0" sz="2000">
                <a:latin typeface="UKIJ CJK"/>
                <a:cs typeface="UKIJ CJK"/>
              </a:rPr>
              <a:t>则正向信道状态有三</a:t>
            </a:r>
            <a:r>
              <a:rPr dirty="0" sz="2000" spc="5">
                <a:latin typeface="UKIJ CJK"/>
                <a:cs typeface="UKIJ CJK"/>
              </a:rPr>
              <a:t>种</a:t>
            </a:r>
            <a:endParaRPr sz="2000">
              <a:latin typeface="UKIJ CJK"/>
              <a:cs typeface="UKIJ CJK"/>
            </a:endParaRPr>
          </a:p>
          <a:p>
            <a:pPr lvl="1" marL="1155700" indent="-228600">
              <a:lnSpc>
                <a:spcPct val="100000"/>
              </a:lnSpc>
              <a:spcBef>
                <a:spcPts val="480"/>
              </a:spcBef>
              <a:buClr>
                <a:srgbClr val="0000FF"/>
              </a:buClr>
              <a:buSzPct val="75000"/>
              <a:buFont typeface="Wingdings"/>
              <a:buChar char=""/>
              <a:tabLst>
                <a:tab pos="1155700" algn="l"/>
              </a:tabLst>
            </a:pPr>
            <a:r>
              <a:rPr dirty="0" sz="2000" spc="-5">
                <a:latin typeface="Times New Roman"/>
                <a:cs typeface="Times New Roman"/>
              </a:rPr>
              <a:t>0——</a:t>
            </a:r>
            <a:r>
              <a:rPr dirty="0" sz="2000">
                <a:latin typeface="UKIJ CJK"/>
                <a:cs typeface="UKIJ CJK"/>
              </a:rPr>
              <a:t>信道上有</a:t>
            </a:r>
            <a:r>
              <a:rPr dirty="0" sz="2000" spc="-5">
                <a:latin typeface="Times New Roman"/>
                <a:cs typeface="Times New Roman"/>
              </a:rPr>
              <a:t>0</a:t>
            </a:r>
            <a:r>
              <a:rPr dirty="0" sz="2000">
                <a:latin typeface="UKIJ CJK"/>
                <a:cs typeface="UKIJ CJK"/>
              </a:rPr>
              <a:t>号</a:t>
            </a:r>
            <a:r>
              <a:rPr dirty="0" sz="2000" spc="5">
                <a:latin typeface="UKIJ CJK"/>
                <a:cs typeface="UKIJ CJK"/>
              </a:rPr>
              <a:t>帧</a:t>
            </a:r>
            <a:endParaRPr sz="2000">
              <a:latin typeface="UKIJ CJK"/>
              <a:cs typeface="UKIJ CJK"/>
            </a:endParaRPr>
          </a:p>
          <a:p>
            <a:pPr lvl="1" marL="1155700" indent="-228600">
              <a:lnSpc>
                <a:spcPct val="100000"/>
              </a:lnSpc>
              <a:spcBef>
                <a:spcPts val="480"/>
              </a:spcBef>
              <a:buClr>
                <a:srgbClr val="0000FF"/>
              </a:buClr>
              <a:buSzPct val="75000"/>
              <a:buFont typeface="Wingdings"/>
              <a:buChar char=""/>
              <a:tabLst>
                <a:tab pos="1155700" algn="l"/>
              </a:tabLst>
            </a:pPr>
            <a:r>
              <a:rPr dirty="0" sz="2000" spc="-5">
                <a:latin typeface="Times New Roman"/>
                <a:cs typeface="Times New Roman"/>
              </a:rPr>
              <a:t>1——</a:t>
            </a:r>
            <a:r>
              <a:rPr dirty="0" sz="2000">
                <a:latin typeface="UKIJ CJK"/>
                <a:cs typeface="UKIJ CJK"/>
              </a:rPr>
              <a:t>信道上有</a:t>
            </a:r>
            <a:r>
              <a:rPr dirty="0" sz="2000" spc="-5">
                <a:latin typeface="Times New Roman"/>
                <a:cs typeface="Times New Roman"/>
              </a:rPr>
              <a:t>1</a:t>
            </a:r>
            <a:r>
              <a:rPr dirty="0" sz="2000">
                <a:latin typeface="UKIJ CJK"/>
                <a:cs typeface="UKIJ CJK"/>
              </a:rPr>
              <a:t>号</a:t>
            </a:r>
            <a:r>
              <a:rPr dirty="0" sz="2000" spc="5">
                <a:latin typeface="UKIJ CJK"/>
                <a:cs typeface="UKIJ CJK"/>
              </a:rPr>
              <a:t>帧</a:t>
            </a:r>
            <a:endParaRPr sz="2000">
              <a:latin typeface="UKIJ CJK"/>
              <a:cs typeface="UKIJ CJK"/>
            </a:endParaRPr>
          </a:p>
          <a:p>
            <a:pPr lvl="1" marL="1155700" indent="-228600">
              <a:lnSpc>
                <a:spcPct val="100000"/>
              </a:lnSpc>
              <a:spcBef>
                <a:spcPts val="480"/>
              </a:spcBef>
              <a:buClr>
                <a:srgbClr val="0000FF"/>
              </a:buClr>
              <a:buSzPct val="75000"/>
              <a:buFont typeface="Wingdings"/>
              <a:buChar char=""/>
              <a:tabLst>
                <a:tab pos="1155700" algn="l"/>
              </a:tabLst>
            </a:pPr>
            <a:r>
              <a:rPr dirty="0" sz="2000" spc="-5">
                <a:latin typeface="Times New Roman"/>
                <a:cs typeface="Times New Roman"/>
              </a:rPr>
              <a:t>-/S——</a:t>
            </a:r>
            <a:r>
              <a:rPr dirty="0" sz="2000">
                <a:latin typeface="UKIJ CJK"/>
                <a:cs typeface="UKIJ CJK"/>
              </a:rPr>
              <a:t>信道</a:t>
            </a:r>
            <a:r>
              <a:rPr dirty="0" sz="2000" spc="5">
                <a:latin typeface="UKIJ CJK"/>
                <a:cs typeface="UKIJ CJK"/>
              </a:rPr>
              <a:t>空</a:t>
            </a:r>
            <a:endParaRPr sz="2000">
              <a:latin typeface="UKIJ CJK"/>
              <a:cs typeface="UKIJ CJK"/>
            </a:endParaRPr>
          </a:p>
          <a:p>
            <a:pPr marL="755650" indent="-285750">
              <a:lnSpc>
                <a:spcPct val="100000"/>
              </a:lnSpc>
              <a:spcBef>
                <a:spcPts val="1080"/>
              </a:spcBef>
              <a:buClr>
                <a:srgbClr val="0000FF"/>
              </a:buClr>
              <a:buSzPct val="80000"/>
              <a:buFont typeface="Wingdings"/>
              <a:buChar char=""/>
              <a:tabLst>
                <a:tab pos="755650" algn="l"/>
              </a:tabLst>
            </a:pPr>
            <a:r>
              <a:rPr dirty="0" sz="2000">
                <a:latin typeface="UKIJ CJK"/>
                <a:cs typeface="UKIJ CJK"/>
              </a:rPr>
              <a:t>而反向信道状态只有两</a:t>
            </a:r>
            <a:r>
              <a:rPr dirty="0" sz="2000" spc="5">
                <a:latin typeface="UKIJ CJK"/>
                <a:cs typeface="UKIJ CJK"/>
              </a:rPr>
              <a:t>种</a:t>
            </a:r>
            <a:endParaRPr sz="2000">
              <a:latin typeface="UKIJ CJK"/>
              <a:cs typeface="UKIJ CJK"/>
            </a:endParaRPr>
          </a:p>
          <a:p>
            <a:pPr lvl="1" marL="1155700" indent="-228600">
              <a:lnSpc>
                <a:spcPct val="100000"/>
              </a:lnSpc>
              <a:spcBef>
                <a:spcPts val="480"/>
              </a:spcBef>
              <a:buClr>
                <a:srgbClr val="0000FF"/>
              </a:buClr>
              <a:buSzPct val="75000"/>
              <a:buFont typeface="Wingdings"/>
              <a:buChar char=""/>
              <a:tabLst>
                <a:tab pos="1155700" algn="l"/>
              </a:tabLst>
            </a:pPr>
            <a:r>
              <a:rPr dirty="0" sz="2000" spc="-5">
                <a:latin typeface="Times New Roman"/>
                <a:cs typeface="Times New Roman"/>
              </a:rPr>
              <a:t>A——</a:t>
            </a:r>
            <a:r>
              <a:rPr dirty="0" sz="2000">
                <a:latin typeface="UKIJ CJK"/>
                <a:cs typeface="UKIJ CJK"/>
              </a:rPr>
              <a:t>信道上有</a:t>
            </a:r>
            <a:r>
              <a:rPr dirty="0" sz="2000" spc="-5">
                <a:latin typeface="Times New Roman"/>
                <a:cs typeface="Times New Roman"/>
              </a:rPr>
              <a:t>Ack</a:t>
            </a:r>
            <a:r>
              <a:rPr dirty="0" sz="2000" spc="5">
                <a:latin typeface="UKIJ CJK"/>
                <a:cs typeface="UKIJ CJK"/>
              </a:rPr>
              <a:t>帧</a:t>
            </a:r>
            <a:endParaRPr sz="2000">
              <a:latin typeface="UKIJ CJK"/>
              <a:cs typeface="UKIJ CJK"/>
            </a:endParaRPr>
          </a:p>
          <a:p>
            <a:pPr lvl="1" marL="1155700" indent="-228600">
              <a:lnSpc>
                <a:spcPct val="100000"/>
              </a:lnSpc>
              <a:spcBef>
                <a:spcPts val="480"/>
              </a:spcBef>
              <a:buClr>
                <a:srgbClr val="0000FF"/>
              </a:buClr>
              <a:buSzPct val="75000"/>
              <a:buFont typeface="Wingdings"/>
              <a:buChar char=""/>
              <a:tabLst>
                <a:tab pos="1155700" algn="l"/>
              </a:tabLst>
            </a:pPr>
            <a:r>
              <a:rPr dirty="0" sz="2000" spc="-5">
                <a:latin typeface="Times New Roman"/>
                <a:cs typeface="Times New Roman"/>
              </a:rPr>
              <a:t>-/S——</a:t>
            </a:r>
            <a:r>
              <a:rPr dirty="0" sz="2000">
                <a:latin typeface="UKIJ CJK"/>
                <a:cs typeface="UKIJ CJK"/>
              </a:rPr>
              <a:t>信道</a:t>
            </a:r>
            <a:r>
              <a:rPr dirty="0" sz="2000" spc="5">
                <a:latin typeface="UKIJ CJK"/>
                <a:cs typeface="UKIJ CJK"/>
              </a:rPr>
              <a:t>空</a:t>
            </a:r>
            <a:endParaRPr sz="2000">
              <a:latin typeface="UKIJ CJK"/>
              <a:cs typeface="UKIJ CJK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5239" y="5982449"/>
            <a:ext cx="385254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10" b="0">
                <a:solidFill>
                  <a:srgbClr val="3333CC"/>
                </a:solidFill>
                <a:latin typeface="Noto Sans CJK JP Medium"/>
                <a:cs typeface="Noto Sans CJK JP Medium"/>
              </a:rPr>
              <a:t>图</a:t>
            </a:r>
            <a:r>
              <a:rPr dirty="0" sz="2000" b="1">
                <a:solidFill>
                  <a:srgbClr val="3333CC"/>
                </a:solidFill>
                <a:latin typeface="Times New Roman"/>
                <a:cs typeface="Times New Roman"/>
              </a:rPr>
              <a:t>a</a:t>
            </a:r>
            <a:r>
              <a:rPr dirty="0" sz="2000" spc="405" b="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z="2000" spc="10" b="0">
                <a:solidFill>
                  <a:srgbClr val="3333CC"/>
                </a:solidFill>
                <a:latin typeface="Noto Sans CJK JP Medium"/>
                <a:cs typeface="Noto Sans CJK JP Medium"/>
              </a:rPr>
              <a:t>正反向信道分开的状态变迁</a:t>
            </a:r>
            <a:r>
              <a:rPr dirty="0" sz="2000" spc="5" b="0">
                <a:solidFill>
                  <a:srgbClr val="3333CC"/>
                </a:solidFill>
                <a:latin typeface="Noto Sans CJK JP Medium"/>
                <a:cs typeface="Noto Sans CJK JP Medium"/>
              </a:rPr>
              <a:t>图</a:t>
            </a:r>
            <a:endParaRPr sz="2000">
              <a:latin typeface="Noto Sans CJK JP Medium"/>
              <a:cs typeface="Noto Sans CJK JP Medium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84520" y="5982449"/>
            <a:ext cx="227139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10" b="0">
                <a:solidFill>
                  <a:srgbClr val="3333CC"/>
                </a:solidFill>
                <a:latin typeface="Noto Sans CJK JP Medium"/>
                <a:cs typeface="Noto Sans CJK JP Medium"/>
              </a:rPr>
              <a:t>图</a:t>
            </a:r>
            <a:r>
              <a:rPr dirty="0" sz="2000" b="1">
                <a:solidFill>
                  <a:srgbClr val="3333CC"/>
                </a:solidFill>
                <a:latin typeface="Times New Roman"/>
                <a:cs typeface="Times New Roman"/>
              </a:rPr>
              <a:t>b</a:t>
            </a:r>
            <a:r>
              <a:rPr dirty="0" sz="2000" spc="-95" b="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z="2000" spc="10" b="0">
                <a:solidFill>
                  <a:srgbClr val="3333CC"/>
                </a:solidFill>
                <a:latin typeface="Noto Sans CJK JP Medium"/>
                <a:cs typeface="Noto Sans CJK JP Medium"/>
              </a:rPr>
              <a:t>错误的状态序</a:t>
            </a:r>
            <a:r>
              <a:rPr dirty="0" sz="2000" spc="5" b="0">
                <a:solidFill>
                  <a:srgbClr val="3333CC"/>
                </a:solidFill>
                <a:latin typeface="Noto Sans CJK JP Medium"/>
                <a:cs typeface="Noto Sans CJK JP Medium"/>
              </a:rPr>
              <a:t>列</a:t>
            </a:r>
            <a:endParaRPr sz="2000">
              <a:latin typeface="Noto Sans CJK JP Medium"/>
              <a:cs typeface="Noto Sans CJK JP Medium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64237" y="660434"/>
            <a:ext cx="6922286" cy="53029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49334" y="6423025"/>
            <a:ext cx="20383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">
                <a:latin typeface="Times New Roman"/>
                <a:cs typeface="Times New Roman"/>
              </a:rPr>
              <a:t>7</a:t>
            </a:r>
            <a:r>
              <a:rPr dirty="0" sz="1400">
                <a:latin typeface="Times New Roman"/>
                <a:cs typeface="Times New Roman"/>
              </a:rPr>
              <a:t>6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9246" y="688556"/>
            <a:ext cx="7645400" cy="30968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20000"/>
              </a:lnSpc>
              <a:spcBef>
                <a:spcPts val="95"/>
              </a:spcBef>
            </a:pPr>
            <a:r>
              <a:rPr dirty="0" sz="2400">
                <a:latin typeface="UKIJ CJK"/>
                <a:cs typeface="UKIJ CJK"/>
              </a:rPr>
              <a:t>从图中可以看出，接收过程不能自己单独把数据帧拿走， 因为这样做必须在一条信道上同时有两个确认帧，这在我 们的模型中是不允许的。同样发送方也不能自己单独拿走 确认帧，因为这样做就必须在第</a:t>
            </a:r>
            <a:r>
              <a:rPr dirty="0" sz="2400">
                <a:latin typeface="Times New Roman"/>
                <a:cs typeface="Times New Roman"/>
              </a:rPr>
              <a:t>1</a:t>
            </a:r>
            <a:r>
              <a:rPr dirty="0" sz="2400">
                <a:latin typeface="UKIJ CJK"/>
                <a:cs typeface="UKIJ CJK"/>
              </a:rPr>
              <a:t>帧接受以前，发送第</a:t>
            </a:r>
            <a:r>
              <a:rPr dirty="0" sz="2400">
                <a:latin typeface="Times New Roman"/>
                <a:cs typeface="Times New Roman"/>
              </a:rPr>
              <a:t>2</a:t>
            </a:r>
            <a:r>
              <a:rPr dirty="0" sz="2400">
                <a:latin typeface="UKIJ CJK"/>
                <a:cs typeface="UKIJ CJK"/>
              </a:rPr>
              <a:t>个 数据帧，如果这两个事件必须一起发生，例如，在状态（  </a:t>
            </a:r>
            <a:r>
              <a:rPr dirty="0" sz="2400">
                <a:latin typeface="Times New Roman"/>
                <a:cs typeface="Times New Roman"/>
              </a:rPr>
              <a:t>000A</a:t>
            </a:r>
            <a:r>
              <a:rPr dirty="0" sz="2400">
                <a:latin typeface="UKIJ CJK"/>
                <a:cs typeface="UKIJ CJK"/>
              </a:rPr>
              <a:t>）和状态（</a:t>
            </a:r>
            <a:r>
              <a:rPr dirty="0" sz="2400" spc="-90">
                <a:latin typeface="Times New Roman"/>
                <a:cs typeface="Times New Roman"/>
              </a:rPr>
              <a:t>11</a:t>
            </a:r>
            <a:r>
              <a:rPr dirty="0" sz="2400">
                <a:latin typeface="Times New Roman"/>
                <a:cs typeface="Times New Roman"/>
              </a:rPr>
              <a:t>1A</a:t>
            </a:r>
            <a:r>
              <a:rPr dirty="0" sz="2400">
                <a:latin typeface="UKIJ CJK"/>
                <a:cs typeface="UKIJ CJK"/>
              </a:rPr>
              <a:t>）之间的转换，则在图中标记为</a:t>
            </a:r>
            <a:r>
              <a:rPr dirty="0" sz="2400">
                <a:latin typeface="Times New Roman"/>
                <a:cs typeface="Times New Roman"/>
              </a:rPr>
              <a:t>1+2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2400">
                <a:latin typeface="UKIJ CJK"/>
                <a:cs typeface="UKIJ CJK"/>
              </a:rPr>
              <a:t>。至于是先发生</a:t>
            </a:r>
            <a:r>
              <a:rPr dirty="0" sz="2400">
                <a:latin typeface="Times New Roman"/>
                <a:cs typeface="Times New Roman"/>
              </a:rPr>
              <a:t>1</a:t>
            </a:r>
            <a:r>
              <a:rPr dirty="0" sz="2400">
                <a:latin typeface="UKIJ CJK"/>
                <a:cs typeface="UKIJ CJK"/>
              </a:rPr>
              <a:t>号事件或先发生</a:t>
            </a:r>
            <a:r>
              <a:rPr dirty="0" sz="2400">
                <a:latin typeface="Times New Roman"/>
                <a:cs typeface="Times New Roman"/>
              </a:rPr>
              <a:t>2</a:t>
            </a:r>
            <a:r>
              <a:rPr dirty="0" sz="2400">
                <a:latin typeface="UKIJ CJK"/>
                <a:cs typeface="UKIJ CJK"/>
              </a:rPr>
              <a:t>号事件则是无关紧要。</a:t>
            </a:r>
            <a:endParaRPr sz="2400">
              <a:latin typeface="UKIJ CJK"/>
              <a:cs typeface="UKIJ CJ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2021-11-22T13:43:08Z</dcterms:created>
  <dcterms:modified xsi:type="dcterms:W3CDTF">2021-11-22T13:43:08Z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2021-09-27T00:00:00Z</vt:filetime>
  </property>
  <property fmtid="{D5CDD505-2E9C-101B-9397-08002B2CF9AE}" pid="3" name="Creator">
    <vt:lpwstr>WPS 演示</vt:lpwstr>
  </property>
  <property fmtid="{D5CDD505-2E9C-101B-9397-08002B2CF9AE}" pid="4" name="LastSaved">
    <vt:filetime>2021-11-22T00:00:00Z</vt:filetime>
  </property>
</Properties>
</file>